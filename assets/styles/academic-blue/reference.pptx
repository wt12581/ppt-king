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依据用户提供的原PPT逐页重建。影像及掩膜为原稿示意素材；没有新增实验数据。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3500" y="0"/>
            <a:ext cx="3048000" cy="2857500"/>
          </a:xfrm>
          <a:prstGeom prst="rect">
            <a:avLst/>
          </a:prstGeom>
        </p:spPr>
      </p:pic>
      <p:sp>
        <p:nvSpPr>
          <p:cNvPr id="3" name="wave_deep">
            <a:extLst>
              <a:ext uri="{FF2B5EF4-FFF2-40B4-BE49-F238E27FC236}">
                <a16:creationId xmlns:a16="http://schemas.microsoft.com/office/drawing/2014/main" id="{CB13F784-D892-3E37-A3F1-B497562BDDD7}"/>
              </a:ext>
            </a:extLst>
          </p:cNvPr>
          <p:cNvSpPr/>
          <p:nvPr/>
        </p:nvSpPr>
        <p:spPr>
          <a:xfrm>
            <a:off x="0" y="7210425"/>
            <a:ext cx="15925801" cy="1752601"/>
          </a:xfrm>
          <a:custGeom>
            <a:avLst/>
            <a:gdLst/>
            <a:ahLst/>
            <a:cxnLst/>
            <a:rect l="0" t="0" r="0" b="0"/>
            <a:pathLst>
              <a:path w="15925801" h="1752601">
                <a:moveTo>
                  <a:pt x="0" y="552450"/>
                </a:moveTo>
                <a:cubicBezTo>
                  <a:pt x="4286250" y="1514475"/>
                  <a:pt x="10191750" y="1581150"/>
                  <a:pt x="15925800" y="0"/>
                </a:cubicBezTo>
                <a:lnTo>
                  <a:pt x="15925800" y="1752600"/>
                </a:lnTo>
                <a:lnTo>
                  <a:pt x="0" y="1752600"/>
                </a:lnTo>
                <a:close/>
              </a:path>
            </a:pathLst>
          </a:custGeom>
          <a:gradFill flip="none" rotWithShape="1">
            <a:gsLst>
              <a:gs pos="0">
                <a:srgbClr val="176CC5"/>
              </a:gs>
              <a:gs pos="100000">
                <a:srgbClr val="074C9F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wave_bright">
            <a:extLst>
              <a:ext uri="{FF2B5EF4-FFF2-40B4-BE49-F238E27FC236}">
                <a16:creationId xmlns:a16="http://schemas.microsoft.com/office/drawing/2014/main" id="{A665E3D0-4AB1-E2A1-F48B-486BE6D9B629}"/>
              </a:ext>
            </a:extLst>
          </p:cNvPr>
          <p:cNvSpPr/>
          <p:nvPr/>
        </p:nvSpPr>
        <p:spPr>
          <a:xfrm>
            <a:off x="0" y="6381750"/>
            <a:ext cx="15925801" cy="2333626"/>
          </a:xfrm>
          <a:custGeom>
            <a:avLst/>
            <a:gdLst/>
            <a:ahLst/>
            <a:cxnLst/>
            <a:rect l="0" t="0" r="0" b="0"/>
            <a:pathLst>
              <a:path w="15925801" h="2333626">
                <a:moveTo>
                  <a:pt x="0" y="952500"/>
                </a:moveTo>
                <a:cubicBezTo>
                  <a:pt x="4572000" y="2152650"/>
                  <a:pt x="10429875" y="2266950"/>
                  <a:pt x="15925800" y="0"/>
                </a:cubicBezTo>
                <a:lnTo>
                  <a:pt x="15925800" y="600075"/>
                </a:lnTo>
                <a:cubicBezTo>
                  <a:pt x="10191750" y="2333625"/>
                  <a:pt x="4286250" y="2333625"/>
                  <a:pt x="0" y="1381125"/>
                </a:cubicBezTo>
                <a:close/>
              </a:path>
            </a:pathLst>
          </a:custGeom>
          <a:gradFill flip="none" rotWithShape="1">
            <a:gsLst>
              <a:gs pos="0">
                <a:srgbClr val="278FEB"/>
              </a:gs>
              <a:gs pos="100000">
                <a:srgbClr val="057AE8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ver_title">
            <a:extLst>
              <a:ext uri="{FF2B5EF4-FFF2-40B4-BE49-F238E27FC236}">
                <a16:creationId xmlns:a16="http://schemas.microsoft.com/office/drawing/2014/main" id="{7028E5B8-1C98-4833-89ED-8CCF75CFCF11}"/>
              </a:ext>
            </a:extLst>
          </p:cNvPr>
          <p:cNvSpPr>
            <a:spLocks/>
          </p:cNvSpPr>
          <p:nvPr/>
        </p:nvSpPr>
        <p:spPr>
          <a:xfrm>
            <a:off x="1619250" y="2333625"/>
            <a:ext cx="12763500" cy="2714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4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8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8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</a:t>
            </a:r>
            <a:r>
              <a:rPr lang="en-US" altLang="zh-CN" sz="8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r>
              <a:rPr lang="zh-CN" altLang="en-US" sz="8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双筛模型</a:t>
            </a:r>
          </a:p>
          <a:p>
            <a:pPr algn="ctr">
              <a:defRPr sz="84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及定量指标融合分析方案</a:t>
            </a:r>
            <a:endParaRPr sz="84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cover_affiliation">
            <a:extLst>
              <a:ext uri="{FF2B5EF4-FFF2-40B4-BE49-F238E27FC236}">
                <a16:creationId xmlns:a16="http://schemas.microsoft.com/office/drawing/2014/main" id="{420521B6-3ED1-4BF0-9D35-5A1D395B6B88}"/>
              </a:ext>
            </a:extLst>
          </p:cNvPr>
          <p:cNvSpPr>
            <a:spLocks/>
          </p:cNvSpPr>
          <p:nvPr/>
        </p:nvSpPr>
        <p:spPr>
          <a:xfrm>
            <a:off x="3333750" y="6477000"/>
            <a:ext cx="92583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6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6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</a:t>
            </a:r>
            <a:endParaRPr sz="36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6974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sp>
        <p:nvSpPr>
          <p:cNvPr id="16" name="wave_deep">
            <a:extLst>
              <a:ext uri="{FF2B5EF4-FFF2-40B4-BE49-F238E27FC236}">
                <a16:creationId xmlns:a16="http://schemas.microsoft.com/office/drawing/2014/main" id="{5237B6A8-BF58-1E54-BFAB-D1111C295F75}"/>
              </a:ext>
            </a:extLst>
          </p:cNvPr>
          <p:cNvSpPr/>
          <p:nvPr/>
        </p:nvSpPr>
        <p:spPr>
          <a:xfrm>
            <a:off x="0" y="8362950"/>
            <a:ext cx="15925801" cy="600076"/>
          </a:xfrm>
          <a:custGeom>
            <a:avLst/>
            <a:gdLst/>
            <a:ahLst/>
            <a:cxnLst/>
            <a:rect l="0" t="0" r="0" b="0"/>
            <a:pathLst>
              <a:path w="15925801" h="600076">
                <a:moveTo>
                  <a:pt x="0" y="0"/>
                </a:moveTo>
                <a:cubicBezTo>
                  <a:pt x="4286250" y="352425"/>
                  <a:pt x="10572750" y="342900"/>
                  <a:pt x="15925800" y="104775"/>
                </a:cubicBezTo>
                <a:lnTo>
                  <a:pt x="15925800" y="600075"/>
                </a:lnTo>
                <a:lnTo>
                  <a:pt x="0" y="600075"/>
                </a:lnTo>
                <a:close/>
              </a:path>
            </a:pathLst>
          </a:custGeom>
          <a:gradFill flip="none" rotWithShape="1">
            <a:gsLst>
              <a:gs pos="0">
                <a:srgbClr val="176CC5"/>
              </a:gs>
              <a:gs pos="100000">
                <a:srgbClr val="074C9F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wave_bright">
            <a:extLst>
              <a:ext uri="{FF2B5EF4-FFF2-40B4-BE49-F238E27FC236}">
                <a16:creationId xmlns:a16="http://schemas.microsoft.com/office/drawing/2014/main" id="{2F349261-0EDC-C893-8DBA-ECD47A9A5C7E}"/>
              </a:ext>
            </a:extLst>
          </p:cNvPr>
          <p:cNvSpPr/>
          <p:nvPr/>
        </p:nvSpPr>
        <p:spPr>
          <a:xfrm>
            <a:off x="0" y="8077200"/>
            <a:ext cx="15925801" cy="609601"/>
          </a:xfrm>
          <a:custGeom>
            <a:avLst/>
            <a:gdLst/>
            <a:ahLst/>
            <a:cxnLst/>
            <a:rect l="0" t="0" r="0" b="0"/>
            <a:pathLst>
              <a:path w="15925801" h="609601">
                <a:moveTo>
                  <a:pt x="0" y="0"/>
                </a:moveTo>
                <a:cubicBezTo>
                  <a:pt x="4286250" y="476250"/>
                  <a:pt x="10572750" y="409575"/>
                  <a:pt x="15925800" y="38100"/>
                </a:cubicBezTo>
                <a:lnTo>
                  <a:pt x="15925800" y="171450"/>
                </a:lnTo>
                <a:cubicBezTo>
                  <a:pt x="10572750" y="571500"/>
                  <a:pt x="4286250" y="609600"/>
                  <a:pt x="0" y="285750"/>
                </a:cubicBezTo>
                <a:close/>
              </a:path>
            </a:pathLst>
          </a:custGeom>
          <a:gradFill flip="none" rotWithShape="1">
            <a:gsLst>
              <a:gs pos="0">
                <a:srgbClr val="278FEB"/>
              </a:gs>
              <a:gs pos="100000">
                <a:srgbClr val="057AE8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header_rule">
            <a:extLst>
              <a:ext uri="{FF2B5EF4-FFF2-40B4-BE49-F238E27FC236}">
                <a16:creationId xmlns:a16="http://schemas.microsoft.com/office/drawing/2014/main" id="{39C1A252-B19F-29A7-2855-17A656CA548F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header_accent">
            <a:extLst>
              <a:ext uri="{FF2B5EF4-FFF2-40B4-BE49-F238E27FC236}">
                <a16:creationId xmlns:a16="http://schemas.microsoft.com/office/drawing/2014/main" id="{805BD433-A18E-DF80-1895-179EF7F3FA59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tents_divider">
            <a:extLst>
              <a:ext uri="{FF2B5EF4-FFF2-40B4-BE49-F238E27FC236}">
                <a16:creationId xmlns:a16="http://schemas.microsoft.com/office/drawing/2014/main" id="{F32E1C2C-58DD-F413-630E-66199F91B01C}"/>
              </a:ext>
            </a:extLst>
          </p:cNvPr>
          <p:cNvCxnSpPr/>
          <p:nvPr/>
        </p:nvCxnSpPr>
        <p:spPr>
          <a:xfrm>
            <a:off x="6353175" y="2238375"/>
            <a:ext cx="0" cy="5715000"/>
          </a:xfrm>
          <a:prstGeom prst="line">
            <a:avLst/>
          </a:prstGeom>
          <a:ln w="19050">
            <a:solidFill>
              <a:srgbClr val="BDE0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_title">
            <a:extLst>
              <a:ext uri="{FF2B5EF4-FFF2-40B4-BE49-F238E27FC236}">
                <a16:creationId xmlns:a16="http://schemas.microsoft.com/office/drawing/2014/main" id="{F9766749-4DAD-4A41-89D6-AE1B6E4AF073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汇报目录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DC09A459-BCD7-40ED-AFC0-7553B994A2B0}"/>
              </a:ext>
            </a:extLst>
          </p:cNvPr>
          <p:cNvSpPr>
            <a:spLocks/>
          </p:cNvSpPr>
          <p:nvPr/>
        </p:nvSpPr>
        <p:spPr>
          <a:xfrm>
            <a:off x="523875" y="8658225"/>
            <a:ext cx="10953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3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3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35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60DEF0B1-9C0E-41E9-A8E0-9E67E60CACBE}"/>
              </a:ext>
            </a:extLst>
          </p:cNvPr>
          <p:cNvSpPr>
            <a:spLocks/>
          </p:cNvSpPr>
          <p:nvPr/>
        </p:nvSpPr>
        <p:spPr>
          <a:xfrm>
            <a:off x="15049500" y="8658225"/>
            <a:ext cx="5619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</a:t>
            </a:r>
            <a:endParaRPr sz="135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" name="contents_cn">
            <a:extLst>
              <a:ext uri="{FF2B5EF4-FFF2-40B4-BE49-F238E27FC236}">
                <a16:creationId xmlns:a16="http://schemas.microsoft.com/office/drawing/2014/main" id="{128FF0BE-B3AA-4F52-BE19-73227D384AF4}"/>
              </a:ext>
            </a:extLst>
          </p:cNvPr>
          <p:cNvSpPr>
            <a:spLocks/>
          </p:cNvSpPr>
          <p:nvPr/>
        </p:nvSpPr>
        <p:spPr>
          <a:xfrm>
            <a:off x="742950" y="3143250"/>
            <a:ext cx="49530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0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目录</a:t>
            </a:r>
            <a:endParaRPr sz="130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contents_en">
            <a:extLst>
              <a:ext uri="{FF2B5EF4-FFF2-40B4-BE49-F238E27FC236}">
                <a16:creationId xmlns:a16="http://schemas.microsoft.com/office/drawing/2014/main" id="{1A0355C1-3C01-4F7C-B938-0A1E5E9471DD}"/>
              </a:ext>
            </a:extLst>
          </p:cNvPr>
          <p:cNvSpPr>
            <a:spLocks/>
          </p:cNvSpPr>
          <p:nvPr/>
        </p:nvSpPr>
        <p:spPr>
          <a:xfrm>
            <a:off x="952500" y="5638800"/>
            <a:ext cx="471487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300" b="1">
                <a:solidFill>
                  <a:srgbClr val="C7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300" b="1">
                <a:solidFill>
                  <a:srgbClr val="C7E9F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CONTENTS</a:t>
            </a:r>
            <a:endParaRPr sz="6300" b="1">
              <a:solidFill>
                <a:srgbClr val="C7E9F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num_0">
            <a:extLst>
              <a:ext uri="{FF2B5EF4-FFF2-40B4-BE49-F238E27FC236}">
                <a16:creationId xmlns:a16="http://schemas.microsoft.com/office/drawing/2014/main" id="{4B014705-55C9-43C4-AAF7-0C034EB95C33}"/>
              </a:ext>
            </a:extLst>
          </p:cNvPr>
          <p:cNvSpPr>
            <a:spLocks/>
          </p:cNvSpPr>
          <p:nvPr/>
        </p:nvSpPr>
        <p:spPr>
          <a:xfrm>
            <a:off x="7048500" y="2524125"/>
            <a:ext cx="1190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3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</a:t>
            </a:r>
            <a:endParaRPr sz="43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text_0">
            <a:extLst>
              <a:ext uri="{FF2B5EF4-FFF2-40B4-BE49-F238E27FC236}">
                <a16:creationId xmlns:a16="http://schemas.microsoft.com/office/drawing/2014/main" id="{9CE9720F-C324-4564-9D79-960FEF3EC0A3}"/>
              </a:ext>
            </a:extLst>
          </p:cNvPr>
          <p:cNvSpPr>
            <a:spLocks/>
          </p:cNvSpPr>
          <p:nvPr/>
        </p:nvSpPr>
        <p:spPr>
          <a:xfrm>
            <a:off x="9115425" y="2552700"/>
            <a:ext cx="6334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36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6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研究思路与数据</a:t>
            </a:r>
            <a:endParaRPr sz="36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num_1">
            <a:extLst>
              <a:ext uri="{FF2B5EF4-FFF2-40B4-BE49-F238E27FC236}">
                <a16:creationId xmlns:a16="http://schemas.microsoft.com/office/drawing/2014/main" id="{890DDA0C-56E3-45CC-A49E-DF6D4B24D4C7}"/>
              </a:ext>
            </a:extLst>
          </p:cNvPr>
          <p:cNvSpPr>
            <a:spLocks/>
          </p:cNvSpPr>
          <p:nvPr/>
        </p:nvSpPr>
        <p:spPr>
          <a:xfrm>
            <a:off x="7048500" y="3714750"/>
            <a:ext cx="1190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3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</a:t>
            </a:r>
            <a:endParaRPr sz="43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_1">
            <a:extLst>
              <a:ext uri="{FF2B5EF4-FFF2-40B4-BE49-F238E27FC236}">
                <a16:creationId xmlns:a16="http://schemas.microsoft.com/office/drawing/2014/main" id="{338F19A5-9D2A-43A0-A996-7F63CAE787EA}"/>
              </a:ext>
            </a:extLst>
          </p:cNvPr>
          <p:cNvSpPr>
            <a:spLocks/>
          </p:cNvSpPr>
          <p:nvPr/>
        </p:nvSpPr>
        <p:spPr>
          <a:xfrm>
            <a:off x="9115425" y="3743325"/>
            <a:ext cx="6334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36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6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DR–DKD</a:t>
            </a:r>
            <a:r>
              <a:rPr lang="zh-CN" altLang="en-US" sz="36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双筛模型</a:t>
            </a:r>
            <a:endParaRPr sz="36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num_2">
            <a:extLst>
              <a:ext uri="{FF2B5EF4-FFF2-40B4-BE49-F238E27FC236}">
                <a16:creationId xmlns:a16="http://schemas.microsoft.com/office/drawing/2014/main" id="{D480264B-6262-4F96-A793-BE97EF7D39CF}"/>
              </a:ext>
            </a:extLst>
          </p:cNvPr>
          <p:cNvSpPr>
            <a:spLocks/>
          </p:cNvSpPr>
          <p:nvPr/>
        </p:nvSpPr>
        <p:spPr>
          <a:xfrm>
            <a:off x="7048500" y="4905375"/>
            <a:ext cx="1190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3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</a:t>
            </a:r>
            <a:endParaRPr sz="43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text_2">
            <a:extLst>
              <a:ext uri="{FF2B5EF4-FFF2-40B4-BE49-F238E27FC236}">
                <a16:creationId xmlns:a16="http://schemas.microsoft.com/office/drawing/2014/main" id="{1B929F72-B919-44C3-AA33-8C623570DE2B}"/>
              </a:ext>
            </a:extLst>
          </p:cNvPr>
          <p:cNvSpPr>
            <a:spLocks/>
          </p:cNvSpPr>
          <p:nvPr/>
        </p:nvSpPr>
        <p:spPr>
          <a:xfrm>
            <a:off x="9115425" y="4933950"/>
            <a:ext cx="6334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36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6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眼底定量分析与指标筛选</a:t>
            </a:r>
            <a:endParaRPr sz="36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2" name="num_3">
            <a:extLst>
              <a:ext uri="{FF2B5EF4-FFF2-40B4-BE49-F238E27FC236}">
                <a16:creationId xmlns:a16="http://schemas.microsoft.com/office/drawing/2014/main" id="{E6E4AF0C-F70F-4F48-BA45-D163AB90A5FD}"/>
              </a:ext>
            </a:extLst>
          </p:cNvPr>
          <p:cNvSpPr>
            <a:spLocks/>
          </p:cNvSpPr>
          <p:nvPr/>
        </p:nvSpPr>
        <p:spPr>
          <a:xfrm>
            <a:off x="7048500" y="6096000"/>
            <a:ext cx="1190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3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</a:t>
            </a:r>
            <a:endParaRPr sz="43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3" name="text_3">
            <a:extLst>
              <a:ext uri="{FF2B5EF4-FFF2-40B4-BE49-F238E27FC236}">
                <a16:creationId xmlns:a16="http://schemas.microsoft.com/office/drawing/2014/main" id="{0FF32B36-7047-43D8-9459-3A6BA5C6AE5E}"/>
              </a:ext>
            </a:extLst>
          </p:cNvPr>
          <p:cNvSpPr>
            <a:spLocks/>
          </p:cNvSpPr>
          <p:nvPr/>
        </p:nvSpPr>
        <p:spPr>
          <a:xfrm>
            <a:off x="9115425" y="6124575"/>
            <a:ext cx="6334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36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6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融合模型与评价方案</a:t>
            </a:r>
            <a:endParaRPr sz="36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num_4">
            <a:extLst>
              <a:ext uri="{FF2B5EF4-FFF2-40B4-BE49-F238E27FC236}">
                <a16:creationId xmlns:a16="http://schemas.microsoft.com/office/drawing/2014/main" id="{2E0698FE-C24E-4729-AF49-3536E5110ADB}"/>
              </a:ext>
            </a:extLst>
          </p:cNvPr>
          <p:cNvSpPr>
            <a:spLocks/>
          </p:cNvSpPr>
          <p:nvPr/>
        </p:nvSpPr>
        <p:spPr>
          <a:xfrm>
            <a:off x="7048500" y="7286625"/>
            <a:ext cx="1190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3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05</a:t>
            </a:r>
            <a:endParaRPr sz="43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_4">
            <a:extLst>
              <a:ext uri="{FF2B5EF4-FFF2-40B4-BE49-F238E27FC236}">
                <a16:creationId xmlns:a16="http://schemas.microsoft.com/office/drawing/2014/main" id="{43544ECF-14DC-4DBE-A8C4-16AA48431C82}"/>
              </a:ext>
            </a:extLst>
          </p:cNvPr>
          <p:cNvSpPr>
            <a:spLocks/>
          </p:cNvSpPr>
          <p:nvPr/>
        </p:nvSpPr>
        <p:spPr>
          <a:xfrm>
            <a:off x="9115425" y="7315200"/>
            <a:ext cx="6334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36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6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研究重点与总结</a:t>
            </a:r>
            <a:endParaRPr sz="36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653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undus_photo_image_backplate">
            <a:extLst>
              <a:ext uri="{FF2B5EF4-FFF2-40B4-BE49-F238E27FC236}">
                <a16:creationId xmlns:a16="http://schemas.microsoft.com/office/drawing/2014/main" id="{A9C0991B-C7EB-40DD-8B9A-CA37EBE61F1E}"/>
              </a:ext>
            </a:extLst>
          </p:cNvPr>
          <p:cNvSpPr>
            <a:spLocks/>
          </p:cNvSpPr>
          <p:nvPr/>
        </p:nvSpPr>
        <p:spPr>
          <a:xfrm>
            <a:off x="762000" y="3895725"/>
            <a:ext cx="1762125" cy="1762125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5" name="fundus_card_bg">
            <a:extLst>
              <a:ext uri="{FF2B5EF4-FFF2-40B4-BE49-F238E27FC236}">
                <a16:creationId xmlns:a16="http://schemas.microsoft.com/office/drawing/2014/main" id="{5E7BDF7D-A940-49A2-ABD8-05D12C84546A}"/>
              </a:ext>
            </a:extLst>
          </p:cNvPr>
          <p:cNvSpPr>
            <a:spLocks/>
          </p:cNvSpPr>
          <p:nvPr/>
        </p:nvSpPr>
        <p:spPr>
          <a:xfrm>
            <a:off x="428625" y="3638550"/>
            <a:ext cx="2524125" cy="2409825"/>
          </a:xfrm>
          <a:prstGeom prst="roundRect">
            <a:avLst>
              <a:gd name="adj" fmla="val 474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8" name="dr_card_bg">
            <a:extLst>
              <a:ext uri="{FF2B5EF4-FFF2-40B4-BE49-F238E27FC236}">
                <a16:creationId xmlns:a16="http://schemas.microsoft.com/office/drawing/2014/main" id="{0033A28F-84DE-45B8-828B-589BB9CB5C45}"/>
              </a:ext>
            </a:extLst>
          </p:cNvPr>
          <p:cNvSpPr>
            <a:spLocks/>
          </p:cNvSpPr>
          <p:nvPr/>
        </p:nvSpPr>
        <p:spPr>
          <a:xfrm>
            <a:off x="4143375" y="2047875"/>
            <a:ext cx="2000250" cy="1809750"/>
          </a:xfrm>
          <a:prstGeom prst="roundRect">
            <a:avLst>
              <a:gd name="adj" fmla="val 6316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1" name="dkd_card_bg">
            <a:extLst>
              <a:ext uri="{FF2B5EF4-FFF2-40B4-BE49-F238E27FC236}">
                <a16:creationId xmlns:a16="http://schemas.microsoft.com/office/drawing/2014/main" id="{25E3449E-4EF5-48A5-A57F-D0F25E155A64}"/>
              </a:ext>
            </a:extLst>
          </p:cNvPr>
          <p:cNvSpPr>
            <a:spLocks/>
          </p:cNvSpPr>
          <p:nvPr/>
        </p:nvSpPr>
        <p:spPr>
          <a:xfrm>
            <a:off x="4143375" y="4305300"/>
            <a:ext cx="2000250" cy="1809750"/>
          </a:xfrm>
          <a:prstGeom prst="roundRect">
            <a:avLst>
              <a:gd name="adj" fmla="val 6316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5" name="q_bg_0">
            <a:extLst>
              <a:ext uri="{FF2B5EF4-FFF2-40B4-BE49-F238E27FC236}">
                <a16:creationId xmlns:a16="http://schemas.microsoft.com/office/drawing/2014/main" id="{FAAFD23D-A67A-442D-BA79-96F195BBC7E7}"/>
              </a:ext>
            </a:extLst>
          </p:cNvPr>
          <p:cNvSpPr>
            <a:spLocks/>
          </p:cNvSpPr>
          <p:nvPr/>
        </p:nvSpPr>
        <p:spPr>
          <a:xfrm>
            <a:off x="7067550" y="2085975"/>
            <a:ext cx="8477250" cy="1438275"/>
          </a:xfrm>
          <a:prstGeom prst="roundRect">
            <a:avLst>
              <a:gd name="adj" fmla="val 794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19" name="q_bg_1">
            <a:extLst>
              <a:ext uri="{FF2B5EF4-FFF2-40B4-BE49-F238E27FC236}">
                <a16:creationId xmlns:a16="http://schemas.microsoft.com/office/drawing/2014/main" id="{5FEECC12-DF06-43A5-829B-85E75EC88540}"/>
              </a:ext>
            </a:extLst>
          </p:cNvPr>
          <p:cNvSpPr>
            <a:spLocks/>
          </p:cNvSpPr>
          <p:nvPr/>
        </p:nvSpPr>
        <p:spPr>
          <a:xfrm>
            <a:off x="7067550" y="3781425"/>
            <a:ext cx="8477250" cy="1438275"/>
          </a:xfrm>
          <a:prstGeom prst="roundRect">
            <a:avLst>
              <a:gd name="adj" fmla="val 794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3" name="q_bg_2">
            <a:extLst>
              <a:ext uri="{FF2B5EF4-FFF2-40B4-BE49-F238E27FC236}">
                <a16:creationId xmlns:a16="http://schemas.microsoft.com/office/drawing/2014/main" id="{6BCE02E5-A09E-4EB2-B5ED-0EA05B8EE732}"/>
              </a:ext>
            </a:extLst>
          </p:cNvPr>
          <p:cNvSpPr>
            <a:spLocks/>
          </p:cNvSpPr>
          <p:nvPr/>
        </p:nvSpPr>
        <p:spPr>
          <a:xfrm>
            <a:off x="7067550" y="5476875"/>
            <a:ext cx="8477250" cy="1438275"/>
          </a:xfrm>
          <a:prstGeom prst="roundRect">
            <a:avLst>
              <a:gd name="adj" fmla="val 794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7" name="summary_bg">
            <a:extLst>
              <a:ext uri="{FF2B5EF4-FFF2-40B4-BE49-F238E27FC236}">
                <a16:creationId xmlns:a16="http://schemas.microsoft.com/office/drawing/2014/main" id="{54896200-41C3-4F27-B157-43C3D0B8AD74}"/>
              </a:ext>
            </a:extLst>
          </p:cNvPr>
          <p:cNvSpPr>
            <a:spLocks/>
          </p:cNvSpPr>
          <p:nvPr/>
        </p:nvSpPr>
        <p:spPr>
          <a:xfrm>
            <a:off x="428625" y="7334250"/>
            <a:ext cx="15049500" cy="914400"/>
          </a:xfrm>
          <a:prstGeom prst="roundRect">
            <a:avLst>
              <a:gd name="adj" fmla="val 1250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59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60" name="fundus_photo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762000" y="3895725"/>
            <a:ext cx="1762125" cy="1762125"/>
          </a:xfrm>
          <a:prstGeom prst="ellipse">
            <a:avLst/>
          </a:prstGeom>
        </p:spPr>
      </p:pic>
      <p:sp>
        <p:nvSpPr>
          <p:cNvPr id="16" name="q_number_bg_0">
            <a:extLst>
              <a:ext uri="{FF2B5EF4-FFF2-40B4-BE49-F238E27FC236}">
                <a16:creationId xmlns:a16="http://schemas.microsoft.com/office/drawing/2014/main" id="{8AF5F259-5FDC-4B18-B168-695E9360F465}"/>
              </a:ext>
            </a:extLst>
          </p:cNvPr>
          <p:cNvSpPr>
            <a:spLocks/>
          </p:cNvSpPr>
          <p:nvPr/>
        </p:nvSpPr>
        <p:spPr>
          <a:xfrm>
            <a:off x="7429500" y="2371725"/>
            <a:ext cx="857250" cy="85725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0" name="q_number_bg_1">
            <a:extLst>
              <a:ext uri="{FF2B5EF4-FFF2-40B4-BE49-F238E27FC236}">
                <a16:creationId xmlns:a16="http://schemas.microsoft.com/office/drawing/2014/main" id="{230218AB-D257-4A49-9291-03A5A7F3B016}"/>
              </a:ext>
            </a:extLst>
          </p:cNvPr>
          <p:cNvSpPr>
            <a:spLocks/>
          </p:cNvSpPr>
          <p:nvPr/>
        </p:nvSpPr>
        <p:spPr>
          <a:xfrm>
            <a:off x="7429500" y="4067175"/>
            <a:ext cx="857250" cy="85725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4" name="q_number_bg_2">
            <a:extLst>
              <a:ext uri="{FF2B5EF4-FFF2-40B4-BE49-F238E27FC236}">
                <a16:creationId xmlns:a16="http://schemas.microsoft.com/office/drawing/2014/main" id="{F7086BEF-1F66-4462-A2B5-21EE6C04A497}"/>
              </a:ext>
            </a:extLst>
          </p:cNvPr>
          <p:cNvSpPr>
            <a:spLocks/>
          </p:cNvSpPr>
          <p:nvPr/>
        </p:nvSpPr>
        <p:spPr>
          <a:xfrm>
            <a:off x="7429500" y="5762625"/>
            <a:ext cx="857250" cy="85725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grpSp>
        <p:nvGrpSpPr>
          <p:cNvPr id="32" name="icon_dr_eye" descr="原生矢量组件，可取消组合编辑各个形状">
            <a:extLst>
              <a:ext uri="{FF2B5EF4-FFF2-40B4-BE49-F238E27FC236}">
                <a16:creationId xmlns:a16="http://schemas.microsoft.com/office/drawing/2014/main" id="{E23DFBEB-419F-020D-A3F4-048F692B5659}"/>
              </a:ext>
            </a:extLst>
          </p:cNvPr>
          <p:cNvGrpSpPr/>
          <p:nvPr/>
        </p:nvGrpSpPr>
        <p:grpSpPr>
          <a:xfrm>
            <a:off x="4654296" y="2377440"/>
            <a:ext cx="1016509" cy="861823"/>
            <a:chOff x="4654296" y="2377440"/>
            <a:chExt cx="1016509" cy="861823"/>
          </a:xfrm>
        </p:grpSpPr>
        <p:sp>
          <p:nvSpPr>
            <p:cNvPr id="29" name="dr_eye_part_0">
              <a:extLst>
                <a:ext uri="{FF2B5EF4-FFF2-40B4-BE49-F238E27FC236}">
                  <a16:creationId xmlns:a16="http://schemas.microsoft.com/office/drawing/2014/main" id="{E36D8C08-23B9-D075-58E3-79BE2F6A8AC6}"/>
                </a:ext>
              </a:extLst>
            </p:cNvPr>
            <p:cNvSpPr/>
            <p:nvPr/>
          </p:nvSpPr>
          <p:spPr>
            <a:xfrm>
              <a:off x="4654296" y="2377440"/>
              <a:ext cx="1016509" cy="861823"/>
            </a:xfrm>
            <a:custGeom>
              <a:avLst/>
              <a:gdLst/>
              <a:ahLst/>
              <a:cxnLst/>
              <a:rect l="0" t="0" r="0" b="0"/>
              <a:pathLst>
                <a:path w="1016509" h="861823">
                  <a:moveTo>
                    <a:pt x="0" y="441960"/>
                  </a:moveTo>
                  <a:cubicBezTo>
                    <a:pt x="220980" y="77343"/>
                    <a:pt x="729234" y="0"/>
                    <a:pt x="1016508" y="441960"/>
                  </a:cubicBezTo>
                  <a:cubicBezTo>
                    <a:pt x="729234" y="839724"/>
                    <a:pt x="243078" y="861822"/>
                    <a:pt x="0" y="441960"/>
                  </a:cubicBezTo>
                  <a:close/>
                </a:path>
              </a:pathLst>
            </a:custGeom>
            <a:noFill/>
            <a:ln w="44196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dr_eye_part_1">
              <a:extLst>
                <a:ext uri="{FF2B5EF4-FFF2-40B4-BE49-F238E27FC236}">
                  <a16:creationId xmlns:a16="http://schemas.microsoft.com/office/drawing/2014/main" id="{5CAC60AC-2522-C414-CA61-46BBA745DAF7}"/>
                </a:ext>
              </a:extLst>
            </p:cNvPr>
            <p:cNvSpPr/>
            <p:nvPr/>
          </p:nvSpPr>
          <p:spPr>
            <a:xfrm>
              <a:off x="4985766" y="2609469"/>
              <a:ext cx="364617" cy="419862"/>
            </a:xfrm>
            <a:prstGeom prst="ellipse">
              <a:avLst/>
            </a:prstGeom>
            <a:noFill/>
            <a:ln w="66294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icon_dkd_kidney" descr="原生矢量组件，可取消组合编辑各个形状">
            <a:extLst>
              <a:ext uri="{FF2B5EF4-FFF2-40B4-BE49-F238E27FC236}">
                <a16:creationId xmlns:a16="http://schemas.microsoft.com/office/drawing/2014/main" id="{78A63FEF-BDE2-7079-D830-3491937B1639}"/>
              </a:ext>
            </a:extLst>
          </p:cNvPr>
          <p:cNvGrpSpPr/>
          <p:nvPr/>
        </p:nvGrpSpPr>
        <p:grpSpPr>
          <a:xfrm>
            <a:off x="4692015" y="4561522"/>
            <a:ext cx="932499" cy="974408"/>
            <a:chOff x="4692015" y="4561522"/>
            <a:chExt cx="932499" cy="974408"/>
          </a:xfrm>
        </p:grpSpPr>
        <p:sp>
          <p:nvSpPr>
            <p:cNvPr id="33" name="dkd_kidney_part_0">
              <a:extLst>
                <a:ext uri="{FF2B5EF4-FFF2-40B4-BE49-F238E27FC236}">
                  <a16:creationId xmlns:a16="http://schemas.microsoft.com/office/drawing/2014/main" id="{B8959B38-A40E-6203-5BAE-11E92D85804B}"/>
                </a:ext>
              </a:extLst>
            </p:cNvPr>
            <p:cNvSpPr/>
            <p:nvPr/>
          </p:nvSpPr>
          <p:spPr>
            <a:xfrm>
              <a:off x="4692015" y="4561522"/>
              <a:ext cx="419101" cy="806769"/>
            </a:xfrm>
            <a:custGeom>
              <a:avLst/>
              <a:gdLst/>
              <a:ahLst/>
              <a:cxnLst/>
              <a:rect l="0" t="0" r="0" b="0"/>
              <a:pathLst>
                <a:path w="419101" h="806769">
                  <a:moveTo>
                    <a:pt x="356235" y="136208"/>
                  </a:moveTo>
                  <a:cubicBezTo>
                    <a:pt x="94298" y="0"/>
                    <a:pt x="0" y="230506"/>
                    <a:pt x="31432" y="450533"/>
                  </a:cubicBezTo>
                  <a:cubicBezTo>
                    <a:pt x="62865" y="754381"/>
                    <a:pt x="220027" y="806768"/>
                    <a:pt x="324802" y="712470"/>
                  </a:cubicBezTo>
                  <a:cubicBezTo>
                    <a:pt x="419100" y="597218"/>
                    <a:pt x="146685" y="502920"/>
                    <a:pt x="240982" y="366713"/>
                  </a:cubicBezTo>
                  <a:cubicBezTo>
                    <a:pt x="345757" y="314325"/>
                    <a:pt x="398145" y="261938"/>
                    <a:pt x="356235" y="136208"/>
                  </a:cubicBezTo>
                  <a:close/>
                </a:path>
              </a:pathLst>
            </a:custGeom>
            <a:noFill/>
            <a:ln w="4191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dkd_kidney_part_1">
              <a:extLst>
                <a:ext uri="{FF2B5EF4-FFF2-40B4-BE49-F238E27FC236}">
                  <a16:creationId xmlns:a16="http://schemas.microsoft.com/office/drawing/2014/main" id="{07728888-70E5-4A19-7892-BCABDA39B865}"/>
                </a:ext>
              </a:extLst>
            </p:cNvPr>
            <p:cNvSpPr/>
            <p:nvPr/>
          </p:nvSpPr>
          <p:spPr>
            <a:xfrm>
              <a:off x="5205413" y="4561522"/>
              <a:ext cx="419101" cy="806769"/>
            </a:xfrm>
            <a:custGeom>
              <a:avLst/>
              <a:gdLst/>
              <a:ahLst/>
              <a:cxnLst/>
              <a:rect l="0" t="0" r="0" b="0"/>
              <a:pathLst>
                <a:path w="419101" h="806769">
                  <a:moveTo>
                    <a:pt x="62865" y="136208"/>
                  </a:moveTo>
                  <a:cubicBezTo>
                    <a:pt x="324802" y="0"/>
                    <a:pt x="419100" y="230506"/>
                    <a:pt x="387667" y="450533"/>
                  </a:cubicBezTo>
                  <a:cubicBezTo>
                    <a:pt x="356234" y="754381"/>
                    <a:pt x="199072" y="806768"/>
                    <a:pt x="94297" y="712470"/>
                  </a:cubicBezTo>
                  <a:cubicBezTo>
                    <a:pt x="0" y="597218"/>
                    <a:pt x="272415" y="502920"/>
                    <a:pt x="178117" y="366713"/>
                  </a:cubicBezTo>
                  <a:cubicBezTo>
                    <a:pt x="73342" y="314325"/>
                    <a:pt x="20954" y="261938"/>
                    <a:pt x="62865" y="136208"/>
                  </a:cubicBezTo>
                  <a:close/>
                </a:path>
              </a:pathLst>
            </a:custGeom>
            <a:noFill/>
            <a:ln w="4191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dkd_kidney_part_2">
              <a:extLst>
                <a:ext uri="{FF2B5EF4-FFF2-40B4-BE49-F238E27FC236}">
                  <a16:creationId xmlns:a16="http://schemas.microsoft.com/office/drawing/2014/main" id="{B7193388-149F-5E8A-6561-76ED6F262BA3}"/>
                </a:ext>
              </a:extLst>
            </p:cNvPr>
            <p:cNvCxnSpPr/>
            <p:nvPr/>
          </p:nvCxnSpPr>
          <p:spPr>
            <a:xfrm>
              <a:off x="5090160" y="4980622"/>
              <a:ext cx="0" cy="555308"/>
            </a:xfrm>
            <a:prstGeom prst="line">
              <a:avLst/>
            </a:prstGeom>
            <a:ln w="31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kd_kidney_part_3">
              <a:extLst>
                <a:ext uri="{FF2B5EF4-FFF2-40B4-BE49-F238E27FC236}">
                  <a16:creationId xmlns:a16="http://schemas.microsoft.com/office/drawing/2014/main" id="{A42B0332-E503-6D7C-E873-FB25DFAE1E0C}"/>
                </a:ext>
              </a:extLst>
            </p:cNvPr>
            <p:cNvCxnSpPr/>
            <p:nvPr/>
          </p:nvCxnSpPr>
          <p:spPr>
            <a:xfrm>
              <a:off x="5226367" y="4980622"/>
              <a:ext cx="0" cy="555308"/>
            </a:xfrm>
            <a:prstGeom prst="line">
              <a:avLst/>
            </a:prstGeom>
            <a:ln w="31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kd_kidney_part_4">
              <a:extLst>
                <a:ext uri="{FF2B5EF4-FFF2-40B4-BE49-F238E27FC236}">
                  <a16:creationId xmlns:a16="http://schemas.microsoft.com/office/drawing/2014/main" id="{BA500CA6-7D07-444B-815E-C59FF5BD13E6}"/>
                </a:ext>
              </a:extLst>
            </p:cNvPr>
            <p:cNvCxnSpPr/>
            <p:nvPr/>
          </p:nvCxnSpPr>
          <p:spPr>
            <a:xfrm flipV="1">
              <a:off x="4974908" y="4980622"/>
              <a:ext cx="115252" cy="31433"/>
            </a:xfrm>
            <a:prstGeom prst="line">
              <a:avLst/>
            </a:prstGeom>
            <a:ln w="31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kd_kidney_part_5">
              <a:extLst>
                <a:ext uri="{FF2B5EF4-FFF2-40B4-BE49-F238E27FC236}">
                  <a16:creationId xmlns:a16="http://schemas.microsoft.com/office/drawing/2014/main" id="{AF297DC5-4E30-88E6-FB24-B761FBC86063}"/>
                </a:ext>
              </a:extLst>
            </p:cNvPr>
            <p:cNvCxnSpPr/>
            <p:nvPr/>
          </p:nvCxnSpPr>
          <p:spPr>
            <a:xfrm flipH="1" flipV="1">
              <a:off x="5226367" y="4980622"/>
              <a:ext cx="104775" cy="31433"/>
            </a:xfrm>
            <a:prstGeom prst="line">
              <a:avLst/>
            </a:prstGeom>
            <a:ln w="31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icon_summary_icon" descr="原生矢量组件，可取消组合编辑各个形状">
            <a:extLst>
              <a:ext uri="{FF2B5EF4-FFF2-40B4-BE49-F238E27FC236}">
                <a16:creationId xmlns:a16="http://schemas.microsoft.com/office/drawing/2014/main" id="{B757C0ED-5631-4652-760F-3E231BA7AEFE}"/>
              </a:ext>
            </a:extLst>
          </p:cNvPr>
          <p:cNvGrpSpPr/>
          <p:nvPr/>
        </p:nvGrpSpPr>
        <p:grpSpPr>
          <a:xfrm>
            <a:off x="731520" y="7534275"/>
            <a:ext cx="497206" cy="445770"/>
            <a:chOff x="731520" y="7534275"/>
            <a:chExt cx="497206" cy="445770"/>
          </a:xfrm>
        </p:grpSpPr>
        <p:sp>
          <p:nvSpPr>
            <p:cNvPr id="40" name="summary_icon_part_0">
              <a:extLst>
                <a:ext uri="{FF2B5EF4-FFF2-40B4-BE49-F238E27FC236}">
                  <a16:creationId xmlns:a16="http://schemas.microsoft.com/office/drawing/2014/main" id="{4B3B2C1D-0F74-222F-5728-11581E953FD0}"/>
                </a:ext>
              </a:extLst>
            </p:cNvPr>
            <p:cNvSpPr/>
            <p:nvPr/>
          </p:nvSpPr>
          <p:spPr>
            <a:xfrm>
              <a:off x="731520" y="7579995"/>
              <a:ext cx="400050" cy="400050"/>
            </a:xfrm>
            <a:prstGeom prst="ellipse">
              <a:avLst/>
            </a:prstGeom>
            <a:noFill/>
            <a:ln w="2286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summary_icon_part_1">
              <a:extLst>
                <a:ext uri="{FF2B5EF4-FFF2-40B4-BE49-F238E27FC236}">
                  <a16:creationId xmlns:a16="http://schemas.microsoft.com/office/drawing/2014/main" id="{CF807551-9113-C23D-BBC9-BBAAC885E80D}"/>
                </a:ext>
              </a:extLst>
            </p:cNvPr>
            <p:cNvSpPr/>
            <p:nvPr/>
          </p:nvSpPr>
          <p:spPr>
            <a:xfrm>
              <a:off x="800100" y="7648575"/>
              <a:ext cx="262890" cy="262890"/>
            </a:xfrm>
            <a:prstGeom prst="ellipse">
              <a:avLst/>
            </a:prstGeom>
            <a:noFill/>
            <a:ln w="2286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summary_icon_part_2">
              <a:extLst>
                <a:ext uri="{FF2B5EF4-FFF2-40B4-BE49-F238E27FC236}">
                  <a16:creationId xmlns:a16="http://schemas.microsoft.com/office/drawing/2014/main" id="{FC4A6862-8468-2327-BF81-269C64F217EA}"/>
                </a:ext>
              </a:extLst>
            </p:cNvPr>
            <p:cNvSpPr/>
            <p:nvPr/>
          </p:nvSpPr>
          <p:spPr>
            <a:xfrm>
              <a:off x="868680" y="7717155"/>
              <a:ext cx="125730" cy="125731"/>
            </a:xfrm>
            <a:prstGeom prst="ellipse">
              <a:avLst/>
            </a:prstGeom>
            <a:noFill/>
            <a:ln w="2286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summary_icon_part_3">
              <a:extLst>
                <a:ext uri="{FF2B5EF4-FFF2-40B4-BE49-F238E27FC236}">
                  <a16:creationId xmlns:a16="http://schemas.microsoft.com/office/drawing/2014/main" id="{930BEBCF-BBC0-BEE8-1A03-605E3CBAF08C}"/>
                </a:ext>
              </a:extLst>
            </p:cNvPr>
            <p:cNvCxnSpPr/>
            <p:nvPr/>
          </p:nvCxnSpPr>
          <p:spPr>
            <a:xfrm flipV="1">
              <a:off x="937260" y="7557135"/>
              <a:ext cx="245745" cy="228600"/>
            </a:xfrm>
            <a:prstGeom prst="line">
              <a:avLst/>
            </a:prstGeom>
            <a:ln w="40005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summary_icon_part_4">
              <a:extLst>
                <a:ext uri="{FF2B5EF4-FFF2-40B4-BE49-F238E27FC236}">
                  <a16:creationId xmlns:a16="http://schemas.microsoft.com/office/drawing/2014/main" id="{A3472EFC-F1EE-6C74-BAFD-65D273A1A9D2}"/>
                </a:ext>
              </a:extLst>
            </p:cNvPr>
            <p:cNvSpPr/>
            <p:nvPr/>
          </p:nvSpPr>
          <p:spPr>
            <a:xfrm>
              <a:off x="1131570" y="7534275"/>
              <a:ext cx="97156" cy="80011"/>
            </a:xfrm>
            <a:custGeom>
              <a:avLst/>
              <a:gdLst/>
              <a:ahLst/>
              <a:cxnLst/>
              <a:rect l="0" t="0" r="0" b="0"/>
              <a:pathLst>
                <a:path w="97156" h="80011">
                  <a:moveTo>
                    <a:pt x="0" y="0"/>
                  </a:moveTo>
                  <a:lnTo>
                    <a:pt x="11430" y="80010"/>
                  </a:lnTo>
                  <a:lnTo>
                    <a:pt x="97155" y="80010"/>
                  </a:lnTo>
                  <a:lnTo>
                    <a:pt x="62865" y="17145"/>
                  </a:lnTo>
                  <a:close/>
                </a:path>
              </a:pathLst>
            </a:cu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6" name="header_rule">
            <a:extLst>
              <a:ext uri="{FF2B5EF4-FFF2-40B4-BE49-F238E27FC236}">
                <a16:creationId xmlns:a16="http://schemas.microsoft.com/office/drawing/2014/main" id="{DB1FF231-47F7-D643-1818-A7BBA46CFB69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header_accent">
            <a:extLst>
              <a:ext uri="{FF2B5EF4-FFF2-40B4-BE49-F238E27FC236}">
                <a16:creationId xmlns:a16="http://schemas.microsoft.com/office/drawing/2014/main" id="{E9881DBA-1A1C-BEC6-0705-C56289C9FD76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footer_rule">
            <a:extLst>
              <a:ext uri="{FF2B5EF4-FFF2-40B4-BE49-F238E27FC236}">
                <a16:creationId xmlns:a16="http://schemas.microsoft.com/office/drawing/2014/main" id="{BD3E540E-1BB7-69AA-4F36-57328E50793D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task_split_1">
            <a:extLst>
              <a:ext uri="{FF2B5EF4-FFF2-40B4-BE49-F238E27FC236}">
                <a16:creationId xmlns:a16="http://schemas.microsoft.com/office/drawing/2014/main" id="{C54696D6-5E6F-8E3B-E64A-FA35F786BEAB}"/>
              </a:ext>
            </a:extLst>
          </p:cNvPr>
          <p:cNvCxnSpPr/>
          <p:nvPr/>
        </p:nvCxnSpPr>
        <p:spPr>
          <a:xfrm>
            <a:off x="2952750" y="4667250"/>
            <a:ext cx="523875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task_split_2">
            <a:extLst>
              <a:ext uri="{FF2B5EF4-FFF2-40B4-BE49-F238E27FC236}">
                <a16:creationId xmlns:a16="http://schemas.microsoft.com/office/drawing/2014/main" id="{77997A80-2936-6BEF-465C-C30F1A91103B}"/>
              </a:ext>
            </a:extLst>
          </p:cNvPr>
          <p:cNvCxnSpPr/>
          <p:nvPr/>
        </p:nvCxnSpPr>
        <p:spPr>
          <a:xfrm flipV="1">
            <a:off x="3476625" y="2762250"/>
            <a:ext cx="0" cy="190500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task_split_3">
            <a:extLst>
              <a:ext uri="{FF2B5EF4-FFF2-40B4-BE49-F238E27FC236}">
                <a16:creationId xmlns:a16="http://schemas.microsoft.com/office/drawing/2014/main" id="{05FE77DF-5CF2-537E-0770-7646E26E842A}"/>
              </a:ext>
            </a:extLst>
          </p:cNvPr>
          <p:cNvCxnSpPr/>
          <p:nvPr/>
        </p:nvCxnSpPr>
        <p:spPr>
          <a:xfrm>
            <a:off x="3476625" y="2762250"/>
            <a:ext cx="66675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task_split2_1">
            <a:extLst>
              <a:ext uri="{FF2B5EF4-FFF2-40B4-BE49-F238E27FC236}">
                <a16:creationId xmlns:a16="http://schemas.microsoft.com/office/drawing/2014/main" id="{D4CD033A-115C-C782-17DF-8FE0C65338BC}"/>
              </a:ext>
            </a:extLst>
          </p:cNvPr>
          <p:cNvCxnSpPr/>
          <p:nvPr/>
        </p:nvCxnSpPr>
        <p:spPr>
          <a:xfrm>
            <a:off x="3476625" y="4667250"/>
            <a:ext cx="0" cy="55245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task_split2_2">
            <a:extLst>
              <a:ext uri="{FF2B5EF4-FFF2-40B4-BE49-F238E27FC236}">
                <a16:creationId xmlns:a16="http://schemas.microsoft.com/office/drawing/2014/main" id="{55451758-DD32-B2AC-94E6-4FB32693D6D7}"/>
              </a:ext>
            </a:extLst>
          </p:cNvPr>
          <p:cNvCxnSpPr/>
          <p:nvPr/>
        </p:nvCxnSpPr>
        <p:spPr>
          <a:xfrm>
            <a:off x="3476625" y="5219700"/>
            <a:ext cx="66675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question_divider">
            <a:extLst>
              <a:ext uri="{FF2B5EF4-FFF2-40B4-BE49-F238E27FC236}">
                <a16:creationId xmlns:a16="http://schemas.microsoft.com/office/drawing/2014/main" id="{2E7C42CC-18D1-9A2B-19A3-0BC690278160}"/>
              </a:ext>
            </a:extLst>
          </p:cNvPr>
          <p:cNvCxnSpPr/>
          <p:nvPr/>
        </p:nvCxnSpPr>
        <p:spPr>
          <a:xfrm>
            <a:off x="6638925" y="2085975"/>
            <a:ext cx="0" cy="4581525"/>
          </a:xfrm>
          <a:prstGeom prst="line">
            <a:avLst/>
          </a:prstGeom>
          <a:ln w="14288">
            <a:solidFill>
              <a:srgbClr val="BDD3E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q_sep_0">
            <a:extLst>
              <a:ext uri="{FF2B5EF4-FFF2-40B4-BE49-F238E27FC236}">
                <a16:creationId xmlns:a16="http://schemas.microsoft.com/office/drawing/2014/main" id="{B386D542-4579-8B6F-04C1-C77B93244BF0}"/>
              </a:ext>
            </a:extLst>
          </p:cNvPr>
          <p:cNvCxnSpPr/>
          <p:nvPr/>
        </p:nvCxnSpPr>
        <p:spPr>
          <a:xfrm>
            <a:off x="8620125" y="2495550"/>
            <a:ext cx="0" cy="657225"/>
          </a:xfrm>
          <a:prstGeom prst="line">
            <a:avLst/>
          </a:prstGeom>
          <a:ln w="952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q_sep_1">
            <a:extLst>
              <a:ext uri="{FF2B5EF4-FFF2-40B4-BE49-F238E27FC236}">
                <a16:creationId xmlns:a16="http://schemas.microsoft.com/office/drawing/2014/main" id="{1C618D3A-8148-3F06-9C36-CA74F24554AD}"/>
              </a:ext>
            </a:extLst>
          </p:cNvPr>
          <p:cNvCxnSpPr/>
          <p:nvPr/>
        </p:nvCxnSpPr>
        <p:spPr>
          <a:xfrm>
            <a:off x="8620125" y="4191000"/>
            <a:ext cx="0" cy="657225"/>
          </a:xfrm>
          <a:prstGeom prst="line">
            <a:avLst/>
          </a:prstGeom>
          <a:ln w="952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q_sep_2">
            <a:extLst>
              <a:ext uri="{FF2B5EF4-FFF2-40B4-BE49-F238E27FC236}">
                <a16:creationId xmlns:a16="http://schemas.microsoft.com/office/drawing/2014/main" id="{D63737C7-3C38-E545-5392-AD6475BF3E42}"/>
              </a:ext>
            </a:extLst>
          </p:cNvPr>
          <p:cNvCxnSpPr/>
          <p:nvPr/>
        </p:nvCxnSpPr>
        <p:spPr>
          <a:xfrm>
            <a:off x="8620125" y="5886450"/>
            <a:ext cx="0" cy="657225"/>
          </a:xfrm>
          <a:prstGeom prst="line">
            <a:avLst/>
          </a:prstGeom>
          <a:ln w="952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ummary_divider">
            <a:extLst>
              <a:ext uri="{FF2B5EF4-FFF2-40B4-BE49-F238E27FC236}">
                <a16:creationId xmlns:a16="http://schemas.microsoft.com/office/drawing/2014/main" id="{88AF5FA0-4703-1B38-EF43-CB780CEBF308}"/>
              </a:ext>
            </a:extLst>
          </p:cNvPr>
          <p:cNvCxnSpPr/>
          <p:nvPr/>
        </p:nvCxnSpPr>
        <p:spPr>
          <a:xfrm>
            <a:off x="1971675" y="7524750"/>
            <a:ext cx="0" cy="533400"/>
          </a:xfrm>
          <a:prstGeom prst="line">
            <a:avLst/>
          </a:prstGeom>
          <a:ln w="14288">
            <a:solidFill>
              <a:srgbClr val="73B5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_title">
            <a:extLst>
              <a:ext uri="{FF2B5EF4-FFF2-40B4-BE49-F238E27FC236}">
                <a16:creationId xmlns:a16="http://schemas.microsoft.com/office/drawing/2014/main" id="{9BA48E75-314A-4425-A58A-164B72B32B42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研究问题与总体目标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footer_text">
            <a:extLst>
              <a:ext uri="{FF2B5EF4-FFF2-40B4-BE49-F238E27FC236}">
                <a16:creationId xmlns:a16="http://schemas.microsoft.com/office/drawing/2014/main" id="{47274D1F-5E6E-41E6-80E7-FF87C5D50B3A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" name="page_number">
            <a:extLst>
              <a:ext uri="{FF2B5EF4-FFF2-40B4-BE49-F238E27FC236}">
                <a16:creationId xmlns:a16="http://schemas.microsoft.com/office/drawing/2014/main" id="{FE4EB32D-E451-4947-97CC-BF5925733D79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61" name="module_fundus_label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F862A38-8D60-13C4-A0ED-876185E62EB8}"/>
              </a:ext>
            </a:extLst>
          </p:cNvPr>
          <p:cNvGrpSpPr/>
          <p:nvPr/>
        </p:nvGrpSpPr>
        <p:grpSpPr>
          <a:xfrm>
            <a:off x="428625" y="5524500"/>
            <a:ext cx="2524125" cy="523875"/>
            <a:chOff x="428625" y="5524500"/>
            <a:chExt cx="2524125" cy="523875"/>
          </a:xfrm>
        </p:grpSpPr>
        <p:sp>
          <p:nvSpPr>
            <p:cNvPr id="6" name="fundus_label_bg">
              <a:extLst>
                <a:ext uri="{FF2B5EF4-FFF2-40B4-BE49-F238E27FC236}">
                  <a16:creationId xmlns:a16="http://schemas.microsoft.com/office/drawing/2014/main" id="{5F9A8059-8756-4339-A791-CECC8B7F7CB8}"/>
                </a:ext>
              </a:extLst>
            </p:cNvPr>
            <p:cNvSpPr>
              <a:spLocks/>
            </p:cNvSpPr>
            <p:nvPr/>
          </p:nvSpPr>
          <p:spPr>
            <a:xfrm>
              <a:off x="428625" y="5524500"/>
              <a:ext cx="2524125" cy="523875"/>
            </a:xfrm>
            <a:prstGeom prst="roundRect">
              <a:avLst>
                <a:gd name="adj" fmla="val 21818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7" name="fundus_label_text">
              <a:extLst>
                <a:ext uri="{FF2B5EF4-FFF2-40B4-BE49-F238E27FC236}">
                  <a16:creationId xmlns:a16="http://schemas.microsoft.com/office/drawing/2014/main" id="{8E47DC79-B28A-4528-B1E4-481841B9388B}"/>
                </a:ext>
              </a:extLst>
            </p:cNvPr>
            <p:cNvSpPr>
              <a:spLocks/>
            </p:cNvSpPr>
            <p:nvPr/>
          </p:nvSpPr>
          <p:spPr>
            <a:xfrm>
              <a:off x="523875" y="5562600"/>
              <a:ext cx="2333625" cy="4476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眼底影像</a:t>
              </a:r>
              <a:endParaRPr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2" name="module_dr_label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E9C9AB1-1406-1885-0F41-E253B847D3B3}"/>
              </a:ext>
            </a:extLst>
          </p:cNvPr>
          <p:cNvGrpSpPr/>
          <p:nvPr/>
        </p:nvGrpSpPr>
        <p:grpSpPr>
          <a:xfrm>
            <a:off x="4143375" y="3248025"/>
            <a:ext cx="2000250" cy="609600"/>
            <a:chOff x="4143375" y="3248025"/>
            <a:chExt cx="2000250" cy="609600"/>
          </a:xfrm>
        </p:grpSpPr>
        <p:sp>
          <p:nvSpPr>
            <p:cNvPr id="9" name="dr_label_bg">
              <a:extLst>
                <a:ext uri="{FF2B5EF4-FFF2-40B4-BE49-F238E27FC236}">
                  <a16:creationId xmlns:a16="http://schemas.microsoft.com/office/drawing/2014/main" id="{F3A8A201-F091-4467-B16B-DE5F456B341C}"/>
                </a:ext>
              </a:extLst>
            </p:cNvPr>
            <p:cNvSpPr>
              <a:spLocks/>
            </p:cNvSpPr>
            <p:nvPr/>
          </p:nvSpPr>
          <p:spPr>
            <a:xfrm>
              <a:off x="4143375" y="3248025"/>
              <a:ext cx="2000250" cy="609600"/>
            </a:xfrm>
            <a:prstGeom prst="roundRect">
              <a:avLst>
                <a:gd name="adj" fmla="val 18750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0" name="dr_label_text">
              <a:extLst>
                <a:ext uri="{FF2B5EF4-FFF2-40B4-BE49-F238E27FC236}">
                  <a16:creationId xmlns:a16="http://schemas.microsoft.com/office/drawing/2014/main" id="{DB4F2F75-10A0-49F0-AE0C-1E204367F436}"/>
                </a:ext>
              </a:extLst>
            </p:cNvPr>
            <p:cNvSpPr>
              <a:spLocks/>
            </p:cNvSpPr>
            <p:nvPr/>
          </p:nvSpPr>
          <p:spPr>
            <a:xfrm>
              <a:off x="4238625" y="3286125"/>
              <a:ext cx="1809750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r>
                <a:rPr lang="zh-CN" alt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识别</a:t>
              </a:r>
              <a:endParaRPr sz="2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3" name="module_dkd_label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9E11183-405F-7FE6-FC53-06318D04A6EF}"/>
              </a:ext>
            </a:extLst>
          </p:cNvPr>
          <p:cNvGrpSpPr/>
          <p:nvPr/>
        </p:nvGrpSpPr>
        <p:grpSpPr>
          <a:xfrm>
            <a:off x="4143375" y="5505450"/>
            <a:ext cx="2000250" cy="609600"/>
            <a:chOff x="4143375" y="5505450"/>
            <a:chExt cx="2000250" cy="609600"/>
          </a:xfrm>
        </p:grpSpPr>
        <p:sp>
          <p:nvSpPr>
            <p:cNvPr id="12" name="dkd_label_bg">
              <a:extLst>
                <a:ext uri="{FF2B5EF4-FFF2-40B4-BE49-F238E27FC236}">
                  <a16:creationId xmlns:a16="http://schemas.microsoft.com/office/drawing/2014/main" id="{DAEE6D47-EA7A-4EBA-9F62-86EFCB4B48EB}"/>
                </a:ext>
              </a:extLst>
            </p:cNvPr>
            <p:cNvSpPr>
              <a:spLocks/>
            </p:cNvSpPr>
            <p:nvPr/>
          </p:nvSpPr>
          <p:spPr>
            <a:xfrm>
              <a:off x="4143375" y="5505450"/>
              <a:ext cx="2000250" cy="609600"/>
            </a:xfrm>
            <a:prstGeom prst="roundRect">
              <a:avLst>
                <a:gd name="adj" fmla="val 18750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3" name="dkd_label_text">
              <a:extLst>
                <a:ext uri="{FF2B5EF4-FFF2-40B4-BE49-F238E27FC236}">
                  <a16:creationId xmlns:a16="http://schemas.microsoft.com/office/drawing/2014/main" id="{48B6FAC8-1BB8-46DD-9CA3-B74C706D3EFA}"/>
                </a:ext>
              </a:extLst>
            </p:cNvPr>
            <p:cNvSpPr>
              <a:spLocks/>
            </p:cNvSpPr>
            <p:nvPr/>
          </p:nvSpPr>
          <p:spPr>
            <a:xfrm>
              <a:off x="4238625" y="5543550"/>
              <a:ext cx="1809750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r>
                <a:rPr lang="zh-CN" alt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筛查</a:t>
              </a:r>
              <a:endParaRPr sz="2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14" name="text_0">
            <a:extLst>
              <a:ext uri="{FF2B5EF4-FFF2-40B4-BE49-F238E27FC236}">
                <a16:creationId xmlns:a16="http://schemas.microsoft.com/office/drawing/2014/main" id="{2B92F359-AC84-4966-A737-498EED7D110D}"/>
              </a:ext>
            </a:extLst>
          </p:cNvPr>
          <p:cNvSpPr>
            <a:spLocks/>
          </p:cNvSpPr>
          <p:nvPr/>
        </p:nvSpPr>
        <p:spPr>
          <a:xfrm>
            <a:off x="695325" y="6496050"/>
            <a:ext cx="5524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：糖尿病视网膜病变</a:t>
            </a:r>
          </a:p>
          <a:p>
            <a:pPr>
              <a:defRPr sz="21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r>
              <a:rPr lang="zh-CN" altLang="en-US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：糖尿病肾脏病</a:t>
            </a:r>
            <a:endParaRPr sz="21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q_num_0">
            <a:extLst>
              <a:ext uri="{FF2B5EF4-FFF2-40B4-BE49-F238E27FC236}">
                <a16:creationId xmlns:a16="http://schemas.microsoft.com/office/drawing/2014/main" id="{8D491828-70F8-4056-A158-291B6E1C6533}"/>
              </a:ext>
            </a:extLst>
          </p:cNvPr>
          <p:cNvSpPr>
            <a:spLocks/>
          </p:cNvSpPr>
          <p:nvPr/>
        </p:nvSpPr>
        <p:spPr>
          <a:xfrm>
            <a:off x="7429500" y="2438400"/>
            <a:ext cx="857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  <a:endParaRPr sz="4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8" name="q_text_0">
            <a:extLst>
              <a:ext uri="{FF2B5EF4-FFF2-40B4-BE49-F238E27FC236}">
                <a16:creationId xmlns:a16="http://schemas.microsoft.com/office/drawing/2014/main" id="{645E0CF5-E644-48BF-94DA-1CCE8788F178}"/>
              </a:ext>
            </a:extLst>
          </p:cNvPr>
          <p:cNvSpPr>
            <a:spLocks/>
          </p:cNvSpPr>
          <p:nvPr/>
        </p:nvSpPr>
        <p:spPr>
          <a:xfrm>
            <a:off x="8991600" y="2495550"/>
            <a:ext cx="6286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6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共享眼底特征能否完成</a:t>
            </a:r>
            <a:r>
              <a:rPr lang="zh-CN" altLang="en-US" sz="26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</a:t>
            </a:r>
            <a:r>
              <a:rPr lang="zh-CN" altLang="en-US" sz="26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？</a:t>
            </a:r>
            <a:endParaRPr sz="26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q_num_1">
            <a:extLst>
              <a:ext uri="{FF2B5EF4-FFF2-40B4-BE49-F238E27FC236}">
                <a16:creationId xmlns:a16="http://schemas.microsoft.com/office/drawing/2014/main" id="{6F72CA95-6C4E-4E84-AB24-7866FFE03604}"/>
              </a:ext>
            </a:extLst>
          </p:cNvPr>
          <p:cNvSpPr>
            <a:spLocks/>
          </p:cNvSpPr>
          <p:nvPr/>
        </p:nvSpPr>
        <p:spPr>
          <a:xfrm>
            <a:off x="7429500" y="4133850"/>
            <a:ext cx="857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</a:t>
            </a:r>
            <a:endParaRPr sz="4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q_text_1">
            <a:extLst>
              <a:ext uri="{FF2B5EF4-FFF2-40B4-BE49-F238E27FC236}">
                <a16:creationId xmlns:a16="http://schemas.microsoft.com/office/drawing/2014/main" id="{F2C086D6-1E77-4D79-9BB3-22C5C0646A56}"/>
              </a:ext>
            </a:extLst>
          </p:cNvPr>
          <p:cNvSpPr>
            <a:spLocks/>
          </p:cNvSpPr>
          <p:nvPr/>
        </p:nvSpPr>
        <p:spPr>
          <a:xfrm>
            <a:off x="8991600" y="4191000"/>
            <a:ext cx="6286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6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定量指标与模型输出有哪些</a:t>
            </a:r>
            <a:r>
              <a:rPr lang="zh-CN" altLang="en-US" sz="26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关联</a:t>
            </a:r>
            <a:r>
              <a:rPr lang="zh-CN" altLang="en-US" sz="26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？</a:t>
            </a:r>
            <a:endParaRPr sz="26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5" name="q_num_2">
            <a:extLst>
              <a:ext uri="{FF2B5EF4-FFF2-40B4-BE49-F238E27FC236}">
                <a16:creationId xmlns:a16="http://schemas.microsoft.com/office/drawing/2014/main" id="{2AEFA321-2324-4015-8795-21907CD2D818}"/>
              </a:ext>
            </a:extLst>
          </p:cNvPr>
          <p:cNvSpPr>
            <a:spLocks/>
          </p:cNvSpPr>
          <p:nvPr/>
        </p:nvSpPr>
        <p:spPr>
          <a:xfrm>
            <a:off x="7429500" y="5829300"/>
            <a:ext cx="857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3</a:t>
            </a:r>
            <a:endParaRPr sz="4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6" name="q_text_2">
            <a:extLst>
              <a:ext uri="{FF2B5EF4-FFF2-40B4-BE49-F238E27FC236}">
                <a16:creationId xmlns:a16="http://schemas.microsoft.com/office/drawing/2014/main" id="{6260B172-287C-442D-9EA2-7FB7B3EBEE61}"/>
              </a:ext>
            </a:extLst>
          </p:cNvPr>
          <p:cNvSpPr>
            <a:spLocks/>
          </p:cNvSpPr>
          <p:nvPr/>
        </p:nvSpPr>
        <p:spPr>
          <a:xfrm>
            <a:off x="8991600" y="5886450"/>
            <a:ext cx="6286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6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定量与临床资料能否</a:t>
            </a:r>
            <a:r>
              <a:rPr lang="zh-CN" altLang="en-US" sz="26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补充</a:t>
            </a:r>
            <a:r>
              <a:rPr lang="zh-CN" altLang="en-US" sz="26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影像特征？</a:t>
            </a:r>
            <a:endParaRPr sz="26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8" name="summary_text">
            <a:extLst>
              <a:ext uri="{FF2B5EF4-FFF2-40B4-BE49-F238E27FC236}">
                <a16:creationId xmlns:a16="http://schemas.microsoft.com/office/drawing/2014/main" id="{C701CA63-27C7-48E7-8579-66C83E322431}"/>
              </a:ext>
            </a:extLst>
          </p:cNvPr>
          <p:cNvSpPr>
            <a:spLocks/>
          </p:cNvSpPr>
          <p:nvPr/>
        </p:nvSpPr>
        <p:spPr>
          <a:xfrm>
            <a:off x="2333625" y="7467600"/>
            <a:ext cx="12858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围绕双筛性能、临床可核查性与融合增量价值开展研究</a:t>
            </a:r>
            <a:endParaRPr sz="27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24719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mmary_bg">
            <a:extLst>
              <a:ext uri="{FF2B5EF4-FFF2-40B4-BE49-F238E27FC236}">
                <a16:creationId xmlns:a16="http://schemas.microsoft.com/office/drawing/2014/main" id="{5BFE5031-D4C9-49CC-83CA-E8D24ED9396B}"/>
              </a:ext>
            </a:extLst>
          </p:cNvPr>
          <p:cNvSpPr>
            <a:spLocks/>
          </p:cNvSpPr>
          <p:nvPr/>
        </p:nvSpPr>
        <p:spPr>
          <a:xfrm>
            <a:off x="428625" y="7143750"/>
            <a:ext cx="15049500" cy="914400"/>
          </a:xfrm>
          <a:prstGeom prst="roundRect">
            <a:avLst>
              <a:gd name="adj" fmla="val 1250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72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sp>
        <p:nvSpPr>
          <p:cNvPr id="36" name="related_corner">
            <a:extLst>
              <a:ext uri="{FF2B5EF4-FFF2-40B4-BE49-F238E27FC236}">
                <a16:creationId xmlns:a16="http://schemas.microsoft.com/office/drawing/2014/main" id="{8CBD16D7-5A7A-1396-EF97-EC531AC01184}"/>
              </a:ext>
            </a:extLst>
          </p:cNvPr>
          <p:cNvSpPr/>
          <p:nvPr/>
        </p:nvSpPr>
        <p:spPr>
          <a:xfrm>
            <a:off x="428625" y="7143750"/>
            <a:ext cx="2476501" cy="914401"/>
          </a:xfrm>
          <a:custGeom>
            <a:avLst/>
            <a:gdLst/>
            <a:ahLst/>
            <a:cxnLst/>
            <a:rect l="0" t="0" r="0" b="0"/>
            <a:pathLst>
              <a:path w="2476501" h="914401">
                <a:moveTo>
                  <a:pt x="0" y="0"/>
                </a:moveTo>
                <a:lnTo>
                  <a:pt x="2143125" y="0"/>
                </a:lnTo>
                <a:lnTo>
                  <a:pt x="2476500" y="457200"/>
                </a:lnTo>
                <a:lnTo>
                  <a:pt x="2143125" y="914400"/>
                </a:lnTo>
                <a:lnTo>
                  <a:pt x="0" y="914400"/>
                </a:lnTo>
                <a:close/>
              </a:path>
            </a:pathLst>
          </a:custGeom>
          <a:gradFill flip="none" rotWithShape="1">
            <a:gsLst>
              <a:gs pos="0">
                <a:srgbClr val="027EE8"/>
              </a:gs>
              <a:gs pos="100000">
                <a:srgbClr val="0463BF"/>
              </a:gs>
            </a:gsLst>
            <a:lin ang="540000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header_rule">
            <a:extLst>
              <a:ext uri="{FF2B5EF4-FFF2-40B4-BE49-F238E27FC236}">
                <a16:creationId xmlns:a16="http://schemas.microsoft.com/office/drawing/2014/main" id="{EE89D9F2-FFEB-9617-0D31-79ABE676D909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header_accent">
            <a:extLst>
              <a:ext uri="{FF2B5EF4-FFF2-40B4-BE49-F238E27FC236}">
                <a16:creationId xmlns:a16="http://schemas.microsoft.com/office/drawing/2014/main" id="{47DB2B93-7A3D-B82D-9C21-EDDDD537B6C7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footer_rule">
            <a:extLst>
              <a:ext uri="{FF2B5EF4-FFF2-40B4-BE49-F238E27FC236}">
                <a16:creationId xmlns:a16="http://schemas.microsoft.com/office/drawing/2014/main" id="{91A7C2CC-58AB-CE4F-E7C4-E2C500C65996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lide_title">
            <a:extLst>
              <a:ext uri="{FF2B5EF4-FFF2-40B4-BE49-F238E27FC236}">
                <a16:creationId xmlns:a16="http://schemas.microsoft.com/office/drawing/2014/main" id="{EE531482-7AC2-405A-BFCC-E0ECAA6E718C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相关工作与本课题切入点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6D17799E-A1FB-43D6-BF04-647FA99649BE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F4E90F33-8186-40E8-85DE-2AAB332872F9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41" name="module_related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74948E9-48C9-3A5D-D20B-021878BAF4F1}"/>
              </a:ext>
            </a:extLst>
          </p:cNvPr>
          <p:cNvGrpSpPr/>
          <p:nvPr/>
        </p:nvGrpSpPr>
        <p:grpSpPr>
          <a:xfrm>
            <a:off x="542925" y="2190750"/>
            <a:ext cx="4572000" cy="942975"/>
            <a:chOff x="542925" y="2190750"/>
            <a:chExt cx="4572000" cy="942975"/>
          </a:xfrm>
        </p:grpSpPr>
        <p:sp>
          <p:nvSpPr>
            <p:cNvPr id="4" name="related_0_0_bg">
              <a:extLst>
                <a:ext uri="{FF2B5EF4-FFF2-40B4-BE49-F238E27FC236}">
                  <a16:creationId xmlns:a16="http://schemas.microsoft.com/office/drawing/2014/main" id="{B34076B1-F317-4DFE-B274-E2B46B55D9F5}"/>
                </a:ext>
              </a:extLst>
            </p:cNvPr>
            <p:cNvSpPr>
              <a:spLocks/>
            </p:cNvSpPr>
            <p:nvPr/>
          </p:nvSpPr>
          <p:spPr>
            <a:xfrm>
              <a:off x="542925" y="2190750"/>
              <a:ext cx="4572000" cy="942975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5" name="related_0_0_text">
              <a:extLst>
                <a:ext uri="{FF2B5EF4-FFF2-40B4-BE49-F238E27FC236}">
                  <a16:creationId xmlns:a16="http://schemas.microsoft.com/office/drawing/2014/main" id="{076DD9E1-8CAA-4454-86FE-BF5858C7B5AF}"/>
                </a:ext>
              </a:extLst>
            </p:cNvPr>
            <p:cNvSpPr>
              <a:spLocks/>
            </p:cNvSpPr>
            <p:nvPr/>
          </p:nvSpPr>
          <p:spPr>
            <a:xfrm>
              <a:off x="628650" y="2257425"/>
              <a:ext cx="440055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相关工作</a:t>
              </a:r>
              <a:endParaRPr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2" name="module_related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9A8216D-4D6D-E107-3642-724AFA4495A2}"/>
              </a:ext>
            </a:extLst>
          </p:cNvPr>
          <p:cNvGrpSpPr/>
          <p:nvPr/>
        </p:nvGrpSpPr>
        <p:grpSpPr>
          <a:xfrm>
            <a:off x="5114925" y="2190750"/>
            <a:ext cx="5429250" cy="942975"/>
            <a:chOff x="5114925" y="2190750"/>
            <a:chExt cx="5429250" cy="942975"/>
          </a:xfrm>
        </p:grpSpPr>
        <p:sp>
          <p:nvSpPr>
            <p:cNvPr id="6" name="related_0_1_bg">
              <a:extLst>
                <a:ext uri="{FF2B5EF4-FFF2-40B4-BE49-F238E27FC236}">
                  <a16:creationId xmlns:a16="http://schemas.microsoft.com/office/drawing/2014/main" id="{8BA5ADC0-020A-4662-B76D-82C98CAC3F8B}"/>
                </a:ext>
              </a:extLst>
            </p:cNvPr>
            <p:cNvSpPr>
              <a:spLocks/>
            </p:cNvSpPr>
            <p:nvPr/>
          </p:nvSpPr>
          <p:spPr>
            <a:xfrm>
              <a:off x="5114925" y="2190750"/>
              <a:ext cx="5429250" cy="942975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7" name="related_0_1_text">
              <a:extLst>
                <a:ext uri="{FF2B5EF4-FFF2-40B4-BE49-F238E27FC236}">
                  <a16:creationId xmlns:a16="http://schemas.microsoft.com/office/drawing/2014/main" id="{926559BF-FFD7-462B-9871-86EE6EA53B11}"/>
                </a:ext>
              </a:extLst>
            </p:cNvPr>
            <p:cNvSpPr>
              <a:spLocks/>
            </p:cNvSpPr>
            <p:nvPr/>
          </p:nvSpPr>
          <p:spPr>
            <a:xfrm>
              <a:off x="5200650" y="2257425"/>
              <a:ext cx="52578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文档所述方法</a:t>
              </a:r>
              <a:endParaRPr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3" name="module_related_0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D2C0F04-02CB-DE22-97EE-8398C454398E}"/>
              </a:ext>
            </a:extLst>
          </p:cNvPr>
          <p:cNvGrpSpPr/>
          <p:nvPr/>
        </p:nvGrpSpPr>
        <p:grpSpPr>
          <a:xfrm>
            <a:off x="10544175" y="2190750"/>
            <a:ext cx="5286375" cy="942975"/>
            <a:chOff x="10544175" y="2190750"/>
            <a:chExt cx="5286375" cy="942975"/>
          </a:xfrm>
        </p:grpSpPr>
        <p:sp>
          <p:nvSpPr>
            <p:cNvPr id="8" name="related_0_2_bg">
              <a:extLst>
                <a:ext uri="{FF2B5EF4-FFF2-40B4-BE49-F238E27FC236}">
                  <a16:creationId xmlns:a16="http://schemas.microsoft.com/office/drawing/2014/main" id="{BE69053A-CC73-4CE1-8F5E-9CED149B0B3F}"/>
                </a:ext>
              </a:extLst>
            </p:cNvPr>
            <p:cNvSpPr>
              <a:spLocks/>
            </p:cNvSpPr>
            <p:nvPr/>
          </p:nvSpPr>
          <p:spPr>
            <a:xfrm>
              <a:off x="10544175" y="2190750"/>
              <a:ext cx="5286375" cy="942975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9" name="related_0_2_text">
              <a:extLst>
                <a:ext uri="{FF2B5EF4-FFF2-40B4-BE49-F238E27FC236}">
                  <a16:creationId xmlns:a16="http://schemas.microsoft.com/office/drawing/2014/main" id="{A8723883-5858-4A4C-932D-8E962F78D1BB}"/>
                </a:ext>
              </a:extLst>
            </p:cNvPr>
            <p:cNvSpPr>
              <a:spLocks/>
            </p:cNvSpPr>
            <p:nvPr/>
          </p:nvSpPr>
          <p:spPr>
            <a:xfrm>
              <a:off x="10629900" y="2257425"/>
              <a:ext cx="5114925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本课题借鉴</a:t>
              </a:r>
              <a:endParaRPr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4" name="module_related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CB68502-EFB4-8749-FB22-E07116AF4C07}"/>
              </a:ext>
            </a:extLst>
          </p:cNvPr>
          <p:cNvGrpSpPr/>
          <p:nvPr/>
        </p:nvGrpSpPr>
        <p:grpSpPr>
          <a:xfrm>
            <a:off x="542925" y="3133725"/>
            <a:ext cx="4572000" cy="942975"/>
            <a:chOff x="542925" y="3133725"/>
            <a:chExt cx="4572000" cy="942975"/>
          </a:xfrm>
        </p:grpSpPr>
        <p:sp>
          <p:nvSpPr>
            <p:cNvPr id="10" name="related_1_0_bg">
              <a:extLst>
                <a:ext uri="{FF2B5EF4-FFF2-40B4-BE49-F238E27FC236}">
                  <a16:creationId xmlns:a16="http://schemas.microsoft.com/office/drawing/2014/main" id="{4E6407E6-B5E2-4E36-931E-086900A86E7F}"/>
                </a:ext>
              </a:extLst>
            </p:cNvPr>
            <p:cNvSpPr>
              <a:spLocks/>
            </p:cNvSpPr>
            <p:nvPr/>
          </p:nvSpPr>
          <p:spPr>
            <a:xfrm>
              <a:off x="542925" y="3133725"/>
              <a:ext cx="4572000" cy="9429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1" name="related_1_0_text">
              <a:extLst>
                <a:ext uri="{FF2B5EF4-FFF2-40B4-BE49-F238E27FC236}">
                  <a16:creationId xmlns:a16="http://schemas.microsoft.com/office/drawing/2014/main" id="{2553D184-9FFC-4AE8-AB38-9FD3B977D83B}"/>
                </a:ext>
              </a:extLst>
            </p:cNvPr>
            <p:cNvSpPr>
              <a:spLocks/>
            </p:cNvSpPr>
            <p:nvPr/>
          </p:nvSpPr>
          <p:spPr>
            <a:xfrm>
              <a:off x="628650" y="3200400"/>
              <a:ext cx="440055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5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RETFound（2023）</a:t>
              </a:r>
              <a:endParaRPr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5" name="module_related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BE289F2-9280-01EF-F36F-3A03A72E944A}"/>
              </a:ext>
            </a:extLst>
          </p:cNvPr>
          <p:cNvGrpSpPr/>
          <p:nvPr/>
        </p:nvGrpSpPr>
        <p:grpSpPr>
          <a:xfrm>
            <a:off x="5114925" y="3133725"/>
            <a:ext cx="5429250" cy="942975"/>
            <a:chOff x="5114925" y="3133725"/>
            <a:chExt cx="5429250" cy="942975"/>
          </a:xfrm>
        </p:grpSpPr>
        <p:sp>
          <p:nvSpPr>
            <p:cNvPr id="12" name="related_1_1_bg">
              <a:extLst>
                <a:ext uri="{FF2B5EF4-FFF2-40B4-BE49-F238E27FC236}">
                  <a16:creationId xmlns:a16="http://schemas.microsoft.com/office/drawing/2014/main" id="{4E6BFCBA-CD67-4ABD-B1AB-C41A746E62B5}"/>
                </a:ext>
              </a:extLst>
            </p:cNvPr>
            <p:cNvSpPr>
              <a:spLocks/>
            </p:cNvSpPr>
            <p:nvPr/>
          </p:nvSpPr>
          <p:spPr>
            <a:xfrm>
              <a:off x="5114925" y="3133725"/>
              <a:ext cx="5429250" cy="9429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3" name="related_1_1_text">
              <a:extLst>
                <a:ext uri="{FF2B5EF4-FFF2-40B4-BE49-F238E27FC236}">
                  <a16:creationId xmlns:a16="http://schemas.microsoft.com/office/drawing/2014/main" id="{07DFE4DF-DF9A-424A-967C-4245D4E3645D}"/>
                </a:ext>
              </a:extLst>
            </p:cNvPr>
            <p:cNvSpPr>
              <a:spLocks/>
            </p:cNvSpPr>
            <p:nvPr/>
          </p:nvSpPr>
          <p:spPr>
            <a:xfrm>
              <a:off x="5200650" y="3200400"/>
              <a:ext cx="52578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自监督眼底基础模型</a:t>
              </a:r>
              <a:endParaRPr sz="25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6" name="module_related_1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E650684-6804-4674-3A00-62B70701616A}"/>
              </a:ext>
            </a:extLst>
          </p:cNvPr>
          <p:cNvGrpSpPr/>
          <p:nvPr/>
        </p:nvGrpSpPr>
        <p:grpSpPr>
          <a:xfrm>
            <a:off x="10544175" y="3133725"/>
            <a:ext cx="5286375" cy="942975"/>
            <a:chOff x="10544175" y="3133725"/>
            <a:chExt cx="5286375" cy="942975"/>
          </a:xfrm>
        </p:grpSpPr>
        <p:sp>
          <p:nvSpPr>
            <p:cNvPr id="14" name="related_1_2_bg">
              <a:extLst>
                <a:ext uri="{FF2B5EF4-FFF2-40B4-BE49-F238E27FC236}">
                  <a16:creationId xmlns:a16="http://schemas.microsoft.com/office/drawing/2014/main" id="{EDA00CE3-ED36-41D7-92EF-2250F4914683}"/>
                </a:ext>
              </a:extLst>
            </p:cNvPr>
            <p:cNvSpPr>
              <a:spLocks/>
            </p:cNvSpPr>
            <p:nvPr/>
          </p:nvSpPr>
          <p:spPr>
            <a:xfrm>
              <a:off x="10544175" y="3133725"/>
              <a:ext cx="5286375" cy="9429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5" name="related_1_2_text">
              <a:extLst>
                <a:ext uri="{FF2B5EF4-FFF2-40B4-BE49-F238E27FC236}">
                  <a16:creationId xmlns:a16="http://schemas.microsoft.com/office/drawing/2014/main" id="{250430AC-3F02-4F9D-A123-CD5DE1DF7C5A}"/>
                </a:ext>
              </a:extLst>
            </p:cNvPr>
            <p:cNvSpPr>
              <a:spLocks/>
            </p:cNvSpPr>
            <p:nvPr/>
          </p:nvSpPr>
          <p:spPr>
            <a:xfrm>
              <a:off x="10629900" y="3200400"/>
              <a:ext cx="5114925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预训练共享主干</a:t>
              </a:r>
              <a:endParaRPr sz="25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7" name="module_related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F9E4071-6623-FA34-D0EA-D5303832EB2D}"/>
              </a:ext>
            </a:extLst>
          </p:cNvPr>
          <p:cNvGrpSpPr/>
          <p:nvPr/>
        </p:nvGrpSpPr>
        <p:grpSpPr>
          <a:xfrm>
            <a:off x="542925" y="4076700"/>
            <a:ext cx="4572000" cy="942975"/>
            <a:chOff x="542925" y="4076700"/>
            <a:chExt cx="4572000" cy="942975"/>
          </a:xfrm>
        </p:grpSpPr>
        <p:sp>
          <p:nvSpPr>
            <p:cNvPr id="16" name="related_2_0_bg">
              <a:extLst>
                <a:ext uri="{FF2B5EF4-FFF2-40B4-BE49-F238E27FC236}">
                  <a16:creationId xmlns:a16="http://schemas.microsoft.com/office/drawing/2014/main" id="{02F0C7FA-1AB8-4310-B622-F3239245A317}"/>
                </a:ext>
              </a:extLst>
            </p:cNvPr>
            <p:cNvSpPr>
              <a:spLocks/>
            </p:cNvSpPr>
            <p:nvPr/>
          </p:nvSpPr>
          <p:spPr>
            <a:xfrm>
              <a:off x="542925" y="4076700"/>
              <a:ext cx="4572000" cy="9429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17" name="related_2_0_text">
              <a:extLst>
                <a:ext uri="{FF2B5EF4-FFF2-40B4-BE49-F238E27FC236}">
                  <a16:creationId xmlns:a16="http://schemas.microsoft.com/office/drawing/2014/main" id="{B898BD66-DACB-4049-BA0D-A2E863921C50}"/>
                </a:ext>
              </a:extLst>
            </p:cNvPr>
            <p:cNvSpPr>
              <a:spLocks/>
            </p:cNvSpPr>
            <p:nvPr/>
          </p:nvSpPr>
          <p:spPr>
            <a:xfrm>
              <a:off x="628650" y="4143375"/>
              <a:ext cx="440055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5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DeepDKD（2025）</a:t>
              </a:r>
              <a:endParaRPr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8" name="module_related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4F363C4-FCE8-6BCC-F2CC-6460BB678748}"/>
              </a:ext>
            </a:extLst>
          </p:cNvPr>
          <p:cNvGrpSpPr/>
          <p:nvPr/>
        </p:nvGrpSpPr>
        <p:grpSpPr>
          <a:xfrm>
            <a:off x="5114925" y="4076700"/>
            <a:ext cx="5429250" cy="942975"/>
            <a:chOff x="5114925" y="4076700"/>
            <a:chExt cx="5429250" cy="942975"/>
          </a:xfrm>
        </p:grpSpPr>
        <p:sp>
          <p:nvSpPr>
            <p:cNvPr id="18" name="related_2_1_bg">
              <a:extLst>
                <a:ext uri="{FF2B5EF4-FFF2-40B4-BE49-F238E27FC236}">
                  <a16:creationId xmlns:a16="http://schemas.microsoft.com/office/drawing/2014/main" id="{591A3562-953D-4CCD-B881-A1FBBD62607E}"/>
                </a:ext>
              </a:extLst>
            </p:cNvPr>
            <p:cNvSpPr>
              <a:spLocks/>
            </p:cNvSpPr>
            <p:nvPr/>
          </p:nvSpPr>
          <p:spPr>
            <a:xfrm>
              <a:off x="5114925" y="4076700"/>
              <a:ext cx="5429250" cy="9429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19" name="related_2_1_text">
              <a:extLst>
                <a:ext uri="{FF2B5EF4-FFF2-40B4-BE49-F238E27FC236}">
                  <a16:creationId xmlns:a16="http://schemas.microsoft.com/office/drawing/2014/main" id="{C701F667-560A-47C0-B567-47DBF93704AE}"/>
                </a:ext>
              </a:extLst>
            </p:cNvPr>
            <p:cNvSpPr>
              <a:spLocks/>
            </p:cNvSpPr>
            <p:nvPr/>
          </p:nvSpPr>
          <p:spPr>
            <a:xfrm>
              <a:off x="5200650" y="4143375"/>
              <a:ext cx="52578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眼底预训练与</a:t>
              </a:r>
              <a:r>
                <a:rPr lang="en-US" altLang="zh-CN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监督迁移</a:t>
              </a:r>
              <a:endParaRPr sz="25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9" name="module_related_2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DBDAD8F-411D-6F7D-65B3-81262E31A01B}"/>
              </a:ext>
            </a:extLst>
          </p:cNvPr>
          <p:cNvGrpSpPr/>
          <p:nvPr/>
        </p:nvGrpSpPr>
        <p:grpSpPr>
          <a:xfrm>
            <a:off x="10544175" y="4076700"/>
            <a:ext cx="5286375" cy="942975"/>
            <a:chOff x="10544175" y="4076700"/>
            <a:chExt cx="5286375" cy="942975"/>
          </a:xfrm>
        </p:grpSpPr>
        <p:sp>
          <p:nvSpPr>
            <p:cNvPr id="20" name="related_2_2_bg">
              <a:extLst>
                <a:ext uri="{FF2B5EF4-FFF2-40B4-BE49-F238E27FC236}">
                  <a16:creationId xmlns:a16="http://schemas.microsoft.com/office/drawing/2014/main" id="{78EE1CC6-B9F8-4BEB-88C0-F81812D2CBA9}"/>
                </a:ext>
              </a:extLst>
            </p:cNvPr>
            <p:cNvSpPr>
              <a:spLocks/>
            </p:cNvSpPr>
            <p:nvPr/>
          </p:nvSpPr>
          <p:spPr>
            <a:xfrm>
              <a:off x="10544175" y="4076700"/>
              <a:ext cx="5286375" cy="9429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1" name="related_2_2_text">
              <a:extLst>
                <a:ext uri="{FF2B5EF4-FFF2-40B4-BE49-F238E27FC236}">
                  <a16:creationId xmlns:a16="http://schemas.microsoft.com/office/drawing/2014/main" id="{E341AA3F-A4E9-4F2E-B37C-41495E7B864A}"/>
                </a:ext>
              </a:extLst>
            </p:cNvPr>
            <p:cNvSpPr>
              <a:spLocks/>
            </p:cNvSpPr>
            <p:nvPr/>
          </p:nvSpPr>
          <p:spPr>
            <a:xfrm>
              <a:off x="10629900" y="4143375"/>
              <a:ext cx="5114925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可迁移特征训练</a:t>
              </a:r>
              <a:endParaRPr sz="25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0" name="module_related_3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47F8C72-3635-0728-FD68-0E7D6D287A2D}"/>
              </a:ext>
            </a:extLst>
          </p:cNvPr>
          <p:cNvGrpSpPr/>
          <p:nvPr/>
        </p:nvGrpSpPr>
        <p:grpSpPr>
          <a:xfrm>
            <a:off x="542925" y="5019675"/>
            <a:ext cx="4572000" cy="942975"/>
            <a:chOff x="542925" y="5019675"/>
            <a:chExt cx="4572000" cy="942975"/>
          </a:xfrm>
        </p:grpSpPr>
        <p:sp>
          <p:nvSpPr>
            <p:cNvPr id="22" name="related_3_0_bg">
              <a:extLst>
                <a:ext uri="{FF2B5EF4-FFF2-40B4-BE49-F238E27FC236}">
                  <a16:creationId xmlns:a16="http://schemas.microsoft.com/office/drawing/2014/main" id="{2E662407-9C83-47E6-B7DF-3BB0648FE382}"/>
                </a:ext>
              </a:extLst>
            </p:cNvPr>
            <p:cNvSpPr>
              <a:spLocks/>
            </p:cNvSpPr>
            <p:nvPr/>
          </p:nvSpPr>
          <p:spPr>
            <a:xfrm>
              <a:off x="542925" y="5019675"/>
              <a:ext cx="4572000" cy="9429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3" name="related_3_0_text">
              <a:extLst>
                <a:ext uri="{FF2B5EF4-FFF2-40B4-BE49-F238E27FC236}">
                  <a16:creationId xmlns:a16="http://schemas.microsoft.com/office/drawing/2014/main" id="{EFD9BF80-D673-4391-AAA6-55F362781C14}"/>
                </a:ext>
              </a:extLst>
            </p:cNvPr>
            <p:cNvSpPr>
              <a:spLocks/>
            </p:cNvSpPr>
            <p:nvPr/>
          </p:nvSpPr>
          <p:spPr>
            <a:xfrm>
              <a:off x="628650" y="5086350"/>
              <a:ext cx="440055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5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Trans-MUF（2025）</a:t>
              </a:r>
              <a:endParaRPr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1" name="module_related_3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8F173E3-B2C0-5199-924E-EF4478D7BD5C}"/>
              </a:ext>
            </a:extLst>
          </p:cNvPr>
          <p:cNvGrpSpPr/>
          <p:nvPr/>
        </p:nvGrpSpPr>
        <p:grpSpPr>
          <a:xfrm>
            <a:off x="5114925" y="5019675"/>
            <a:ext cx="5429250" cy="942975"/>
            <a:chOff x="5114925" y="5019675"/>
            <a:chExt cx="5429250" cy="942975"/>
          </a:xfrm>
        </p:grpSpPr>
        <p:sp>
          <p:nvSpPr>
            <p:cNvPr id="24" name="related_3_1_bg">
              <a:extLst>
                <a:ext uri="{FF2B5EF4-FFF2-40B4-BE49-F238E27FC236}">
                  <a16:creationId xmlns:a16="http://schemas.microsoft.com/office/drawing/2014/main" id="{39C72607-3D3E-4B63-B199-D9B203101FB4}"/>
                </a:ext>
              </a:extLst>
            </p:cNvPr>
            <p:cNvSpPr>
              <a:spLocks/>
            </p:cNvSpPr>
            <p:nvPr/>
          </p:nvSpPr>
          <p:spPr>
            <a:xfrm>
              <a:off x="5114925" y="5019675"/>
              <a:ext cx="5429250" cy="9429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5" name="related_3_1_text">
              <a:extLst>
                <a:ext uri="{FF2B5EF4-FFF2-40B4-BE49-F238E27FC236}">
                  <a16:creationId xmlns:a16="http://schemas.microsoft.com/office/drawing/2014/main" id="{D289F8D8-3B27-4ADC-AF2A-C21D21BB061C}"/>
                </a:ext>
              </a:extLst>
            </p:cNvPr>
            <p:cNvSpPr>
              <a:spLocks/>
            </p:cNvSpPr>
            <p:nvPr/>
          </p:nvSpPr>
          <p:spPr>
            <a:xfrm>
              <a:off x="5200650" y="5086350"/>
              <a:ext cx="52578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影像、分割与临床信息融合</a:t>
              </a:r>
              <a:endParaRPr sz="25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2" name="module_related_3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7D5286C-F939-6DB0-F6EC-AFD8E558D211}"/>
              </a:ext>
            </a:extLst>
          </p:cNvPr>
          <p:cNvGrpSpPr/>
          <p:nvPr/>
        </p:nvGrpSpPr>
        <p:grpSpPr>
          <a:xfrm>
            <a:off x="10544175" y="5019675"/>
            <a:ext cx="5286375" cy="942975"/>
            <a:chOff x="10544175" y="5019675"/>
            <a:chExt cx="5286375" cy="942975"/>
          </a:xfrm>
        </p:grpSpPr>
        <p:sp>
          <p:nvSpPr>
            <p:cNvPr id="26" name="related_3_2_bg">
              <a:extLst>
                <a:ext uri="{FF2B5EF4-FFF2-40B4-BE49-F238E27FC236}">
                  <a16:creationId xmlns:a16="http://schemas.microsoft.com/office/drawing/2014/main" id="{BAE413BF-E00D-4FEE-BF7D-A38D18B31D06}"/>
                </a:ext>
              </a:extLst>
            </p:cNvPr>
            <p:cNvSpPr>
              <a:spLocks/>
            </p:cNvSpPr>
            <p:nvPr/>
          </p:nvSpPr>
          <p:spPr>
            <a:xfrm>
              <a:off x="10544175" y="5019675"/>
              <a:ext cx="5286375" cy="9429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7" name="related_3_2_text">
              <a:extLst>
                <a:ext uri="{FF2B5EF4-FFF2-40B4-BE49-F238E27FC236}">
                  <a16:creationId xmlns:a16="http://schemas.microsoft.com/office/drawing/2014/main" id="{0E7DDF9B-7A6A-42E1-BBC5-5941AAFDB8E2}"/>
                </a:ext>
              </a:extLst>
            </p:cNvPr>
            <p:cNvSpPr>
              <a:spLocks/>
            </p:cNvSpPr>
            <p:nvPr/>
          </p:nvSpPr>
          <p:spPr>
            <a:xfrm>
              <a:off x="10629900" y="5086350"/>
              <a:ext cx="5114925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多信息联合建模</a:t>
              </a:r>
              <a:endParaRPr sz="25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3" name="module_related_4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A09B105-F496-B59E-3150-7E54FCD529F0}"/>
              </a:ext>
            </a:extLst>
          </p:cNvPr>
          <p:cNvGrpSpPr/>
          <p:nvPr/>
        </p:nvGrpSpPr>
        <p:grpSpPr>
          <a:xfrm>
            <a:off x="542925" y="5962650"/>
            <a:ext cx="4572000" cy="942975"/>
            <a:chOff x="542925" y="5962650"/>
            <a:chExt cx="4572000" cy="942975"/>
          </a:xfrm>
        </p:grpSpPr>
        <p:sp>
          <p:nvSpPr>
            <p:cNvPr id="28" name="related_4_0_bg">
              <a:extLst>
                <a:ext uri="{FF2B5EF4-FFF2-40B4-BE49-F238E27FC236}">
                  <a16:creationId xmlns:a16="http://schemas.microsoft.com/office/drawing/2014/main" id="{74109AB5-1C8F-41E9-B948-2163E8B03B1A}"/>
                </a:ext>
              </a:extLst>
            </p:cNvPr>
            <p:cNvSpPr>
              <a:spLocks/>
            </p:cNvSpPr>
            <p:nvPr/>
          </p:nvSpPr>
          <p:spPr>
            <a:xfrm>
              <a:off x="542925" y="5962650"/>
              <a:ext cx="4572000" cy="9429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9" name="related_4_0_text">
              <a:extLst>
                <a:ext uri="{FF2B5EF4-FFF2-40B4-BE49-F238E27FC236}">
                  <a16:creationId xmlns:a16="http://schemas.microsoft.com/office/drawing/2014/main" id="{B7EE2346-14CE-497E-A162-F6ED6BE9639C}"/>
                </a:ext>
              </a:extLst>
            </p:cNvPr>
            <p:cNvSpPr>
              <a:spLocks/>
            </p:cNvSpPr>
            <p:nvPr/>
          </p:nvSpPr>
          <p:spPr>
            <a:xfrm>
              <a:off x="628650" y="6029325"/>
              <a:ext cx="440055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5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Ma</a:t>
              </a:r>
              <a:r>
                <a:rPr lang="zh-CN" altLang="en-US" sz="25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等（</a:t>
              </a:r>
              <a:r>
                <a:rPr lang="en-US" altLang="zh-CN" sz="25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2026</a:t>
              </a:r>
              <a:r>
                <a:rPr lang="zh-CN" altLang="en-US" sz="25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）</a:t>
              </a:r>
              <a:endParaRPr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4" name="module_related_4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1BA2080-5085-3594-B584-5AAB5A1AAF03}"/>
              </a:ext>
            </a:extLst>
          </p:cNvPr>
          <p:cNvGrpSpPr/>
          <p:nvPr/>
        </p:nvGrpSpPr>
        <p:grpSpPr>
          <a:xfrm>
            <a:off x="5114925" y="5962650"/>
            <a:ext cx="5429250" cy="942975"/>
            <a:chOff x="5114925" y="5962650"/>
            <a:chExt cx="5429250" cy="942975"/>
          </a:xfrm>
        </p:grpSpPr>
        <p:sp>
          <p:nvSpPr>
            <p:cNvPr id="30" name="related_4_1_bg">
              <a:extLst>
                <a:ext uri="{FF2B5EF4-FFF2-40B4-BE49-F238E27FC236}">
                  <a16:creationId xmlns:a16="http://schemas.microsoft.com/office/drawing/2014/main" id="{AF425A90-63EB-4911-9BAA-57B9EB205E67}"/>
                </a:ext>
              </a:extLst>
            </p:cNvPr>
            <p:cNvSpPr>
              <a:spLocks/>
            </p:cNvSpPr>
            <p:nvPr/>
          </p:nvSpPr>
          <p:spPr>
            <a:xfrm>
              <a:off x="5114925" y="5962650"/>
              <a:ext cx="5429250" cy="9429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1" name="related_4_1_text">
              <a:extLst>
                <a:ext uri="{FF2B5EF4-FFF2-40B4-BE49-F238E27FC236}">
                  <a16:creationId xmlns:a16="http://schemas.microsoft.com/office/drawing/2014/main" id="{EA5E6FD0-3F2A-4677-834D-D86BF018018C}"/>
                </a:ext>
              </a:extLst>
            </p:cNvPr>
            <p:cNvSpPr>
              <a:spLocks/>
            </p:cNvSpPr>
            <p:nvPr/>
          </p:nvSpPr>
          <p:spPr>
            <a:xfrm>
              <a:off x="5200650" y="6029325"/>
              <a:ext cx="52578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血管定量与统计关联</a:t>
              </a:r>
              <a:endParaRPr sz="25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5" name="module_related_4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B37BCB6-18FD-648C-842D-2E1E8B83184D}"/>
              </a:ext>
            </a:extLst>
          </p:cNvPr>
          <p:cNvGrpSpPr/>
          <p:nvPr/>
        </p:nvGrpSpPr>
        <p:grpSpPr>
          <a:xfrm>
            <a:off x="10544175" y="5962650"/>
            <a:ext cx="5286375" cy="942975"/>
            <a:chOff x="10544175" y="5962650"/>
            <a:chExt cx="5286375" cy="942975"/>
          </a:xfrm>
        </p:grpSpPr>
        <p:sp>
          <p:nvSpPr>
            <p:cNvPr id="32" name="related_4_2_bg">
              <a:extLst>
                <a:ext uri="{FF2B5EF4-FFF2-40B4-BE49-F238E27FC236}">
                  <a16:creationId xmlns:a16="http://schemas.microsoft.com/office/drawing/2014/main" id="{9DFF220D-791D-45A8-A531-836F87F684B5}"/>
                </a:ext>
              </a:extLst>
            </p:cNvPr>
            <p:cNvSpPr>
              <a:spLocks/>
            </p:cNvSpPr>
            <p:nvPr/>
          </p:nvSpPr>
          <p:spPr>
            <a:xfrm>
              <a:off x="10544175" y="5962650"/>
              <a:ext cx="5286375" cy="9429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3" name="related_4_2_text">
              <a:extLst>
                <a:ext uri="{FF2B5EF4-FFF2-40B4-BE49-F238E27FC236}">
                  <a16:creationId xmlns:a16="http://schemas.microsoft.com/office/drawing/2014/main" id="{54747079-8B89-4CF6-907B-3ACC8D963738}"/>
                </a:ext>
              </a:extLst>
            </p:cNvPr>
            <p:cNvSpPr>
              <a:spLocks/>
            </p:cNvSpPr>
            <p:nvPr/>
          </p:nvSpPr>
          <p:spPr>
            <a:xfrm>
              <a:off x="10629900" y="6029325"/>
              <a:ext cx="5114925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5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5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定量指标筛选</a:t>
              </a:r>
              <a:endParaRPr sz="25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5" name="summary_text">
            <a:extLst>
              <a:ext uri="{FF2B5EF4-FFF2-40B4-BE49-F238E27FC236}">
                <a16:creationId xmlns:a16="http://schemas.microsoft.com/office/drawing/2014/main" id="{95549E7C-D4AE-43E5-8EC1-80CA57433446}"/>
              </a:ext>
            </a:extLst>
          </p:cNvPr>
          <p:cNvSpPr>
            <a:spLocks/>
          </p:cNvSpPr>
          <p:nvPr/>
        </p:nvSpPr>
        <p:spPr>
          <a:xfrm>
            <a:off x="3124200" y="7277100"/>
            <a:ext cx="120491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拟整合</a:t>
            </a:r>
            <a:r>
              <a:rPr lang="zh-CN" altLang="en-US" sz="27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双任务建模、结构定量与分组融合比较</a:t>
            </a:r>
            <a:endParaRPr sz="27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3007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oute_lesions_image_backplate">
            <a:extLst>
              <a:ext uri="{FF2B5EF4-FFF2-40B4-BE49-F238E27FC236}">
                <a16:creationId xmlns:a16="http://schemas.microsoft.com/office/drawing/2014/main" id="{0BE8CAD2-D0FE-4AEA-A884-D7D55640D9CB}"/>
              </a:ext>
            </a:extLst>
          </p:cNvPr>
          <p:cNvSpPr>
            <a:spLocks/>
          </p:cNvSpPr>
          <p:nvPr/>
        </p:nvSpPr>
        <p:spPr>
          <a:xfrm>
            <a:off x="4591050" y="5924550"/>
            <a:ext cx="1019175" cy="120967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2" name="route_vessels_image_backplate">
            <a:extLst>
              <a:ext uri="{FF2B5EF4-FFF2-40B4-BE49-F238E27FC236}">
                <a16:creationId xmlns:a16="http://schemas.microsoft.com/office/drawing/2014/main" id="{F5B74F0C-1C43-45F6-ABCD-F21A90978CCE}"/>
              </a:ext>
            </a:extLst>
          </p:cNvPr>
          <p:cNvSpPr>
            <a:spLocks/>
          </p:cNvSpPr>
          <p:nvPr/>
        </p:nvSpPr>
        <p:spPr>
          <a:xfrm>
            <a:off x="3476625" y="5924550"/>
            <a:ext cx="1019175" cy="120967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3" name="output_eye_image_backplate">
            <a:extLst>
              <a:ext uri="{FF2B5EF4-FFF2-40B4-BE49-F238E27FC236}">
                <a16:creationId xmlns:a16="http://schemas.microsoft.com/office/drawing/2014/main" id="{9658159A-B1C9-4ABD-AE9A-23C4BEE8285D}"/>
              </a:ext>
            </a:extLst>
          </p:cNvPr>
          <p:cNvSpPr>
            <a:spLocks/>
          </p:cNvSpPr>
          <p:nvPr/>
        </p:nvSpPr>
        <p:spPr>
          <a:xfrm>
            <a:off x="8867775" y="3143250"/>
            <a:ext cx="819150" cy="819150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4" name="route_fundus_image_backplate">
            <a:extLst>
              <a:ext uri="{FF2B5EF4-FFF2-40B4-BE49-F238E27FC236}">
                <a16:creationId xmlns:a16="http://schemas.microsoft.com/office/drawing/2014/main" id="{80012D73-71A3-4240-97C2-A91701974838}"/>
              </a:ext>
            </a:extLst>
          </p:cNvPr>
          <p:cNvSpPr>
            <a:spLocks/>
          </p:cNvSpPr>
          <p:nvPr/>
        </p:nvSpPr>
        <p:spPr>
          <a:xfrm>
            <a:off x="704850" y="4476750"/>
            <a:ext cx="1476375" cy="1476375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8" name="source_bg">
            <a:extLst>
              <a:ext uri="{FF2B5EF4-FFF2-40B4-BE49-F238E27FC236}">
                <a16:creationId xmlns:a16="http://schemas.microsoft.com/office/drawing/2014/main" id="{E8142BC6-4C92-4E2F-AC19-CAA02A0C57F5}"/>
              </a:ext>
            </a:extLst>
          </p:cNvPr>
          <p:cNvSpPr>
            <a:spLocks/>
          </p:cNvSpPr>
          <p:nvPr/>
        </p:nvSpPr>
        <p:spPr>
          <a:xfrm>
            <a:off x="428625" y="3314700"/>
            <a:ext cx="2143125" cy="4305300"/>
          </a:xfrm>
          <a:prstGeom prst="roundRect">
            <a:avLst>
              <a:gd name="adj" fmla="val 533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2" name="task1_bg">
            <a:extLst>
              <a:ext uri="{FF2B5EF4-FFF2-40B4-BE49-F238E27FC236}">
                <a16:creationId xmlns:a16="http://schemas.microsoft.com/office/drawing/2014/main" id="{C2F554FC-A46B-4888-A4FE-745AEFB83F8C}"/>
              </a:ext>
            </a:extLst>
          </p:cNvPr>
          <p:cNvSpPr>
            <a:spLocks/>
          </p:cNvSpPr>
          <p:nvPr/>
        </p:nvSpPr>
        <p:spPr>
          <a:xfrm>
            <a:off x="3143250" y="1943100"/>
            <a:ext cx="8162925" cy="2524125"/>
          </a:xfrm>
          <a:prstGeom prst="roundRect">
            <a:avLst>
              <a:gd name="adj" fmla="val 4528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4" name="shared_bg">
            <a:extLst>
              <a:ext uri="{FF2B5EF4-FFF2-40B4-BE49-F238E27FC236}">
                <a16:creationId xmlns:a16="http://schemas.microsoft.com/office/drawing/2014/main" id="{1C584F42-3657-462D-AE2D-73EDF14E747C}"/>
              </a:ext>
            </a:extLst>
          </p:cNvPr>
          <p:cNvSpPr>
            <a:spLocks/>
          </p:cNvSpPr>
          <p:nvPr/>
        </p:nvSpPr>
        <p:spPr>
          <a:xfrm>
            <a:off x="3352800" y="2657475"/>
            <a:ext cx="2343150" cy="1666875"/>
          </a:xfrm>
          <a:prstGeom prst="roundRect">
            <a:avLst>
              <a:gd name="adj" fmla="val 6857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5" name="shared_head">
            <a:extLst>
              <a:ext uri="{FF2B5EF4-FFF2-40B4-BE49-F238E27FC236}">
                <a16:creationId xmlns:a16="http://schemas.microsoft.com/office/drawing/2014/main" id="{2F6A5417-E7F7-4E07-BD99-D4B546DBFD66}"/>
              </a:ext>
            </a:extLst>
          </p:cNvPr>
          <p:cNvSpPr>
            <a:spLocks/>
          </p:cNvSpPr>
          <p:nvPr/>
        </p:nvSpPr>
        <p:spPr>
          <a:xfrm>
            <a:off x="3362325" y="2667000"/>
            <a:ext cx="2324100" cy="409575"/>
          </a:xfrm>
          <a:prstGeom prst="roundRect">
            <a:avLst>
              <a:gd name="adj" fmla="val 2790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17" name="adapt_bg">
            <a:extLst>
              <a:ext uri="{FF2B5EF4-FFF2-40B4-BE49-F238E27FC236}">
                <a16:creationId xmlns:a16="http://schemas.microsoft.com/office/drawing/2014/main" id="{9C308FD6-9E79-472F-9CB2-9E6DF8CF3320}"/>
              </a:ext>
            </a:extLst>
          </p:cNvPr>
          <p:cNvSpPr>
            <a:spLocks/>
          </p:cNvSpPr>
          <p:nvPr/>
        </p:nvSpPr>
        <p:spPr>
          <a:xfrm>
            <a:off x="5991225" y="2657475"/>
            <a:ext cx="2381250" cy="1666875"/>
          </a:xfrm>
          <a:prstGeom prst="roundRect">
            <a:avLst>
              <a:gd name="adj" fmla="val 6857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8" name="adapt_head">
            <a:extLst>
              <a:ext uri="{FF2B5EF4-FFF2-40B4-BE49-F238E27FC236}">
                <a16:creationId xmlns:a16="http://schemas.microsoft.com/office/drawing/2014/main" id="{72A7F9D0-8178-4D35-8B2F-8EDFAC18FF17}"/>
              </a:ext>
            </a:extLst>
          </p:cNvPr>
          <p:cNvSpPr>
            <a:spLocks/>
          </p:cNvSpPr>
          <p:nvPr/>
        </p:nvSpPr>
        <p:spPr>
          <a:xfrm>
            <a:off x="6000750" y="2667000"/>
            <a:ext cx="2362200" cy="409575"/>
          </a:xfrm>
          <a:prstGeom prst="roundRect">
            <a:avLst>
              <a:gd name="adj" fmla="val 2790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0" name="out_bg">
            <a:extLst>
              <a:ext uri="{FF2B5EF4-FFF2-40B4-BE49-F238E27FC236}">
                <a16:creationId xmlns:a16="http://schemas.microsoft.com/office/drawing/2014/main" id="{C7A92850-73BA-46DA-8C1C-E3F94B1700AA}"/>
              </a:ext>
            </a:extLst>
          </p:cNvPr>
          <p:cNvSpPr>
            <a:spLocks/>
          </p:cNvSpPr>
          <p:nvPr/>
        </p:nvSpPr>
        <p:spPr>
          <a:xfrm>
            <a:off x="8686800" y="2657475"/>
            <a:ext cx="2390775" cy="1666875"/>
          </a:xfrm>
          <a:prstGeom prst="roundRect">
            <a:avLst>
              <a:gd name="adj" fmla="val 6857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21" name="out_head">
            <a:extLst>
              <a:ext uri="{FF2B5EF4-FFF2-40B4-BE49-F238E27FC236}">
                <a16:creationId xmlns:a16="http://schemas.microsoft.com/office/drawing/2014/main" id="{14E8C8AF-37B7-4C74-ACD0-4E85E2733824}"/>
              </a:ext>
            </a:extLst>
          </p:cNvPr>
          <p:cNvSpPr>
            <a:spLocks/>
          </p:cNvSpPr>
          <p:nvPr/>
        </p:nvSpPr>
        <p:spPr>
          <a:xfrm>
            <a:off x="8696325" y="2667000"/>
            <a:ext cx="2371725" cy="409575"/>
          </a:xfrm>
          <a:prstGeom prst="roundRect">
            <a:avLst>
              <a:gd name="adj" fmla="val 2790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37" name="task2_bg">
            <a:extLst>
              <a:ext uri="{FF2B5EF4-FFF2-40B4-BE49-F238E27FC236}">
                <a16:creationId xmlns:a16="http://schemas.microsoft.com/office/drawing/2014/main" id="{C0A9AE0F-E52A-436B-A206-8A852CA9BA8F}"/>
              </a:ext>
            </a:extLst>
          </p:cNvPr>
          <p:cNvSpPr>
            <a:spLocks/>
          </p:cNvSpPr>
          <p:nvPr/>
        </p:nvSpPr>
        <p:spPr>
          <a:xfrm>
            <a:off x="3143250" y="4714875"/>
            <a:ext cx="8162925" cy="2905125"/>
          </a:xfrm>
          <a:prstGeom prst="roundRect">
            <a:avLst>
              <a:gd name="adj" fmla="val 3934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39" name="seg_card_bg">
            <a:extLst>
              <a:ext uri="{FF2B5EF4-FFF2-40B4-BE49-F238E27FC236}">
                <a16:creationId xmlns:a16="http://schemas.microsoft.com/office/drawing/2014/main" id="{B3B98A22-972A-474F-8781-B2BC68131177}"/>
              </a:ext>
            </a:extLst>
          </p:cNvPr>
          <p:cNvSpPr>
            <a:spLocks/>
          </p:cNvSpPr>
          <p:nvPr/>
        </p:nvSpPr>
        <p:spPr>
          <a:xfrm>
            <a:off x="3352800" y="5391150"/>
            <a:ext cx="2343150" cy="2085975"/>
          </a:xfrm>
          <a:prstGeom prst="roundRect">
            <a:avLst>
              <a:gd name="adj" fmla="val 5479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40" name="seg_card_head">
            <a:extLst>
              <a:ext uri="{FF2B5EF4-FFF2-40B4-BE49-F238E27FC236}">
                <a16:creationId xmlns:a16="http://schemas.microsoft.com/office/drawing/2014/main" id="{7D9957D4-1807-40A4-9B43-5D804EAA94A3}"/>
              </a:ext>
            </a:extLst>
          </p:cNvPr>
          <p:cNvSpPr>
            <a:spLocks/>
          </p:cNvSpPr>
          <p:nvPr/>
        </p:nvSpPr>
        <p:spPr>
          <a:xfrm>
            <a:off x="3362325" y="5400675"/>
            <a:ext cx="2324100" cy="428625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42" name="q_card_bg">
            <a:extLst>
              <a:ext uri="{FF2B5EF4-FFF2-40B4-BE49-F238E27FC236}">
                <a16:creationId xmlns:a16="http://schemas.microsoft.com/office/drawing/2014/main" id="{AE83F325-FE37-4C12-A3BC-BFA58D7F8717}"/>
              </a:ext>
            </a:extLst>
          </p:cNvPr>
          <p:cNvSpPr>
            <a:spLocks/>
          </p:cNvSpPr>
          <p:nvPr/>
        </p:nvSpPr>
        <p:spPr>
          <a:xfrm>
            <a:off x="5991225" y="5391150"/>
            <a:ext cx="2381250" cy="2085975"/>
          </a:xfrm>
          <a:prstGeom prst="roundRect">
            <a:avLst>
              <a:gd name="adj" fmla="val 5479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43" name="q_card_head">
            <a:extLst>
              <a:ext uri="{FF2B5EF4-FFF2-40B4-BE49-F238E27FC236}">
                <a16:creationId xmlns:a16="http://schemas.microsoft.com/office/drawing/2014/main" id="{690B9A54-03CD-4D79-BDF0-6B9DD135FC00}"/>
              </a:ext>
            </a:extLst>
          </p:cNvPr>
          <p:cNvSpPr>
            <a:spLocks/>
          </p:cNvSpPr>
          <p:nvPr/>
        </p:nvSpPr>
        <p:spPr>
          <a:xfrm>
            <a:off x="6000750" y="5400675"/>
            <a:ext cx="2362200" cy="428625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45" name="stats_card_bg">
            <a:extLst>
              <a:ext uri="{FF2B5EF4-FFF2-40B4-BE49-F238E27FC236}">
                <a16:creationId xmlns:a16="http://schemas.microsoft.com/office/drawing/2014/main" id="{3877418F-3740-4293-BC02-12ACA30CC66A}"/>
              </a:ext>
            </a:extLst>
          </p:cNvPr>
          <p:cNvSpPr>
            <a:spLocks/>
          </p:cNvSpPr>
          <p:nvPr/>
        </p:nvSpPr>
        <p:spPr>
          <a:xfrm>
            <a:off x="8686800" y="5391150"/>
            <a:ext cx="2390775" cy="2085975"/>
          </a:xfrm>
          <a:prstGeom prst="roundRect">
            <a:avLst>
              <a:gd name="adj" fmla="val 5479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46" name="stats_card_head">
            <a:extLst>
              <a:ext uri="{FF2B5EF4-FFF2-40B4-BE49-F238E27FC236}">
                <a16:creationId xmlns:a16="http://schemas.microsoft.com/office/drawing/2014/main" id="{142FED07-2C19-4F26-A3FE-E0B01868ED9B}"/>
              </a:ext>
            </a:extLst>
          </p:cNvPr>
          <p:cNvSpPr>
            <a:spLocks/>
          </p:cNvSpPr>
          <p:nvPr/>
        </p:nvSpPr>
        <p:spPr>
          <a:xfrm>
            <a:off x="8696325" y="5400675"/>
            <a:ext cx="2371725" cy="428625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49" name="clinical_bg">
            <a:extLst>
              <a:ext uri="{FF2B5EF4-FFF2-40B4-BE49-F238E27FC236}">
                <a16:creationId xmlns:a16="http://schemas.microsoft.com/office/drawing/2014/main" id="{BFD915D3-6C7F-48CF-AF16-2F266A449F1B}"/>
              </a:ext>
            </a:extLst>
          </p:cNvPr>
          <p:cNvSpPr>
            <a:spLocks/>
          </p:cNvSpPr>
          <p:nvPr/>
        </p:nvSpPr>
        <p:spPr>
          <a:xfrm>
            <a:off x="11763375" y="2324100"/>
            <a:ext cx="1809750" cy="1809750"/>
          </a:xfrm>
          <a:prstGeom prst="roundRect">
            <a:avLst>
              <a:gd name="adj" fmla="val 6316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1" name="fusion_bg">
            <a:extLst>
              <a:ext uri="{FF2B5EF4-FFF2-40B4-BE49-F238E27FC236}">
                <a16:creationId xmlns:a16="http://schemas.microsoft.com/office/drawing/2014/main" id="{86D64C25-CABF-4735-8124-D2544F122FA5}"/>
              </a:ext>
            </a:extLst>
          </p:cNvPr>
          <p:cNvSpPr>
            <a:spLocks/>
          </p:cNvSpPr>
          <p:nvPr/>
        </p:nvSpPr>
        <p:spPr>
          <a:xfrm>
            <a:off x="11763375" y="4943475"/>
            <a:ext cx="1809750" cy="2066925"/>
          </a:xfrm>
          <a:prstGeom prst="roundRect">
            <a:avLst>
              <a:gd name="adj" fmla="val 6316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3" name="groups_bg">
            <a:extLst>
              <a:ext uri="{FF2B5EF4-FFF2-40B4-BE49-F238E27FC236}">
                <a16:creationId xmlns:a16="http://schemas.microsoft.com/office/drawing/2014/main" id="{C4EA95E2-98AA-4359-9715-27BCF9A22657}"/>
              </a:ext>
            </a:extLst>
          </p:cNvPr>
          <p:cNvSpPr>
            <a:spLocks/>
          </p:cNvSpPr>
          <p:nvPr/>
        </p:nvSpPr>
        <p:spPr>
          <a:xfrm>
            <a:off x="14020800" y="4953000"/>
            <a:ext cx="1647825" cy="2066925"/>
          </a:xfrm>
          <a:prstGeom prst="roundRect">
            <a:avLst>
              <a:gd name="adj" fmla="val 6936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5" name="g_strip_0">
            <a:extLst>
              <a:ext uri="{FF2B5EF4-FFF2-40B4-BE49-F238E27FC236}">
                <a16:creationId xmlns:a16="http://schemas.microsoft.com/office/drawing/2014/main" id="{0390C06A-5FBC-4421-924B-E90EE1A2FC33}"/>
              </a:ext>
            </a:extLst>
          </p:cNvPr>
          <p:cNvSpPr>
            <a:spLocks/>
          </p:cNvSpPr>
          <p:nvPr/>
        </p:nvSpPr>
        <p:spPr>
          <a:xfrm>
            <a:off x="14097000" y="5514975"/>
            <a:ext cx="1485900" cy="314325"/>
          </a:xfrm>
          <a:prstGeom prst="roundRect">
            <a:avLst>
              <a:gd name="adj" fmla="val 36364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57" name="g_strip_1">
            <a:extLst>
              <a:ext uri="{FF2B5EF4-FFF2-40B4-BE49-F238E27FC236}">
                <a16:creationId xmlns:a16="http://schemas.microsoft.com/office/drawing/2014/main" id="{D000CAA7-E4D1-4D73-9072-49B3FCEF90E2}"/>
              </a:ext>
            </a:extLst>
          </p:cNvPr>
          <p:cNvSpPr>
            <a:spLocks/>
          </p:cNvSpPr>
          <p:nvPr/>
        </p:nvSpPr>
        <p:spPr>
          <a:xfrm>
            <a:off x="14097000" y="5848350"/>
            <a:ext cx="1485900" cy="314325"/>
          </a:xfrm>
          <a:prstGeom prst="roundRect">
            <a:avLst>
              <a:gd name="adj" fmla="val 36364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59" name="g_strip_2">
            <a:extLst>
              <a:ext uri="{FF2B5EF4-FFF2-40B4-BE49-F238E27FC236}">
                <a16:creationId xmlns:a16="http://schemas.microsoft.com/office/drawing/2014/main" id="{DEE63CBB-06F9-49D5-A7D8-1EC0DAAD6D0C}"/>
              </a:ext>
            </a:extLst>
          </p:cNvPr>
          <p:cNvSpPr>
            <a:spLocks/>
          </p:cNvSpPr>
          <p:nvPr/>
        </p:nvSpPr>
        <p:spPr>
          <a:xfrm>
            <a:off x="14097000" y="6181725"/>
            <a:ext cx="1485900" cy="314325"/>
          </a:xfrm>
          <a:prstGeom prst="roundRect">
            <a:avLst>
              <a:gd name="adj" fmla="val 36364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61" name="g_strip_3">
            <a:extLst>
              <a:ext uri="{FF2B5EF4-FFF2-40B4-BE49-F238E27FC236}">
                <a16:creationId xmlns:a16="http://schemas.microsoft.com/office/drawing/2014/main" id="{0D35E003-B364-47B2-9F77-881F0B55EE66}"/>
              </a:ext>
            </a:extLst>
          </p:cNvPr>
          <p:cNvSpPr>
            <a:spLocks/>
          </p:cNvSpPr>
          <p:nvPr/>
        </p:nvSpPr>
        <p:spPr>
          <a:xfrm>
            <a:off x="14097000" y="6515100"/>
            <a:ext cx="1485900" cy="314325"/>
          </a:xfrm>
          <a:prstGeom prst="roundRect">
            <a:avLst>
              <a:gd name="adj" fmla="val 36364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63" name="summary_bg">
            <a:extLst>
              <a:ext uri="{FF2B5EF4-FFF2-40B4-BE49-F238E27FC236}">
                <a16:creationId xmlns:a16="http://schemas.microsoft.com/office/drawing/2014/main" id="{24A1F965-9F42-4515-95C3-98CE7985AF1C}"/>
              </a:ext>
            </a:extLst>
          </p:cNvPr>
          <p:cNvSpPr>
            <a:spLocks/>
          </p:cNvSpPr>
          <p:nvPr/>
        </p:nvSpPr>
        <p:spPr>
          <a:xfrm>
            <a:off x="428625" y="7667625"/>
            <a:ext cx="150495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152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153" name="route_fundus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704850" y="4476750"/>
            <a:ext cx="1476375" cy="1476375"/>
          </a:xfrm>
          <a:prstGeom prst="ellipse">
            <a:avLst/>
          </a:prstGeom>
        </p:spPr>
      </p:pic>
      <p:pic>
        <p:nvPicPr>
          <p:cNvPr id="154" name="output_eye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8867775" y="3143250"/>
            <a:ext cx="819150" cy="819150"/>
          </a:xfrm>
          <a:prstGeom prst="ellipse">
            <a:avLst/>
          </a:prstGeom>
        </p:spPr>
      </p:pic>
      <p:pic>
        <p:nvPicPr>
          <p:cNvPr id="155" name="route_vessels"/>
          <p:cNvPicPr>
            <a:picLocks noChangeAspect="1"/>
          </p:cNvPicPr>
          <p:nvPr/>
        </p:nvPicPr>
        <p:blipFill>
          <a:blip r:embed="rId5"/>
          <a:srcRect l="37331" t="35075" r="46194" b="22015"/>
          <a:stretch/>
        </p:blipFill>
        <p:spPr>
          <a:xfrm>
            <a:off x="3476625" y="5924550"/>
            <a:ext cx="1019175" cy="1209675"/>
          </a:xfrm>
          <a:prstGeom prst="rect">
            <a:avLst/>
          </a:prstGeom>
        </p:spPr>
      </p:pic>
      <p:pic>
        <p:nvPicPr>
          <p:cNvPr id="156" name="route_lesions"/>
          <p:cNvPicPr>
            <a:picLocks noChangeAspect="1"/>
          </p:cNvPicPr>
          <p:nvPr/>
        </p:nvPicPr>
        <p:blipFill>
          <a:blip r:embed="rId6"/>
          <a:srcRect l="51825" t="21074" r="38478" b="42149"/>
          <a:stretch/>
        </p:blipFill>
        <p:spPr>
          <a:xfrm>
            <a:off x="4591050" y="5924550"/>
            <a:ext cx="1019175" cy="1209675"/>
          </a:xfrm>
          <a:prstGeom prst="rect">
            <a:avLst/>
          </a:prstGeom>
        </p:spPr>
      </p:pic>
      <p:sp>
        <p:nvSpPr>
          <p:cNvPr id="74" name="task1_label_bg">
            <a:extLst>
              <a:ext uri="{FF2B5EF4-FFF2-40B4-BE49-F238E27FC236}">
                <a16:creationId xmlns:a16="http://schemas.microsoft.com/office/drawing/2014/main" id="{C1082F4C-C77E-1121-86A2-32CDBB8A997A}"/>
              </a:ext>
            </a:extLst>
          </p:cNvPr>
          <p:cNvSpPr/>
          <p:nvPr/>
        </p:nvSpPr>
        <p:spPr>
          <a:xfrm>
            <a:off x="3143250" y="1943100"/>
            <a:ext cx="3333751" cy="514351"/>
          </a:xfrm>
          <a:custGeom>
            <a:avLst/>
            <a:gdLst/>
            <a:ahLst/>
            <a:cxnLst/>
            <a:rect l="0" t="0" r="0" b="0"/>
            <a:pathLst>
              <a:path w="3333751" h="514351">
                <a:moveTo>
                  <a:pt x="0" y="0"/>
                </a:moveTo>
                <a:lnTo>
                  <a:pt x="3000375" y="0"/>
                </a:lnTo>
                <a:lnTo>
                  <a:pt x="3333750" y="257175"/>
                </a:lnTo>
                <a:lnTo>
                  <a:pt x="3000375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064A9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9" name="module_encoder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8EE8130-898F-9905-15E9-81DBBF01BB16}"/>
              </a:ext>
            </a:extLst>
          </p:cNvPr>
          <p:cNvGrpSpPr/>
          <p:nvPr/>
        </p:nvGrpSpPr>
        <p:grpSpPr>
          <a:xfrm>
            <a:off x="3648075" y="3162300"/>
            <a:ext cx="409576" cy="1095376"/>
            <a:chOff x="3648075" y="3162300"/>
            <a:chExt cx="409576" cy="1095376"/>
          </a:xfrm>
        </p:grpSpPr>
        <p:sp>
          <p:nvSpPr>
            <p:cNvPr id="23" name="encoder_0_bg">
              <a:extLst>
                <a:ext uri="{FF2B5EF4-FFF2-40B4-BE49-F238E27FC236}">
                  <a16:creationId xmlns:a16="http://schemas.microsoft.com/office/drawing/2014/main" id="{2B8FA231-F1C2-4F80-A1B3-7C4F09148912}"/>
                </a:ext>
              </a:extLst>
            </p:cNvPr>
            <p:cNvSpPr>
              <a:spLocks/>
            </p:cNvSpPr>
            <p:nvPr/>
          </p:nvSpPr>
          <p:spPr>
            <a:xfrm>
              <a:off x="3648075" y="3276600"/>
              <a:ext cx="295275" cy="98107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6" name="encoder_0_out">
              <a:extLst>
                <a:ext uri="{FF2B5EF4-FFF2-40B4-BE49-F238E27FC236}">
                  <a16:creationId xmlns:a16="http://schemas.microsoft.com/office/drawing/2014/main" id="{046FCBE8-52E5-4FB9-8A31-3FE65930EE98}"/>
                </a:ext>
              </a:extLst>
            </p:cNvPr>
            <p:cNvSpPr>
              <a:spLocks/>
            </p:cNvSpPr>
            <p:nvPr/>
          </p:nvSpPr>
          <p:spPr>
            <a:xfrm>
              <a:off x="4038600" y="37576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5" name="encoder_0_top">
              <a:extLst>
                <a:ext uri="{FF2B5EF4-FFF2-40B4-BE49-F238E27FC236}">
                  <a16:creationId xmlns:a16="http://schemas.microsoft.com/office/drawing/2014/main" id="{47BEEC1F-99EA-D547-EEE6-03B7069909F3}"/>
                </a:ext>
              </a:extLst>
            </p:cNvPr>
            <p:cNvSpPr/>
            <p:nvPr/>
          </p:nvSpPr>
          <p:spPr>
            <a:xfrm>
              <a:off x="3648075" y="3162300"/>
              <a:ext cx="409576" cy="114301"/>
            </a:xfrm>
            <a:custGeom>
              <a:avLst/>
              <a:gdLst/>
              <a:ahLst/>
              <a:cxnLst/>
              <a:rect l="0" t="0" r="0" b="0"/>
              <a:pathLst>
                <a:path w="409576" h="114301">
                  <a:moveTo>
                    <a:pt x="0" y="114300"/>
                  </a:moveTo>
                  <a:lnTo>
                    <a:pt x="114300" y="0"/>
                  </a:lnTo>
                  <a:lnTo>
                    <a:pt x="409575" y="0"/>
                  </a:lnTo>
                  <a:lnTo>
                    <a:pt x="295275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encoder_0_side">
              <a:extLst>
                <a:ext uri="{FF2B5EF4-FFF2-40B4-BE49-F238E27FC236}">
                  <a16:creationId xmlns:a16="http://schemas.microsoft.com/office/drawing/2014/main" id="{6464ED06-20BA-84C4-4027-11A1856B0E1C}"/>
                </a:ext>
              </a:extLst>
            </p:cNvPr>
            <p:cNvSpPr/>
            <p:nvPr/>
          </p:nvSpPr>
          <p:spPr>
            <a:xfrm>
              <a:off x="3943350" y="3162300"/>
              <a:ext cx="114301" cy="1095376"/>
            </a:xfrm>
            <a:custGeom>
              <a:avLst/>
              <a:gdLst/>
              <a:ahLst/>
              <a:cxnLst/>
              <a:rect l="0" t="0" r="0" b="0"/>
              <a:pathLst>
                <a:path w="114301" h="1095376">
                  <a:moveTo>
                    <a:pt x="0" y="114300"/>
                  </a:moveTo>
                  <a:lnTo>
                    <a:pt x="114300" y="0"/>
                  </a:lnTo>
                  <a:lnTo>
                    <a:pt x="114300" y="981075"/>
                  </a:lnTo>
                  <a:lnTo>
                    <a:pt x="0" y="109537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0" name="module_encoder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ADA9D73-D37C-9754-30F3-1F4DB27D22C5}"/>
              </a:ext>
            </a:extLst>
          </p:cNvPr>
          <p:cNvGrpSpPr/>
          <p:nvPr/>
        </p:nvGrpSpPr>
        <p:grpSpPr>
          <a:xfrm>
            <a:off x="3971925" y="3267075"/>
            <a:ext cx="409576" cy="885826"/>
            <a:chOff x="3971925" y="3267075"/>
            <a:chExt cx="409576" cy="885826"/>
          </a:xfrm>
        </p:grpSpPr>
        <p:sp>
          <p:nvSpPr>
            <p:cNvPr id="24" name="encoder_1_bg">
              <a:extLst>
                <a:ext uri="{FF2B5EF4-FFF2-40B4-BE49-F238E27FC236}">
                  <a16:creationId xmlns:a16="http://schemas.microsoft.com/office/drawing/2014/main" id="{8F54E626-2A5B-486B-8569-DC4C3E716952}"/>
                </a:ext>
              </a:extLst>
            </p:cNvPr>
            <p:cNvSpPr>
              <a:spLocks/>
            </p:cNvSpPr>
            <p:nvPr/>
          </p:nvSpPr>
          <p:spPr>
            <a:xfrm>
              <a:off x="3971925" y="3381375"/>
              <a:ext cx="295275" cy="7715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7" name="encoder_1_out">
              <a:extLst>
                <a:ext uri="{FF2B5EF4-FFF2-40B4-BE49-F238E27FC236}">
                  <a16:creationId xmlns:a16="http://schemas.microsoft.com/office/drawing/2014/main" id="{05657790-F3A7-4945-8A11-48EC8E6B6D2F}"/>
                </a:ext>
              </a:extLst>
            </p:cNvPr>
            <p:cNvSpPr>
              <a:spLocks/>
            </p:cNvSpPr>
            <p:nvPr/>
          </p:nvSpPr>
          <p:spPr>
            <a:xfrm>
              <a:off x="4362450" y="37576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7" name="encoder_1_top">
              <a:extLst>
                <a:ext uri="{FF2B5EF4-FFF2-40B4-BE49-F238E27FC236}">
                  <a16:creationId xmlns:a16="http://schemas.microsoft.com/office/drawing/2014/main" id="{218B570A-F161-0F9F-283E-CF50940AFEA5}"/>
                </a:ext>
              </a:extLst>
            </p:cNvPr>
            <p:cNvSpPr/>
            <p:nvPr/>
          </p:nvSpPr>
          <p:spPr>
            <a:xfrm>
              <a:off x="3971925" y="3267075"/>
              <a:ext cx="409576" cy="114301"/>
            </a:xfrm>
            <a:custGeom>
              <a:avLst/>
              <a:gdLst/>
              <a:ahLst/>
              <a:cxnLst/>
              <a:rect l="0" t="0" r="0" b="0"/>
              <a:pathLst>
                <a:path w="409576" h="114301">
                  <a:moveTo>
                    <a:pt x="0" y="114300"/>
                  </a:moveTo>
                  <a:lnTo>
                    <a:pt x="114300" y="0"/>
                  </a:lnTo>
                  <a:lnTo>
                    <a:pt x="409575" y="0"/>
                  </a:lnTo>
                  <a:lnTo>
                    <a:pt x="295275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encoder_1_side">
              <a:extLst>
                <a:ext uri="{FF2B5EF4-FFF2-40B4-BE49-F238E27FC236}">
                  <a16:creationId xmlns:a16="http://schemas.microsoft.com/office/drawing/2014/main" id="{E26AE242-73E7-0E10-B0C4-817A23B2E780}"/>
                </a:ext>
              </a:extLst>
            </p:cNvPr>
            <p:cNvSpPr/>
            <p:nvPr/>
          </p:nvSpPr>
          <p:spPr>
            <a:xfrm>
              <a:off x="4267200" y="3267075"/>
              <a:ext cx="114301" cy="885826"/>
            </a:xfrm>
            <a:custGeom>
              <a:avLst/>
              <a:gdLst/>
              <a:ahLst/>
              <a:cxnLst/>
              <a:rect l="0" t="0" r="0" b="0"/>
              <a:pathLst>
                <a:path w="114301" h="885826">
                  <a:moveTo>
                    <a:pt x="0" y="114300"/>
                  </a:moveTo>
                  <a:lnTo>
                    <a:pt x="114300" y="0"/>
                  </a:lnTo>
                  <a:lnTo>
                    <a:pt x="114300" y="771525"/>
                  </a:lnTo>
                  <a:lnTo>
                    <a:pt x="0" y="88582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1" name="module_encoder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1B54AFC-10DC-695C-0AA3-077E786D086B}"/>
              </a:ext>
            </a:extLst>
          </p:cNvPr>
          <p:cNvGrpSpPr/>
          <p:nvPr/>
        </p:nvGrpSpPr>
        <p:grpSpPr>
          <a:xfrm>
            <a:off x="4295775" y="3357563"/>
            <a:ext cx="409576" cy="704851"/>
            <a:chOff x="4295775" y="3357563"/>
            <a:chExt cx="409576" cy="704851"/>
          </a:xfrm>
        </p:grpSpPr>
        <p:sp>
          <p:nvSpPr>
            <p:cNvPr id="25" name="encoder_2_bg">
              <a:extLst>
                <a:ext uri="{FF2B5EF4-FFF2-40B4-BE49-F238E27FC236}">
                  <a16:creationId xmlns:a16="http://schemas.microsoft.com/office/drawing/2014/main" id="{C637478E-74F6-445F-A095-2506A575E8D1}"/>
                </a:ext>
              </a:extLst>
            </p:cNvPr>
            <p:cNvSpPr>
              <a:spLocks/>
            </p:cNvSpPr>
            <p:nvPr/>
          </p:nvSpPr>
          <p:spPr>
            <a:xfrm>
              <a:off x="4295775" y="3471863"/>
              <a:ext cx="295275" cy="59055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8" name="encoder_2_out">
              <a:extLst>
                <a:ext uri="{FF2B5EF4-FFF2-40B4-BE49-F238E27FC236}">
                  <a16:creationId xmlns:a16="http://schemas.microsoft.com/office/drawing/2014/main" id="{26BF8160-92E3-48B9-A4A7-8B900814D8AF}"/>
                </a:ext>
              </a:extLst>
            </p:cNvPr>
            <p:cNvSpPr>
              <a:spLocks/>
            </p:cNvSpPr>
            <p:nvPr/>
          </p:nvSpPr>
          <p:spPr>
            <a:xfrm>
              <a:off x="4686300" y="37576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0" name="encoder_2_top">
              <a:extLst>
                <a:ext uri="{FF2B5EF4-FFF2-40B4-BE49-F238E27FC236}">
                  <a16:creationId xmlns:a16="http://schemas.microsoft.com/office/drawing/2014/main" id="{7B5660D0-1409-84D9-9DA8-DD3A1D5F548D}"/>
                </a:ext>
              </a:extLst>
            </p:cNvPr>
            <p:cNvSpPr/>
            <p:nvPr/>
          </p:nvSpPr>
          <p:spPr>
            <a:xfrm>
              <a:off x="4295775" y="3357563"/>
              <a:ext cx="409576" cy="114301"/>
            </a:xfrm>
            <a:custGeom>
              <a:avLst/>
              <a:gdLst/>
              <a:ahLst/>
              <a:cxnLst/>
              <a:rect l="0" t="0" r="0" b="0"/>
              <a:pathLst>
                <a:path w="409576" h="114301">
                  <a:moveTo>
                    <a:pt x="0" y="114300"/>
                  </a:moveTo>
                  <a:lnTo>
                    <a:pt x="114300" y="0"/>
                  </a:lnTo>
                  <a:lnTo>
                    <a:pt x="409575" y="0"/>
                  </a:lnTo>
                  <a:lnTo>
                    <a:pt x="295275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encoder_2_side">
              <a:extLst>
                <a:ext uri="{FF2B5EF4-FFF2-40B4-BE49-F238E27FC236}">
                  <a16:creationId xmlns:a16="http://schemas.microsoft.com/office/drawing/2014/main" id="{7B781355-8ACF-7174-CF74-6A8FAE496AE9}"/>
                </a:ext>
              </a:extLst>
            </p:cNvPr>
            <p:cNvSpPr/>
            <p:nvPr/>
          </p:nvSpPr>
          <p:spPr>
            <a:xfrm>
              <a:off x="4591050" y="3357563"/>
              <a:ext cx="114301" cy="704851"/>
            </a:xfrm>
            <a:custGeom>
              <a:avLst/>
              <a:gdLst/>
              <a:ahLst/>
              <a:cxnLst/>
              <a:rect l="0" t="0" r="0" b="0"/>
              <a:pathLst>
                <a:path w="114301" h="704851">
                  <a:moveTo>
                    <a:pt x="0" y="114300"/>
                  </a:moveTo>
                  <a:lnTo>
                    <a:pt x="114300" y="0"/>
                  </a:lnTo>
                  <a:lnTo>
                    <a:pt x="114300" y="590550"/>
                  </a:lnTo>
                  <a:lnTo>
                    <a:pt x="0" y="7048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2" name="module_encoder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2625B8C-2007-A1FB-7E45-B2BA956608BE}"/>
              </a:ext>
            </a:extLst>
          </p:cNvPr>
          <p:cNvGrpSpPr/>
          <p:nvPr/>
        </p:nvGrpSpPr>
        <p:grpSpPr>
          <a:xfrm>
            <a:off x="4619625" y="3429000"/>
            <a:ext cx="409576" cy="561976"/>
            <a:chOff x="4619625" y="3429000"/>
            <a:chExt cx="409576" cy="561976"/>
          </a:xfrm>
        </p:grpSpPr>
        <p:sp>
          <p:nvSpPr>
            <p:cNvPr id="26" name="encoder_3_bg">
              <a:extLst>
                <a:ext uri="{FF2B5EF4-FFF2-40B4-BE49-F238E27FC236}">
                  <a16:creationId xmlns:a16="http://schemas.microsoft.com/office/drawing/2014/main" id="{32FA3F3D-A0AC-4D8B-B61B-5E951062C6E9}"/>
                </a:ext>
              </a:extLst>
            </p:cNvPr>
            <p:cNvSpPr>
              <a:spLocks/>
            </p:cNvSpPr>
            <p:nvPr/>
          </p:nvSpPr>
          <p:spPr>
            <a:xfrm>
              <a:off x="4619625" y="3543300"/>
              <a:ext cx="295275" cy="44767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9" name="encoder_3_out">
              <a:extLst>
                <a:ext uri="{FF2B5EF4-FFF2-40B4-BE49-F238E27FC236}">
                  <a16:creationId xmlns:a16="http://schemas.microsoft.com/office/drawing/2014/main" id="{19380B50-7992-476A-9831-DAE1A7983E3B}"/>
                </a:ext>
              </a:extLst>
            </p:cNvPr>
            <p:cNvSpPr>
              <a:spLocks/>
            </p:cNvSpPr>
            <p:nvPr/>
          </p:nvSpPr>
          <p:spPr>
            <a:xfrm>
              <a:off x="5010150" y="37576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2" name="encoder_3_top">
              <a:extLst>
                <a:ext uri="{FF2B5EF4-FFF2-40B4-BE49-F238E27FC236}">
                  <a16:creationId xmlns:a16="http://schemas.microsoft.com/office/drawing/2014/main" id="{43132FB0-DFEB-1ACA-68D8-8B87EEADAC98}"/>
                </a:ext>
              </a:extLst>
            </p:cNvPr>
            <p:cNvSpPr/>
            <p:nvPr/>
          </p:nvSpPr>
          <p:spPr>
            <a:xfrm>
              <a:off x="4619625" y="3429000"/>
              <a:ext cx="409576" cy="114301"/>
            </a:xfrm>
            <a:custGeom>
              <a:avLst/>
              <a:gdLst/>
              <a:ahLst/>
              <a:cxnLst/>
              <a:rect l="0" t="0" r="0" b="0"/>
              <a:pathLst>
                <a:path w="409576" h="114301">
                  <a:moveTo>
                    <a:pt x="0" y="114300"/>
                  </a:moveTo>
                  <a:lnTo>
                    <a:pt x="114300" y="0"/>
                  </a:lnTo>
                  <a:lnTo>
                    <a:pt x="409575" y="0"/>
                  </a:lnTo>
                  <a:lnTo>
                    <a:pt x="295275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encoder_3_side">
              <a:extLst>
                <a:ext uri="{FF2B5EF4-FFF2-40B4-BE49-F238E27FC236}">
                  <a16:creationId xmlns:a16="http://schemas.microsoft.com/office/drawing/2014/main" id="{DF7E012A-A596-6A57-3FB3-FF922255AC32}"/>
                </a:ext>
              </a:extLst>
            </p:cNvPr>
            <p:cNvSpPr/>
            <p:nvPr/>
          </p:nvSpPr>
          <p:spPr>
            <a:xfrm>
              <a:off x="4914900" y="3429000"/>
              <a:ext cx="114301" cy="561976"/>
            </a:xfrm>
            <a:custGeom>
              <a:avLst/>
              <a:gdLst/>
              <a:ahLst/>
              <a:cxnLst/>
              <a:rect l="0" t="0" r="0" b="0"/>
              <a:pathLst>
                <a:path w="114301" h="561976">
                  <a:moveTo>
                    <a:pt x="0" y="114300"/>
                  </a:moveTo>
                  <a:lnTo>
                    <a:pt x="114300" y="0"/>
                  </a:lnTo>
                  <a:lnTo>
                    <a:pt x="114300" y="447675"/>
                  </a:lnTo>
                  <a:lnTo>
                    <a:pt x="0" y="56197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3" name="module_encoder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EE56DB2-1CD3-97E6-9736-334FC13986E7}"/>
              </a:ext>
            </a:extLst>
          </p:cNvPr>
          <p:cNvGrpSpPr/>
          <p:nvPr/>
        </p:nvGrpSpPr>
        <p:grpSpPr>
          <a:xfrm>
            <a:off x="4943475" y="3505200"/>
            <a:ext cx="409576" cy="409576"/>
            <a:chOff x="4943475" y="3505200"/>
            <a:chExt cx="409576" cy="409576"/>
          </a:xfrm>
        </p:grpSpPr>
        <p:sp>
          <p:nvSpPr>
            <p:cNvPr id="27" name="encoder_4_bg">
              <a:extLst>
                <a:ext uri="{FF2B5EF4-FFF2-40B4-BE49-F238E27FC236}">
                  <a16:creationId xmlns:a16="http://schemas.microsoft.com/office/drawing/2014/main" id="{E103E6F6-2B78-4D5B-A487-1765B6B9634F}"/>
                </a:ext>
              </a:extLst>
            </p:cNvPr>
            <p:cNvSpPr>
              <a:spLocks/>
            </p:cNvSpPr>
            <p:nvPr/>
          </p:nvSpPr>
          <p:spPr>
            <a:xfrm>
              <a:off x="4943475" y="3619500"/>
              <a:ext cx="295275" cy="29527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0" name="encoder_4_out">
              <a:extLst>
                <a:ext uri="{FF2B5EF4-FFF2-40B4-BE49-F238E27FC236}">
                  <a16:creationId xmlns:a16="http://schemas.microsoft.com/office/drawing/2014/main" id="{89ABD915-BFA4-488E-97FB-7364A032D67B}"/>
                </a:ext>
              </a:extLst>
            </p:cNvPr>
            <p:cNvSpPr>
              <a:spLocks/>
            </p:cNvSpPr>
            <p:nvPr/>
          </p:nvSpPr>
          <p:spPr>
            <a:xfrm>
              <a:off x="5334000" y="37576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4" name="encoder_4_top">
              <a:extLst>
                <a:ext uri="{FF2B5EF4-FFF2-40B4-BE49-F238E27FC236}">
                  <a16:creationId xmlns:a16="http://schemas.microsoft.com/office/drawing/2014/main" id="{4515C201-2027-42F9-80B7-AA43887D7BFE}"/>
                </a:ext>
              </a:extLst>
            </p:cNvPr>
            <p:cNvSpPr/>
            <p:nvPr/>
          </p:nvSpPr>
          <p:spPr>
            <a:xfrm>
              <a:off x="4943475" y="3505200"/>
              <a:ext cx="409576" cy="114301"/>
            </a:xfrm>
            <a:custGeom>
              <a:avLst/>
              <a:gdLst/>
              <a:ahLst/>
              <a:cxnLst/>
              <a:rect l="0" t="0" r="0" b="0"/>
              <a:pathLst>
                <a:path w="409576" h="114301">
                  <a:moveTo>
                    <a:pt x="0" y="114300"/>
                  </a:moveTo>
                  <a:lnTo>
                    <a:pt x="114300" y="0"/>
                  </a:lnTo>
                  <a:lnTo>
                    <a:pt x="409575" y="0"/>
                  </a:lnTo>
                  <a:lnTo>
                    <a:pt x="295275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encoder_4_side">
              <a:extLst>
                <a:ext uri="{FF2B5EF4-FFF2-40B4-BE49-F238E27FC236}">
                  <a16:creationId xmlns:a16="http://schemas.microsoft.com/office/drawing/2014/main" id="{B05521BB-F882-ABC1-35A4-E9921C776257}"/>
                </a:ext>
              </a:extLst>
            </p:cNvPr>
            <p:cNvSpPr/>
            <p:nvPr/>
          </p:nvSpPr>
          <p:spPr>
            <a:xfrm>
              <a:off x="5238750" y="3505200"/>
              <a:ext cx="114301" cy="409576"/>
            </a:xfrm>
            <a:custGeom>
              <a:avLst/>
              <a:gdLst/>
              <a:ahLst/>
              <a:cxnLst/>
              <a:rect l="0" t="0" r="0" b="0"/>
              <a:pathLst>
                <a:path w="114301" h="409576">
                  <a:moveTo>
                    <a:pt x="0" y="114300"/>
                  </a:moveTo>
                  <a:lnTo>
                    <a:pt x="114300" y="0"/>
                  </a:lnTo>
                  <a:lnTo>
                    <a:pt x="114300" y="295275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4" name="module_adapt_features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4179E5D-1CB4-2E1A-08C8-8C170B4E37B1}"/>
              </a:ext>
            </a:extLst>
          </p:cNvPr>
          <p:cNvGrpSpPr/>
          <p:nvPr/>
        </p:nvGrpSpPr>
        <p:grpSpPr>
          <a:xfrm>
            <a:off x="6477000" y="3171825"/>
            <a:ext cx="523876" cy="895351"/>
            <a:chOff x="6477000" y="3171825"/>
            <a:chExt cx="523876" cy="895351"/>
          </a:xfrm>
        </p:grpSpPr>
        <p:sp>
          <p:nvSpPr>
            <p:cNvPr id="28" name="adapt_features_2_bg">
              <a:extLst>
                <a:ext uri="{FF2B5EF4-FFF2-40B4-BE49-F238E27FC236}">
                  <a16:creationId xmlns:a16="http://schemas.microsoft.com/office/drawing/2014/main" id="{145EAA1E-B2F6-4CFB-8242-E6F3A8E11384}"/>
                </a:ext>
              </a:extLst>
            </p:cNvPr>
            <p:cNvSpPr>
              <a:spLocks/>
            </p:cNvSpPr>
            <p:nvPr/>
          </p:nvSpPr>
          <p:spPr>
            <a:xfrm>
              <a:off x="6477000" y="3343275"/>
              <a:ext cx="352425" cy="72390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1" name="adapt_features_2_out">
              <a:extLst>
                <a:ext uri="{FF2B5EF4-FFF2-40B4-BE49-F238E27FC236}">
                  <a16:creationId xmlns:a16="http://schemas.microsoft.com/office/drawing/2014/main" id="{85782D74-337B-4A38-B15E-2CD962C2BDE1}"/>
                </a:ext>
              </a:extLst>
            </p:cNvPr>
            <p:cNvSpPr>
              <a:spLocks/>
            </p:cNvSpPr>
            <p:nvPr/>
          </p:nvSpPr>
          <p:spPr>
            <a:xfrm>
              <a:off x="6981825" y="3695700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6" name="adapt_features_2_top">
              <a:extLst>
                <a:ext uri="{FF2B5EF4-FFF2-40B4-BE49-F238E27FC236}">
                  <a16:creationId xmlns:a16="http://schemas.microsoft.com/office/drawing/2014/main" id="{D1D61374-2A8E-24DA-BA0C-3C8D1950F45D}"/>
                </a:ext>
              </a:extLst>
            </p:cNvPr>
            <p:cNvSpPr/>
            <p:nvPr/>
          </p:nvSpPr>
          <p:spPr>
            <a:xfrm>
              <a:off x="6477000" y="3171825"/>
              <a:ext cx="523876" cy="171451"/>
            </a:xfrm>
            <a:custGeom>
              <a:avLst/>
              <a:gdLst/>
              <a:ahLst/>
              <a:cxnLst/>
              <a:rect l="0" t="0" r="0" b="0"/>
              <a:pathLst>
                <a:path w="523876" h="171451">
                  <a:moveTo>
                    <a:pt x="0" y="171450"/>
                  </a:moveTo>
                  <a:lnTo>
                    <a:pt x="171450" y="0"/>
                  </a:lnTo>
                  <a:lnTo>
                    <a:pt x="523875" y="0"/>
                  </a:lnTo>
                  <a:lnTo>
                    <a:pt x="352425" y="17145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adapt_features_2_side">
              <a:extLst>
                <a:ext uri="{FF2B5EF4-FFF2-40B4-BE49-F238E27FC236}">
                  <a16:creationId xmlns:a16="http://schemas.microsoft.com/office/drawing/2014/main" id="{3E08BA67-2948-CA58-68FB-9A08E34F19D4}"/>
                </a:ext>
              </a:extLst>
            </p:cNvPr>
            <p:cNvSpPr/>
            <p:nvPr/>
          </p:nvSpPr>
          <p:spPr>
            <a:xfrm>
              <a:off x="6829425" y="3171825"/>
              <a:ext cx="171451" cy="895351"/>
            </a:xfrm>
            <a:custGeom>
              <a:avLst/>
              <a:gdLst/>
              <a:ahLst/>
              <a:cxnLst/>
              <a:rect l="0" t="0" r="0" b="0"/>
              <a:pathLst>
                <a:path w="171451" h="895351">
                  <a:moveTo>
                    <a:pt x="0" y="171450"/>
                  </a:moveTo>
                  <a:lnTo>
                    <a:pt x="171450" y="0"/>
                  </a:lnTo>
                  <a:lnTo>
                    <a:pt x="171450" y="72390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5" name="module_adapt_features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7D35FF4-5E52-3078-521D-6EB2DB24B397}"/>
              </a:ext>
            </a:extLst>
          </p:cNvPr>
          <p:cNvGrpSpPr/>
          <p:nvPr/>
        </p:nvGrpSpPr>
        <p:grpSpPr>
          <a:xfrm>
            <a:off x="6391275" y="3219450"/>
            <a:ext cx="523876" cy="895351"/>
            <a:chOff x="6391275" y="3219450"/>
            <a:chExt cx="523876" cy="895351"/>
          </a:xfrm>
        </p:grpSpPr>
        <p:sp>
          <p:nvSpPr>
            <p:cNvPr id="29" name="adapt_features_1_bg">
              <a:extLst>
                <a:ext uri="{FF2B5EF4-FFF2-40B4-BE49-F238E27FC236}">
                  <a16:creationId xmlns:a16="http://schemas.microsoft.com/office/drawing/2014/main" id="{9EC38276-7D5E-4A59-B421-56D3FA418757}"/>
                </a:ext>
              </a:extLst>
            </p:cNvPr>
            <p:cNvSpPr>
              <a:spLocks/>
            </p:cNvSpPr>
            <p:nvPr/>
          </p:nvSpPr>
          <p:spPr>
            <a:xfrm>
              <a:off x="6391275" y="3390900"/>
              <a:ext cx="352425" cy="72390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2" name="adapt_features_1_out">
              <a:extLst>
                <a:ext uri="{FF2B5EF4-FFF2-40B4-BE49-F238E27FC236}">
                  <a16:creationId xmlns:a16="http://schemas.microsoft.com/office/drawing/2014/main" id="{5383DE10-D0EE-4C04-AA83-EE3E3D971821}"/>
                </a:ext>
              </a:extLst>
            </p:cNvPr>
            <p:cNvSpPr>
              <a:spLocks/>
            </p:cNvSpPr>
            <p:nvPr/>
          </p:nvSpPr>
          <p:spPr>
            <a:xfrm>
              <a:off x="6896100" y="37433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8" name="adapt_features_1_top">
              <a:extLst>
                <a:ext uri="{FF2B5EF4-FFF2-40B4-BE49-F238E27FC236}">
                  <a16:creationId xmlns:a16="http://schemas.microsoft.com/office/drawing/2014/main" id="{59FE1DC8-BABA-55AF-F4CC-B84163EBB072}"/>
                </a:ext>
              </a:extLst>
            </p:cNvPr>
            <p:cNvSpPr/>
            <p:nvPr/>
          </p:nvSpPr>
          <p:spPr>
            <a:xfrm>
              <a:off x="6391275" y="3219450"/>
              <a:ext cx="523876" cy="171451"/>
            </a:xfrm>
            <a:custGeom>
              <a:avLst/>
              <a:gdLst/>
              <a:ahLst/>
              <a:cxnLst/>
              <a:rect l="0" t="0" r="0" b="0"/>
              <a:pathLst>
                <a:path w="523876" h="171451">
                  <a:moveTo>
                    <a:pt x="0" y="171450"/>
                  </a:moveTo>
                  <a:lnTo>
                    <a:pt x="171450" y="0"/>
                  </a:lnTo>
                  <a:lnTo>
                    <a:pt x="523875" y="0"/>
                  </a:lnTo>
                  <a:lnTo>
                    <a:pt x="352425" y="17145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adapt_features_1_side">
              <a:extLst>
                <a:ext uri="{FF2B5EF4-FFF2-40B4-BE49-F238E27FC236}">
                  <a16:creationId xmlns:a16="http://schemas.microsoft.com/office/drawing/2014/main" id="{B841BF82-2ADE-CA5E-E649-548CCFD0B5A8}"/>
                </a:ext>
              </a:extLst>
            </p:cNvPr>
            <p:cNvSpPr/>
            <p:nvPr/>
          </p:nvSpPr>
          <p:spPr>
            <a:xfrm>
              <a:off x="6743700" y="3219450"/>
              <a:ext cx="171451" cy="895351"/>
            </a:xfrm>
            <a:custGeom>
              <a:avLst/>
              <a:gdLst/>
              <a:ahLst/>
              <a:cxnLst/>
              <a:rect l="0" t="0" r="0" b="0"/>
              <a:pathLst>
                <a:path w="171451" h="895351">
                  <a:moveTo>
                    <a:pt x="0" y="171450"/>
                  </a:moveTo>
                  <a:lnTo>
                    <a:pt x="171450" y="0"/>
                  </a:lnTo>
                  <a:lnTo>
                    <a:pt x="171450" y="72390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6" name="module_adapt_features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2983C3B-6385-E806-186A-F375E0343E5B}"/>
              </a:ext>
            </a:extLst>
          </p:cNvPr>
          <p:cNvGrpSpPr/>
          <p:nvPr/>
        </p:nvGrpSpPr>
        <p:grpSpPr>
          <a:xfrm>
            <a:off x="6305550" y="3267075"/>
            <a:ext cx="523876" cy="895351"/>
            <a:chOff x="6305550" y="3267075"/>
            <a:chExt cx="523876" cy="895351"/>
          </a:xfrm>
        </p:grpSpPr>
        <p:sp>
          <p:nvSpPr>
            <p:cNvPr id="30" name="adapt_features_0_bg">
              <a:extLst>
                <a:ext uri="{FF2B5EF4-FFF2-40B4-BE49-F238E27FC236}">
                  <a16:creationId xmlns:a16="http://schemas.microsoft.com/office/drawing/2014/main" id="{F1BBB08B-FE4D-4D12-BAF5-06134F1DB2C9}"/>
                </a:ext>
              </a:extLst>
            </p:cNvPr>
            <p:cNvSpPr>
              <a:spLocks/>
            </p:cNvSpPr>
            <p:nvPr/>
          </p:nvSpPr>
          <p:spPr>
            <a:xfrm>
              <a:off x="6305550" y="3438525"/>
              <a:ext cx="352425" cy="72390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3" name="adapt_features_0_out">
              <a:extLst>
                <a:ext uri="{FF2B5EF4-FFF2-40B4-BE49-F238E27FC236}">
                  <a16:creationId xmlns:a16="http://schemas.microsoft.com/office/drawing/2014/main" id="{92E883FC-F48A-4B69-9398-F8885CCE3BA5}"/>
                </a:ext>
              </a:extLst>
            </p:cNvPr>
            <p:cNvSpPr>
              <a:spLocks/>
            </p:cNvSpPr>
            <p:nvPr/>
          </p:nvSpPr>
          <p:spPr>
            <a:xfrm>
              <a:off x="6810375" y="3790950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90" name="adapt_features_0_top">
              <a:extLst>
                <a:ext uri="{FF2B5EF4-FFF2-40B4-BE49-F238E27FC236}">
                  <a16:creationId xmlns:a16="http://schemas.microsoft.com/office/drawing/2014/main" id="{88185ACA-7480-5CBE-E96D-749199299BE3}"/>
                </a:ext>
              </a:extLst>
            </p:cNvPr>
            <p:cNvSpPr/>
            <p:nvPr/>
          </p:nvSpPr>
          <p:spPr>
            <a:xfrm>
              <a:off x="6305550" y="3267075"/>
              <a:ext cx="523876" cy="171451"/>
            </a:xfrm>
            <a:custGeom>
              <a:avLst/>
              <a:gdLst/>
              <a:ahLst/>
              <a:cxnLst/>
              <a:rect l="0" t="0" r="0" b="0"/>
              <a:pathLst>
                <a:path w="523876" h="171451">
                  <a:moveTo>
                    <a:pt x="0" y="171450"/>
                  </a:moveTo>
                  <a:lnTo>
                    <a:pt x="171450" y="0"/>
                  </a:lnTo>
                  <a:lnTo>
                    <a:pt x="523875" y="0"/>
                  </a:lnTo>
                  <a:lnTo>
                    <a:pt x="352425" y="17145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adapt_features_0_side">
              <a:extLst>
                <a:ext uri="{FF2B5EF4-FFF2-40B4-BE49-F238E27FC236}">
                  <a16:creationId xmlns:a16="http://schemas.microsoft.com/office/drawing/2014/main" id="{A3FBADDD-A0C0-CC84-A67F-EB1086010F9B}"/>
                </a:ext>
              </a:extLst>
            </p:cNvPr>
            <p:cNvSpPr/>
            <p:nvPr/>
          </p:nvSpPr>
          <p:spPr>
            <a:xfrm>
              <a:off x="6657975" y="3267075"/>
              <a:ext cx="171451" cy="895351"/>
            </a:xfrm>
            <a:custGeom>
              <a:avLst/>
              <a:gdLst/>
              <a:ahLst/>
              <a:cxnLst/>
              <a:rect l="0" t="0" r="0" b="0"/>
              <a:pathLst>
                <a:path w="171451" h="895351">
                  <a:moveTo>
                    <a:pt x="0" y="171450"/>
                  </a:moveTo>
                  <a:lnTo>
                    <a:pt x="171450" y="0"/>
                  </a:lnTo>
                  <a:lnTo>
                    <a:pt x="171450" y="72390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2" name="task2_label_bg">
            <a:extLst>
              <a:ext uri="{FF2B5EF4-FFF2-40B4-BE49-F238E27FC236}">
                <a16:creationId xmlns:a16="http://schemas.microsoft.com/office/drawing/2014/main" id="{74012312-F462-881F-A027-B1800C5E16A4}"/>
              </a:ext>
            </a:extLst>
          </p:cNvPr>
          <p:cNvSpPr/>
          <p:nvPr/>
        </p:nvSpPr>
        <p:spPr>
          <a:xfrm>
            <a:off x="3143250" y="4714875"/>
            <a:ext cx="3333751" cy="514351"/>
          </a:xfrm>
          <a:custGeom>
            <a:avLst/>
            <a:gdLst/>
            <a:ahLst/>
            <a:cxnLst/>
            <a:rect l="0" t="0" r="0" b="0"/>
            <a:pathLst>
              <a:path w="3333751" h="514351">
                <a:moveTo>
                  <a:pt x="0" y="0"/>
                </a:moveTo>
                <a:lnTo>
                  <a:pt x="3000375" y="0"/>
                </a:lnTo>
                <a:lnTo>
                  <a:pt x="3333750" y="257175"/>
                </a:lnTo>
                <a:lnTo>
                  <a:pt x="3000375" y="514350"/>
                </a:lnTo>
                <a:lnTo>
                  <a:pt x="0" y="514350"/>
                </a:lnTo>
                <a:close/>
              </a:path>
            </a:pathLst>
          </a:custGeom>
          <a:solidFill>
            <a:srgbClr val="064A9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summary_label_bg">
            <a:extLst>
              <a:ext uri="{FF2B5EF4-FFF2-40B4-BE49-F238E27FC236}">
                <a16:creationId xmlns:a16="http://schemas.microsoft.com/office/drawing/2014/main" id="{9B6B2C70-CB91-16A1-909E-FD25C60E1CCB}"/>
              </a:ext>
            </a:extLst>
          </p:cNvPr>
          <p:cNvSpPr/>
          <p:nvPr/>
        </p:nvSpPr>
        <p:spPr>
          <a:xfrm>
            <a:off x="428625" y="7667625"/>
            <a:ext cx="2857501" cy="609601"/>
          </a:xfrm>
          <a:custGeom>
            <a:avLst/>
            <a:gdLst/>
            <a:ahLst/>
            <a:cxnLst/>
            <a:rect l="0" t="0" r="0" b="0"/>
            <a:pathLst>
              <a:path w="2857501" h="609601">
                <a:moveTo>
                  <a:pt x="0" y="0"/>
                </a:moveTo>
                <a:lnTo>
                  <a:pt x="2524125" y="0"/>
                </a:lnTo>
                <a:lnTo>
                  <a:pt x="2857500" y="304800"/>
                </a:lnTo>
                <a:lnTo>
                  <a:pt x="2524125" y="609600"/>
                </a:lnTo>
                <a:lnTo>
                  <a:pt x="0" y="609600"/>
                </a:lnTo>
                <a:close/>
              </a:path>
            </a:pathLst>
          </a:custGeom>
          <a:gradFill flip="none" rotWithShape="1">
            <a:gsLst>
              <a:gs pos="0">
                <a:srgbClr val="0078DB"/>
              </a:gs>
              <a:gs pos="100000">
                <a:srgbClr val="064A9D"/>
              </a:gs>
            </a:gsLst>
            <a:lin ang="540000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3" name="icon_source_clinical" descr="原生矢量组件，可取消组合编辑各个形状">
            <a:extLst>
              <a:ext uri="{FF2B5EF4-FFF2-40B4-BE49-F238E27FC236}">
                <a16:creationId xmlns:a16="http://schemas.microsoft.com/office/drawing/2014/main" id="{0984C83D-0F15-2373-C33A-085ECCF882CE}"/>
              </a:ext>
            </a:extLst>
          </p:cNvPr>
          <p:cNvGrpSpPr/>
          <p:nvPr/>
        </p:nvGrpSpPr>
        <p:grpSpPr>
          <a:xfrm>
            <a:off x="1185863" y="6810375"/>
            <a:ext cx="471487" cy="678656"/>
            <a:chOff x="1185863" y="6810375"/>
            <a:chExt cx="471487" cy="678656"/>
          </a:xfrm>
        </p:grpSpPr>
        <p:sp>
          <p:nvSpPr>
            <p:cNvPr id="94" name="source_clinical_part_0">
              <a:extLst>
                <a:ext uri="{FF2B5EF4-FFF2-40B4-BE49-F238E27FC236}">
                  <a16:creationId xmlns:a16="http://schemas.microsoft.com/office/drawing/2014/main" id="{C985D7AC-3031-6983-6276-18C9716FC16F}"/>
                </a:ext>
              </a:extLst>
            </p:cNvPr>
            <p:cNvSpPr/>
            <p:nvPr/>
          </p:nvSpPr>
          <p:spPr>
            <a:xfrm>
              <a:off x="1185863" y="6946106"/>
              <a:ext cx="471487" cy="542925"/>
            </a:xfrm>
            <a:prstGeom prst="roundRect">
              <a:avLst/>
            </a:prstGeom>
            <a:noFill/>
            <a:ln w="28575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source_clinical_part_1">
              <a:extLst>
                <a:ext uri="{FF2B5EF4-FFF2-40B4-BE49-F238E27FC236}">
                  <a16:creationId xmlns:a16="http://schemas.microsoft.com/office/drawing/2014/main" id="{743E1E72-2749-7C64-D4AD-229C18B46B71}"/>
                </a:ext>
              </a:extLst>
            </p:cNvPr>
            <p:cNvSpPr/>
            <p:nvPr/>
          </p:nvSpPr>
          <p:spPr>
            <a:xfrm>
              <a:off x="1328738" y="6867525"/>
              <a:ext cx="178593" cy="142875"/>
            </a:xfrm>
            <a:prstGeom prst="round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source_clinical_part_2">
              <a:extLst>
                <a:ext uri="{FF2B5EF4-FFF2-40B4-BE49-F238E27FC236}">
                  <a16:creationId xmlns:a16="http://schemas.microsoft.com/office/drawing/2014/main" id="{6B771FD1-8B1B-61C2-967D-B85977B75C8C}"/>
                </a:ext>
              </a:extLst>
            </p:cNvPr>
            <p:cNvSpPr/>
            <p:nvPr/>
          </p:nvSpPr>
          <p:spPr>
            <a:xfrm>
              <a:off x="1378744" y="6810375"/>
              <a:ext cx="85725" cy="8572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7" name="source_clinical_part_3">
              <a:extLst>
                <a:ext uri="{FF2B5EF4-FFF2-40B4-BE49-F238E27FC236}">
                  <a16:creationId xmlns:a16="http://schemas.microsoft.com/office/drawing/2014/main" id="{EAB57C9C-9262-BA5A-7FCF-BA4EA66988EE}"/>
                </a:ext>
              </a:extLst>
            </p:cNvPr>
            <p:cNvCxnSpPr/>
            <p:nvPr/>
          </p:nvCxnSpPr>
          <p:spPr>
            <a:xfrm>
              <a:off x="1264444" y="7196138"/>
              <a:ext cx="135731" cy="0"/>
            </a:xfrm>
            <a:prstGeom prst="line">
              <a:avLst/>
            </a:prstGeom>
            <a:ln w="35719">
              <a:solidFill>
                <a:srgbClr val="C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ource_clinical_part_4">
              <a:extLst>
                <a:ext uri="{FF2B5EF4-FFF2-40B4-BE49-F238E27FC236}">
                  <a16:creationId xmlns:a16="http://schemas.microsoft.com/office/drawing/2014/main" id="{0600F538-658C-982C-7460-0D5A4FAFAC94}"/>
                </a:ext>
              </a:extLst>
            </p:cNvPr>
            <p:cNvCxnSpPr/>
            <p:nvPr/>
          </p:nvCxnSpPr>
          <p:spPr>
            <a:xfrm>
              <a:off x="1332309" y="7124700"/>
              <a:ext cx="0" cy="142875"/>
            </a:xfrm>
            <a:prstGeom prst="line">
              <a:avLst/>
            </a:prstGeom>
            <a:ln w="35719">
              <a:solidFill>
                <a:srgbClr val="C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ource_clinical_part_5">
              <a:extLst>
                <a:ext uri="{FF2B5EF4-FFF2-40B4-BE49-F238E27FC236}">
                  <a16:creationId xmlns:a16="http://schemas.microsoft.com/office/drawing/2014/main" id="{E693DCD6-9268-122A-D7DC-A0E12D422941}"/>
                </a:ext>
              </a:extLst>
            </p:cNvPr>
            <p:cNvCxnSpPr/>
            <p:nvPr/>
          </p:nvCxnSpPr>
          <p:spPr>
            <a:xfrm>
              <a:off x="1464469" y="7167563"/>
              <a:ext cx="107156" cy="0"/>
            </a:xfrm>
            <a:prstGeom prst="line">
              <a:avLst/>
            </a:prstGeom>
            <a:ln w="28575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ource_clinical_part_6">
              <a:extLst>
                <a:ext uri="{FF2B5EF4-FFF2-40B4-BE49-F238E27FC236}">
                  <a16:creationId xmlns:a16="http://schemas.microsoft.com/office/drawing/2014/main" id="{FDC09A9D-48B0-9A75-EE61-00301CB14CD7}"/>
                </a:ext>
              </a:extLst>
            </p:cNvPr>
            <p:cNvCxnSpPr/>
            <p:nvPr/>
          </p:nvCxnSpPr>
          <p:spPr>
            <a:xfrm>
              <a:off x="1464469" y="7260431"/>
              <a:ext cx="107156" cy="0"/>
            </a:xfrm>
            <a:prstGeom prst="line">
              <a:avLst/>
            </a:prstGeom>
            <a:ln w="28575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ource_clinical_part_7">
              <a:extLst>
                <a:ext uri="{FF2B5EF4-FFF2-40B4-BE49-F238E27FC236}">
                  <a16:creationId xmlns:a16="http://schemas.microsoft.com/office/drawing/2014/main" id="{2D61139F-F82A-0E49-CAA0-BF75520033AE}"/>
                </a:ext>
              </a:extLst>
            </p:cNvPr>
            <p:cNvCxnSpPr/>
            <p:nvPr/>
          </p:nvCxnSpPr>
          <p:spPr>
            <a:xfrm>
              <a:off x="1264444" y="7360444"/>
              <a:ext cx="307181" cy="0"/>
            </a:xfrm>
            <a:prstGeom prst="line">
              <a:avLst/>
            </a:prstGeom>
            <a:ln w="28575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ource_clinical_part_8">
              <a:extLst>
                <a:ext uri="{FF2B5EF4-FFF2-40B4-BE49-F238E27FC236}">
                  <a16:creationId xmlns:a16="http://schemas.microsoft.com/office/drawing/2014/main" id="{45809C72-8730-9EC3-4D24-2AF1460CC53B}"/>
                </a:ext>
              </a:extLst>
            </p:cNvPr>
            <p:cNvCxnSpPr/>
            <p:nvPr/>
          </p:nvCxnSpPr>
          <p:spPr>
            <a:xfrm>
              <a:off x="1264444" y="7431881"/>
              <a:ext cx="250031" cy="0"/>
            </a:xfrm>
            <a:prstGeom prst="line">
              <a:avLst/>
            </a:prstGeom>
            <a:ln w="28575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icon_output_kidney" descr="原生矢量组件，可取消组合编辑各个形状">
            <a:extLst>
              <a:ext uri="{FF2B5EF4-FFF2-40B4-BE49-F238E27FC236}">
                <a16:creationId xmlns:a16="http://schemas.microsoft.com/office/drawing/2014/main" id="{A6EBF487-DA2B-88B6-9734-AB0CD7AE7F26}"/>
              </a:ext>
            </a:extLst>
          </p:cNvPr>
          <p:cNvGrpSpPr/>
          <p:nvPr/>
        </p:nvGrpSpPr>
        <p:grpSpPr>
          <a:xfrm>
            <a:off x="9966389" y="3125248"/>
            <a:ext cx="754475" cy="805338"/>
            <a:chOff x="9966389" y="3125248"/>
            <a:chExt cx="754475" cy="805338"/>
          </a:xfrm>
        </p:grpSpPr>
        <p:sp>
          <p:nvSpPr>
            <p:cNvPr id="104" name="output_kidney_part_0">
              <a:extLst>
                <a:ext uri="{FF2B5EF4-FFF2-40B4-BE49-F238E27FC236}">
                  <a16:creationId xmlns:a16="http://schemas.microsoft.com/office/drawing/2014/main" id="{BC5ADA6C-6AED-6A4F-5706-06C04CEB80DB}"/>
                </a:ext>
              </a:extLst>
            </p:cNvPr>
            <p:cNvSpPr/>
            <p:nvPr/>
          </p:nvSpPr>
          <p:spPr>
            <a:xfrm>
              <a:off x="9966389" y="3125248"/>
              <a:ext cx="339091" cy="652749"/>
            </a:xfrm>
            <a:custGeom>
              <a:avLst/>
              <a:gdLst/>
              <a:ahLst/>
              <a:cxnLst/>
              <a:rect l="0" t="0" r="0" b="0"/>
              <a:pathLst>
                <a:path w="339091" h="652749">
                  <a:moveTo>
                    <a:pt x="288226" y="110204"/>
                  </a:moveTo>
                  <a:cubicBezTo>
                    <a:pt x="76295" y="0"/>
                    <a:pt x="0" y="186499"/>
                    <a:pt x="25431" y="364522"/>
                  </a:cubicBezTo>
                  <a:cubicBezTo>
                    <a:pt x="50863" y="610362"/>
                    <a:pt x="178022" y="652748"/>
                    <a:pt x="262794" y="576453"/>
                  </a:cubicBezTo>
                  <a:cubicBezTo>
                    <a:pt x="339090" y="483203"/>
                    <a:pt x="118681" y="406908"/>
                    <a:pt x="194976" y="296704"/>
                  </a:cubicBezTo>
                  <a:cubicBezTo>
                    <a:pt x="279748" y="254317"/>
                    <a:pt x="322135" y="211931"/>
                    <a:pt x="288226" y="110204"/>
                  </a:cubicBezTo>
                  <a:close/>
                </a:path>
              </a:pathLst>
            </a:custGeom>
            <a:solidFill>
              <a:srgbClr val="C55252"/>
            </a:solidFill>
            <a:ln w="16955">
              <a:solidFill>
                <a:srgbClr val="9F38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output_kidney_part_1">
              <a:extLst>
                <a:ext uri="{FF2B5EF4-FFF2-40B4-BE49-F238E27FC236}">
                  <a16:creationId xmlns:a16="http://schemas.microsoft.com/office/drawing/2014/main" id="{027A9F40-C752-5444-24FF-A02AC3DCB45E}"/>
                </a:ext>
              </a:extLst>
            </p:cNvPr>
            <p:cNvSpPr/>
            <p:nvPr/>
          </p:nvSpPr>
          <p:spPr>
            <a:xfrm>
              <a:off x="10381774" y="3125248"/>
              <a:ext cx="339090" cy="652749"/>
            </a:xfrm>
            <a:custGeom>
              <a:avLst/>
              <a:gdLst/>
              <a:ahLst/>
              <a:cxnLst/>
              <a:rect l="0" t="0" r="0" b="0"/>
              <a:pathLst>
                <a:path w="339090" h="652749">
                  <a:moveTo>
                    <a:pt x="50864" y="110204"/>
                  </a:moveTo>
                  <a:cubicBezTo>
                    <a:pt x="262795" y="0"/>
                    <a:pt x="339089" y="186499"/>
                    <a:pt x="313658" y="364522"/>
                  </a:cubicBezTo>
                  <a:cubicBezTo>
                    <a:pt x="288226" y="610362"/>
                    <a:pt x="161068" y="652748"/>
                    <a:pt x="76295" y="576453"/>
                  </a:cubicBezTo>
                  <a:cubicBezTo>
                    <a:pt x="0" y="483203"/>
                    <a:pt x="220408" y="406908"/>
                    <a:pt x="144113" y="296704"/>
                  </a:cubicBezTo>
                  <a:cubicBezTo>
                    <a:pt x="59341" y="254317"/>
                    <a:pt x="16954" y="211931"/>
                    <a:pt x="50864" y="110204"/>
                  </a:cubicBezTo>
                  <a:close/>
                </a:path>
              </a:pathLst>
            </a:custGeom>
            <a:solidFill>
              <a:srgbClr val="C55252"/>
            </a:solidFill>
            <a:ln w="16955">
              <a:solidFill>
                <a:srgbClr val="9F38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6" name="output_kidney_part_2">
              <a:extLst>
                <a:ext uri="{FF2B5EF4-FFF2-40B4-BE49-F238E27FC236}">
                  <a16:creationId xmlns:a16="http://schemas.microsoft.com/office/drawing/2014/main" id="{BBA755A9-DB00-8D06-2A16-C924C7DC162A}"/>
                </a:ext>
              </a:extLst>
            </p:cNvPr>
            <p:cNvCxnSpPr/>
            <p:nvPr/>
          </p:nvCxnSpPr>
          <p:spPr>
            <a:xfrm>
              <a:off x="10288524" y="3455860"/>
              <a:ext cx="0" cy="474726"/>
            </a:xfrm>
            <a:prstGeom prst="line">
              <a:avLst/>
            </a:prstGeom>
            <a:ln w="33909">
              <a:solidFill>
                <a:srgbClr val="E8A1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output_kidney_part_3">
              <a:extLst>
                <a:ext uri="{FF2B5EF4-FFF2-40B4-BE49-F238E27FC236}">
                  <a16:creationId xmlns:a16="http://schemas.microsoft.com/office/drawing/2014/main" id="{955AEBFD-650A-704B-8A04-2737E2D3DE29}"/>
                </a:ext>
              </a:extLst>
            </p:cNvPr>
            <p:cNvCxnSpPr/>
            <p:nvPr/>
          </p:nvCxnSpPr>
          <p:spPr>
            <a:xfrm>
              <a:off x="10398728" y="3455860"/>
              <a:ext cx="0" cy="474726"/>
            </a:xfrm>
            <a:prstGeom prst="line">
              <a:avLst/>
            </a:prstGeom>
            <a:ln w="33909">
              <a:solidFill>
                <a:srgbClr val="E8A14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output_kidney_part_4">
              <a:extLst>
                <a:ext uri="{FF2B5EF4-FFF2-40B4-BE49-F238E27FC236}">
                  <a16:creationId xmlns:a16="http://schemas.microsoft.com/office/drawing/2014/main" id="{E74C70C9-7A42-1C1D-5E60-EFBD29127DE4}"/>
                </a:ext>
              </a:extLst>
            </p:cNvPr>
            <p:cNvCxnSpPr/>
            <p:nvPr/>
          </p:nvCxnSpPr>
          <p:spPr>
            <a:xfrm>
              <a:off x="10347865" y="3371088"/>
              <a:ext cx="0" cy="559498"/>
            </a:xfrm>
            <a:prstGeom prst="line">
              <a:avLst/>
            </a:prstGeom>
            <a:ln w="42386">
              <a:solidFill>
                <a:srgbClr val="C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output_kidney_part_5">
              <a:extLst>
                <a:ext uri="{FF2B5EF4-FFF2-40B4-BE49-F238E27FC236}">
                  <a16:creationId xmlns:a16="http://schemas.microsoft.com/office/drawing/2014/main" id="{9A7DD124-79ED-6600-DD7D-29E05BA60841}"/>
                </a:ext>
              </a:extLst>
            </p:cNvPr>
            <p:cNvCxnSpPr/>
            <p:nvPr/>
          </p:nvCxnSpPr>
          <p:spPr>
            <a:xfrm flipV="1">
              <a:off x="10195275" y="3455860"/>
              <a:ext cx="93249" cy="33910"/>
            </a:xfrm>
            <a:prstGeom prst="line">
              <a:avLst/>
            </a:prstGeom>
            <a:ln w="25432">
              <a:solidFill>
                <a:srgbClr val="1888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output_kidney_part_6">
              <a:extLst>
                <a:ext uri="{FF2B5EF4-FFF2-40B4-BE49-F238E27FC236}">
                  <a16:creationId xmlns:a16="http://schemas.microsoft.com/office/drawing/2014/main" id="{9BA46313-7D01-A362-59D4-25983DB8E4EB}"/>
                </a:ext>
              </a:extLst>
            </p:cNvPr>
            <p:cNvCxnSpPr/>
            <p:nvPr/>
          </p:nvCxnSpPr>
          <p:spPr>
            <a:xfrm flipH="1" flipV="1">
              <a:off x="10398728" y="3455860"/>
              <a:ext cx="84772" cy="33910"/>
            </a:xfrm>
            <a:prstGeom prst="line">
              <a:avLst/>
            </a:prstGeom>
            <a:ln w="25432">
              <a:solidFill>
                <a:srgbClr val="1888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icon_route_chart" descr="原生矢量组件，可取消组合编辑各个形状">
            <a:extLst>
              <a:ext uri="{FF2B5EF4-FFF2-40B4-BE49-F238E27FC236}">
                <a16:creationId xmlns:a16="http://schemas.microsoft.com/office/drawing/2014/main" id="{F12D5ED4-E96C-6857-D937-D78CE9B8D950}"/>
              </a:ext>
            </a:extLst>
          </p:cNvPr>
          <p:cNvGrpSpPr/>
          <p:nvPr/>
        </p:nvGrpSpPr>
        <p:grpSpPr>
          <a:xfrm>
            <a:off x="6270498" y="6089904"/>
            <a:ext cx="851916" cy="782574"/>
            <a:chOff x="6270498" y="6089904"/>
            <a:chExt cx="851916" cy="782574"/>
          </a:xfrm>
        </p:grpSpPr>
        <p:cxnSp>
          <p:nvCxnSpPr>
            <p:cNvPr id="112" name="route_chart_part_0">
              <a:extLst>
                <a:ext uri="{FF2B5EF4-FFF2-40B4-BE49-F238E27FC236}">
                  <a16:creationId xmlns:a16="http://schemas.microsoft.com/office/drawing/2014/main" id="{0F6CB129-A35B-FBB0-619F-224BDF4B3992}"/>
                </a:ext>
              </a:extLst>
            </p:cNvPr>
            <p:cNvCxnSpPr/>
            <p:nvPr/>
          </p:nvCxnSpPr>
          <p:spPr>
            <a:xfrm flipV="1">
              <a:off x="6270498" y="6099810"/>
              <a:ext cx="0" cy="772668"/>
            </a:xfrm>
            <a:prstGeom prst="line">
              <a:avLst/>
            </a:prstGeom>
            <a:ln w="29718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oute_chart_part_1">
              <a:extLst>
                <a:ext uri="{FF2B5EF4-FFF2-40B4-BE49-F238E27FC236}">
                  <a16:creationId xmlns:a16="http://schemas.microsoft.com/office/drawing/2014/main" id="{86EA43FF-3CFB-2101-4DCD-6C597129C90E}"/>
                </a:ext>
              </a:extLst>
            </p:cNvPr>
            <p:cNvCxnSpPr/>
            <p:nvPr/>
          </p:nvCxnSpPr>
          <p:spPr>
            <a:xfrm>
              <a:off x="6270498" y="6872478"/>
              <a:ext cx="851916" cy="0"/>
            </a:xfrm>
            <a:prstGeom prst="line">
              <a:avLst/>
            </a:prstGeom>
            <a:ln w="29718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oute_chart_part_2">
              <a:extLst>
                <a:ext uri="{FF2B5EF4-FFF2-40B4-BE49-F238E27FC236}">
                  <a16:creationId xmlns:a16="http://schemas.microsoft.com/office/drawing/2014/main" id="{49BE4F04-B64C-8812-0E94-26BAB5C86C8B}"/>
                </a:ext>
              </a:extLst>
            </p:cNvPr>
            <p:cNvSpPr/>
            <p:nvPr/>
          </p:nvSpPr>
          <p:spPr>
            <a:xfrm>
              <a:off x="6379464" y="6585204"/>
              <a:ext cx="128778" cy="287274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route_chart_part_3">
              <a:extLst>
                <a:ext uri="{FF2B5EF4-FFF2-40B4-BE49-F238E27FC236}">
                  <a16:creationId xmlns:a16="http://schemas.microsoft.com/office/drawing/2014/main" id="{28C06E4D-67C0-61EC-0CD4-BFF7EDF5E47C}"/>
                </a:ext>
              </a:extLst>
            </p:cNvPr>
            <p:cNvSpPr/>
            <p:nvPr/>
          </p:nvSpPr>
          <p:spPr>
            <a:xfrm>
              <a:off x="6577584" y="6416802"/>
              <a:ext cx="128778" cy="455676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route_chart_part_4">
              <a:extLst>
                <a:ext uri="{FF2B5EF4-FFF2-40B4-BE49-F238E27FC236}">
                  <a16:creationId xmlns:a16="http://schemas.microsoft.com/office/drawing/2014/main" id="{38AFEABB-0F9D-884C-2194-464D0D6F3B31}"/>
                </a:ext>
              </a:extLst>
            </p:cNvPr>
            <p:cNvSpPr/>
            <p:nvPr/>
          </p:nvSpPr>
          <p:spPr>
            <a:xfrm>
              <a:off x="6775704" y="6258306"/>
              <a:ext cx="128778" cy="614172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route_chart_part_5">
              <a:extLst>
                <a:ext uri="{FF2B5EF4-FFF2-40B4-BE49-F238E27FC236}">
                  <a16:creationId xmlns:a16="http://schemas.microsoft.com/office/drawing/2014/main" id="{17A77DFF-F71C-185A-4B7B-68CDC0EB4295}"/>
                </a:ext>
              </a:extLst>
            </p:cNvPr>
            <p:cNvSpPr/>
            <p:nvPr/>
          </p:nvSpPr>
          <p:spPr>
            <a:xfrm>
              <a:off x="6973824" y="6089904"/>
              <a:ext cx="128778" cy="782574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8" name="icon_route_scatter" descr="原生矢量组件，可取消组合编辑各个形状">
            <a:extLst>
              <a:ext uri="{FF2B5EF4-FFF2-40B4-BE49-F238E27FC236}">
                <a16:creationId xmlns:a16="http://schemas.microsoft.com/office/drawing/2014/main" id="{3626055C-4584-2518-5E90-63D4E24F6073}"/>
              </a:ext>
            </a:extLst>
          </p:cNvPr>
          <p:cNvGrpSpPr/>
          <p:nvPr/>
        </p:nvGrpSpPr>
        <p:grpSpPr>
          <a:xfrm>
            <a:off x="9093136" y="6080760"/>
            <a:ext cx="1441895" cy="1276159"/>
            <a:chOff x="9093136" y="6080760"/>
            <a:chExt cx="1441895" cy="1276159"/>
          </a:xfrm>
        </p:grpSpPr>
        <p:cxnSp>
          <p:nvCxnSpPr>
            <p:cNvPr id="119" name="route_scatter_part_0">
              <a:extLst>
                <a:ext uri="{FF2B5EF4-FFF2-40B4-BE49-F238E27FC236}">
                  <a16:creationId xmlns:a16="http://schemas.microsoft.com/office/drawing/2014/main" id="{ECDA3515-E2DC-42AB-63AE-A28F15C4A72D}"/>
                </a:ext>
              </a:extLst>
            </p:cNvPr>
            <p:cNvCxnSpPr/>
            <p:nvPr/>
          </p:nvCxnSpPr>
          <p:spPr>
            <a:xfrm flipV="1">
              <a:off x="9093136" y="6080760"/>
              <a:ext cx="0" cy="1276159"/>
            </a:xfrm>
            <a:prstGeom prst="line">
              <a:avLst/>
            </a:prstGeom>
            <a:ln w="3314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oute_scatter_part_1">
              <a:extLst>
                <a:ext uri="{FF2B5EF4-FFF2-40B4-BE49-F238E27FC236}">
                  <a16:creationId xmlns:a16="http://schemas.microsoft.com/office/drawing/2014/main" id="{085DFAFD-972C-73FE-6E66-CA53317F2B50}"/>
                </a:ext>
              </a:extLst>
            </p:cNvPr>
            <p:cNvCxnSpPr/>
            <p:nvPr/>
          </p:nvCxnSpPr>
          <p:spPr>
            <a:xfrm>
              <a:off x="9093136" y="7356919"/>
              <a:ext cx="1441895" cy="0"/>
            </a:xfrm>
            <a:prstGeom prst="line">
              <a:avLst/>
            </a:prstGeom>
            <a:ln w="3314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oute_scatter_part_2">
              <a:extLst>
                <a:ext uri="{FF2B5EF4-FFF2-40B4-BE49-F238E27FC236}">
                  <a16:creationId xmlns:a16="http://schemas.microsoft.com/office/drawing/2014/main" id="{A3A7689A-7AE1-F5AE-864F-2FF77EDE49E5}"/>
                </a:ext>
              </a:extLst>
            </p:cNvPr>
            <p:cNvCxnSpPr/>
            <p:nvPr/>
          </p:nvCxnSpPr>
          <p:spPr>
            <a:xfrm flipV="1">
              <a:off x="9192578" y="6395657"/>
              <a:ext cx="1209865" cy="878395"/>
            </a:xfrm>
            <a:prstGeom prst="line">
              <a:avLst/>
            </a:prstGeom>
            <a:ln w="33147">
              <a:solidFill>
                <a:srgbClr val="C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oute_scatter_part_3">
              <a:extLst>
                <a:ext uri="{FF2B5EF4-FFF2-40B4-BE49-F238E27FC236}">
                  <a16:creationId xmlns:a16="http://schemas.microsoft.com/office/drawing/2014/main" id="{BEDAE1CC-7180-047B-F07A-59BD0FCFFAAD}"/>
                </a:ext>
              </a:extLst>
            </p:cNvPr>
            <p:cNvSpPr/>
            <p:nvPr/>
          </p:nvSpPr>
          <p:spPr>
            <a:xfrm>
              <a:off x="9258871" y="7174611"/>
              <a:ext cx="66294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route_scatter_part_4">
              <a:extLst>
                <a:ext uri="{FF2B5EF4-FFF2-40B4-BE49-F238E27FC236}">
                  <a16:creationId xmlns:a16="http://schemas.microsoft.com/office/drawing/2014/main" id="{8099C35D-EFED-0596-9E83-E33CFD83A81A}"/>
                </a:ext>
              </a:extLst>
            </p:cNvPr>
            <p:cNvSpPr/>
            <p:nvPr/>
          </p:nvSpPr>
          <p:spPr>
            <a:xfrm>
              <a:off x="9325166" y="6926008"/>
              <a:ext cx="66293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route_scatter_part_5">
              <a:extLst>
                <a:ext uri="{FF2B5EF4-FFF2-40B4-BE49-F238E27FC236}">
                  <a16:creationId xmlns:a16="http://schemas.microsoft.com/office/drawing/2014/main" id="{32571659-8734-EE83-A858-6356C0C87BEF}"/>
                </a:ext>
              </a:extLst>
            </p:cNvPr>
            <p:cNvSpPr/>
            <p:nvPr/>
          </p:nvSpPr>
          <p:spPr>
            <a:xfrm>
              <a:off x="9391459" y="7075170"/>
              <a:ext cx="66294" cy="66293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route_scatter_part_6">
              <a:extLst>
                <a:ext uri="{FF2B5EF4-FFF2-40B4-BE49-F238E27FC236}">
                  <a16:creationId xmlns:a16="http://schemas.microsoft.com/office/drawing/2014/main" id="{138565AE-D197-D2DD-A827-5C8C85EF0944}"/>
                </a:ext>
              </a:extLst>
            </p:cNvPr>
            <p:cNvSpPr/>
            <p:nvPr/>
          </p:nvSpPr>
          <p:spPr>
            <a:xfrm>
              <a:off x="9524047" y="6892861"/>
              <a:ext cx="66294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route_scatter_part_7">
              <a:extLst>
                <a:ext uri="{FF2B5EF4-FFF2-40B4-BE49-F238E27FC236}">
                  <a16:creationId xmlns:a16="http://schemas.microsoft.com/office/drawing/2014/main" id="{060BDB74-C0FF-DF2D-BEC5-E30BCC947178}"/>
                </a:ext>
              </a:extLst>
            </p:cNvPr>
            <p:cNvSpPr/>
            <p:nvPr/>
          </p:nvSpPr>
          <p:spPr>
            <a:xfrm>
              <a:off x="9606915" y="7042023"/>
              <a:ext cx="66294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route_scatter_part_8">
              <a:extLst>
                <a:ext uri="{FF2B5EF4-FFF2-40B4-BE49-F238E27FC236}">
                  <a16:creationId xmlns:a16="http://schemas.microsoft.com/office/drawing/2014/main" id="{37FCD049-5EC1-5B44-79E9-CB35D34E331D}"/>
                </a:ext>
              </a:extLst>
            </p:cNvPr>
            <p:cNvSpPr/>
            <p:nvPr/>
          </p:nvSpPr>
          <p:spPr>
            <a:xfrm>
              <a:off x="9656635" y="6677406"/>
              <a:ext cx="66294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route_scatter_part_9">
              <a:extLst>
                <a:ext uri="{FF2B5EF4-FFF2-40B4-BE49-F238E27FC236}">
                  <a16:creationId xmlns:a16="http://schemas.microsoft.com/office/drawing/2014/main" id="{B4520DD7-15F8-5FF3-8847-FDF2DA606843}"/>
                </a:ext>
              </a:extLst>
            </p:cNvPr>
            <p:cNvSpPr/>
            <p:nvPr/>
          </p:nvSpPr>
          <p:spPr>
            <a:xfrm>
              <a:off x="9739503" y="6809994"/>
              <a:ext cx="66294" cy="66293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route_scatter_part_10">
              <a:extLst>
                <a:ext uri="{FF2B5EF4-FFF2-40B4-BE49-F238E27FC236}">
                  <a16:creationId xmlns:a16="http://schemas.microsoft.com/office/drawing/2014/main" id="{7AA00212-7043-1B8F-6D28-5AD61F1F87EF}"/>
                </a:ext>
              </a:extLst>
            </p:cNvPr>
            <p:cNvSpPr/>
            <p:nvPr/>
          </p:nvSpPr>
          <p:spPr>
            <a:xfrm>
              <a:off x="9805797" y="6926008"/>
              <a:ext cx="66293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route_scatter_part_11">
              <a:extLst>
                <a:ext uri="{FF2B5EF4-FFF2-40B4-BE49-F238E27FC236}">
                  <a16:creationId xmlns:a16="http://schemas.microsoft.com/office/drawing/2014/main" id="{9EE14D14-FE8E-AD15-2BE4-8B0EFD2028CD}"/>
                </a:ext>
              </a:extLst>
            </p:cNvPr>
            <p:cNvSpPr/>
            <p:nvPr/>
          </p:nvSpPr>
          <p:spPr>
            <a:xfrm>
              <a:off x="9838944" y="6428803"/>
              <a:ext cx="66293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route_scatter_part_12">
              <a:extLst>
                <a:ext uri="{FF2B5EF4-FFF2-40B4-BE49-F238E27FC236}">
                  <a16:creationId xmlns:a16="http://schemas.microsoft.com/office/drawing/2014/main" id="{1525E747-591D-A443-223B-104C19769838}"/>
                </a:ext>
              </a:extLst>
            </p:cNvPr>
            <p:cNvSpPr/>
            <p:nvPr/>
          </p:nvSpPr>
          <p:spPr>
            <a:xfrm>
              <a:off x="9921811" y="6743700"/>
              <a:ext cx="66294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route_scatter_part_13">
              <a:extLst>
                <a:ext uri="{FF2B5EF4-FFF2-40B4-BE49-F238E27FC236}">
                  <a16:creationId xmlns:a16="http://schemas.microsoft.com/office/drawing/2014/main" id="{D4480194-7EB6-506A-B44C-864C9AFF59A3}"/>
                </a:ext>
              </a:extLst>
            </p:cNvPr>
            <p:cNvSpPr/>
            <p:nvPr/>
          </p:nvSpPr>
          <p:spPr>
            <a:xfrm>
              <a:off x="9971532" y="6577965"/>
              <a:ext cx="66293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route_scatter_part_14">
              <a:extLst>
                <a:ext uri="{FF2B5EF4-FFF2-40B4-BE49-F238E27FC236}">
                  <a16:creationId xmlns:a16="http://schemas.microsoft.com/office/drawing/2014/main" id="{7F69CFA5-23F4-60B4-C899-50052D1032B2}"/>
                </a:ext>
              </a:extLst>
            </p:cNvPr>
            <p:cNvSpPr/>
            <p:nvPr/>
          </p:nvSpPr>
          <p:spPr>
            <a:xfrm>
              <a:off x="10087546" y="6379083"/>
              <a:ext cx="66294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route_scatter_part_15">
              <a:extLst>
                <a:ext uri="{FF2B5EF4-FFF2-40B4-BE49-F238E27FC236}">
                  <a16:creationId xmlns:a16="http://schemas.microsoft.com/office/drawing/2014/main" id="{1ED35ABB-B226-7D9C-D6AB-729C5D11D910}"/>
                </a:ext>
              </a:extLst>
            </p:cNvPr>
            <p:cNvSpPr/>
            <p:nvPr/>
          </p:nvSpPr>
          <p:spPr>
            <a:xfrm>
              <a:off x="10170414" y="6594539"/>
              <a:ext cx="66294" cy="66293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route_scatter_part_16">
              <a:extLst>
                <a:ext uri="{FF2B5EF4-FFF2-40B4-BE49-F238E27FC236}">
                  <a16:creationId xmlns:a16="http://schemas.microsoft.com/office/drawing/2014/main" id="{3AFB7629-B6F9-43D8-C44C-B685487A1E0A}"/>
                </a:ext>
              </a:extLst>
            </p:cNvPr>
            <p:cNvSpPr/>
            <p:nvPr/>
          </p:nvSpPr>
          <p:spPr>
            <a:xfrm>
              <a:off x="10253281" y="6296216"/>
              <a:ext cx="66294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route_scatter_part_17">
              <a:extLst>
                <a:ext uri="{FF2B5EF4-FFF2-40B4-BE49-F238E27FC236}">
                  <a16:creationId xmlns:a16="http://schemas.microsoft.com/office/drawing/2014/main" id="{0AFC289B-B47E-A56D-08B9-334B376428AA}"/>
                </a:ext>
              </a:extLst>
            </p:cNvPr>
            <p:cNvSpPr/>
            <p:nvPr/>
          </p:nvSpPr>
          <p:spPr>
            <a:xfrm>
              <a:off x="10369296" y="6163628"/>
              <a:ext cx="66293" cy="6629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route_scatter_part_18">
              <a:extLst>
                <a:ext uri="{FF2B5EF4-FFF2-40B4-BE49-F238E27FC236}">
                  <a16:creationId xmlns:a16="http://schemas.microsoft.com/office/drawing/2014/main" id="{3C7CF0DB-4537-891B-E645-92F5C86CDDC7}"/>
                </a:ext>
              </a:extLst>
            </p:cNvPr>
            <p:cNvSpPr/>
            <p:nvPr/>
          </p:nvSpPr>
          <p:spPr>
            <a:xfrm>
              <a:off x="10419017" y="6511671"/>
              <a:ext cx="66293" cy="66293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8" name="icon_clinical_icon" descr="原生矢量组件，可取消组合编辑各个形状">
            <a:extLst>
              <a:ext uri="{FF2B5EF4-FFF2-40B4-BE49-F238E27FC236}">
                <a16:creationId xmlns:a16="http://schemas.microsoft.com/office/drawing/2014/main" id="{FB41E283-1B83-072F-CEFF-FCE615D077C2}"/>
              </a:ext>
            </a:extLst>
          </p:cNvPr>
          <p:cNvGrpSpPr/>
          <p:nvPr/>
        </p:nvGrpSpPr>
        <p:grpSpPr>
          <a:xfrm>
            <a:off x="12414694" y="2905125"/>
            <a:ext cx="572071" cy="823436"/>
            <a:chOff x="12414694" y="2905125"/>
            <a:chExt cx="572071" cy="823436"/>
          </a:xfrm>
        </p:grpSpPr>
        <p:sp>
          <p:nvSpPr>
            <p:cNvPr id="139" name="clinical_icon_part_0">
              <a:extLst>
                <a:ext uri="{FF2B5EF4-FFF2-40B4-BE49-F238E27FC236}">
                  <a16:creationId xmlns:a16="http://schemas.microsoft.com/office/drawing/2014/main" id="{0875A45D-12C1-2B50-6D53-726ABDF9021E}"/>
                </a:ext>
              </a:extLst>
            </p:cNvPr>
            <p:cNvSpPr/>
            <p:nvPr/>
          </p:nvSpPr>
          <p:spPr>
            <a:xfrm>
              <a:off x="12414694" y="3069812"/>
              <a:ext cx="572071" cy="658749"/>
            </a:xfrm>
            <a:prstGeom prst="roundRect">
              <a:avLst/>
            </a:prstGeom>
            <a:noFill/>
            <a:ln w="34671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clinical_icon_part_1">
              <a:extLst>
                <a:ext uri="{FF2B5EF4-FFF2-40B4-BE49-F238E27FC236}">
                  <a16:creationId xmlns:a16="http://schemas.microsoft.com/office/drawing/2014/main" id="{ADFFEAA5-9368-9150-1698-AF4E4FBB3F21}"/>
                </a:ext>
              </a:extLst>
            </p:cNvPr>
            <p:cNvSpPr/>
            <p:nvPr/>
          </p:nvSpPr>
          <p:spPr>
            <a:xfrm>
              <a:off x="12588049" y="2974467"/>
              <a:ext cx="216694" cy="173355"/>
            </a:xfrm>
            <a:prstGeom prst="round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clinical_icon_part_2">
              <a:extLst>
                <a:ext uri="{FF2B5EF4-FFF2-40B4-BE49-F238E27FC236}">
                  <a16:creationId xmlns:a16="http://schemas.microsoft.com/office/drawing/2014/main" id="{94902EF2-FA84-E079-45C5-0226051ED029}"/>
                </a:ext>
              </a:extLst>
            </p:cNvPr>
            <p:cNvSpPr/>
            <p:nvPr/>
          </p:nvSpPr>
          <p:spPr>
            <a:xfrm>
              <a:off x="12648724" y="2905125"/>
              <a:ext cx="104013" cy="104013"/>
            </a:xfrm>
            <a:prstGeom prst="ellipse">
              <a:avLst/>
            </a:prstGeom>
            <a:solidFill>
              <a:srgbClr val="FFFFFF"/>
            </a:solidFill>
            <a:ln w="34671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2" name="clinical_icon_part_3">
              <a:extLst>
                <a:ext uri="{FF2B5EF4-FFF2-40B4-BE49-F238E27FC236}">
                  <a16:creationId xmlns:a16="http://schemas.microsoft.com/office/drawing/2014/main" id="{9639EC8B-ADA9-3C32-1B8E-DBCC9B43B160}"/>
                </a:ext>
              </a:extLst>
            </p:cNvPr>
            <p:cNvCxnSpPr/>
            <p:nvPr/>
          </p:nvCxnSpPr>
          <p:spPr>
            <a:xfrm>
              <a:off x="12510040" y="3373184"/>
              <a:ext cx="164687" cy="0"/>
            </a:xfrm>
            <a:prstGeom prst="line">
              <a:avLst/>
            </a:prstGeom>
            <a:ln w="43339">
              <a:solidFill>
                <a:srgbClr val="C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linical_icon_part_4">
              <a:extLst>
                <a:ext uri="{FF2B5EF4-FFF2-40B4-BE49-F238E27FC236}">
                  <a16:creationId xmlns:a16="http://schemas.microsoft.com/office/drawing/2014/main" id="{1A94E264-B267-3AC8-D759-6332FD7BC796}"/>
                </a:ext>
              </a:extLst>
            </p:cNvPr>
            <p:cNvCxnSpPr/>
            <p:nvPr/>
          </p:nvCxnSpPr>
          <p:spPr>
            <a:xfrm>
              <a:off x="12592383" y="3286506"/>
              <a:ext cx="0" cy="173355"/>
            </a:xfrm>
            <a:prstGeom prst="line">
              <a:avLst/>
            </a:prstGeom>
            <a:ln w="43339">
              <a:solidFill>
                <a:srgbClr val="C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linical_icon_part_5">
              <a:extLst>
                <a:ext uri="{FF2B5EF4-FFF2-40B4-BE49-F238E27FC236}">
                  <a16:creationId xmlns:a16="http://schemas.microsoft.com/office/drawing/2014/main" id="{C11FB628-AF05-B050-81B3-FF944511F068}"/>
                </a:ext>
              </a:extLst>
            </p:cNvPr>
            <p:cNvCxnSpPr/>
            <p:nvPr/>
          </p:nvCxnSpPr>
          <p:spPr>
            <a:xfrm>
              <a:off x="12752737" y="3338513"/>
              <a:ext cx="130016" cy="0"/>
            </a:xfrm>
            <a:prstGeom prst="line">
              <a:avLst/>
            </a:prstGeom>
            <a:ln w="3467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linical_icon_part_6">
              <a:extLst>
                <a:ext uri="{FF2B5EF4-FFF2-40B4-BE49-F238E27FC236}">
                  <a16:creationId xmlns:a16="http://schemas.microsoft.com/office/drawing/2014/main" id="{EDADCB0E-A266-DE72-5DCB-2CB8AB40A30F}"/>
                </a:ext>
              </a:extLst>
            </p:cNvPr>
            <p:cNvCxnSpPr/>
            <p:nvPr/>
          </p:nvCxnSpPr>
          <p:spPr>
            <a:xfrm>
              <a:off x="12752737" y="3451193"/>
              <a:ext cx="130016" cy="0"/>
            </a:xfrm>
            <a:prstGeom prst="line">
              <a:avLst/>
            </a:prstGeom>
            <a:ln w="3467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linical_icon_part_7">
              <a:extLst>
                <a:ext uri="{FF2B5EF4-FFF2-40B4-BE49-F238E27FC236}">
                  <a16:creationId xmlns:a16="http://schemas.microsoft.com/office/drawing/2014/main" id="{6D5DC979-0888-34C1-B328-DDCA1F6A149A}"/>
                </a:ext>
              </a:extLst>
            </p:cNvPr>
            <p:cNvCxnSpPr/>
            <p:nvPr/>
          </p:nvCxnSpPr>
          <p:spPr>
            <a:xfrm>
              <a:off x="12510040" y="3572542"/>
              <a:ext cx="372713" cy="0"/>
            </a:xfrm>
            <a:prstGeom prst="line">
              <a:avLst/>
            </a:prstGeom>
            <a:ln w="3467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linical_icon_part_8">
              <a:extLst>
                <a:ext uri="{FF2B5EF4-FFF2-40B4-BE49-F238E27FC236}">
                  <a16:creationId xmlns:a16="http://schemas.microsoft.com/office/drawing/2014/main" id="{50E5E3EE-B3E7-FC59-3DFC-C2591BDCA936}"/>
                </a:ext>
              </a:extLst>
            </p:cNvPr>
            <p:cNvCxnSpPr/>
            <p:nvPr/>
          </p:nvCxnSpPr>
          <p:spPr>
            <a:xfrm>
              <a:off x="12510040" y="3659219"/>
              <a:ext cx="303371" cy="0"/>
            </a:xfrm>
            <a:prstGeom prst="line">
              <a:avLst/>
            </a:prstGeom>
            <a:ln w="3467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icon_fusion_icon" descr="原生矢量组件，可取消组合编辑各个形状">
            <a:extLst>
              <a:ext uri="{FF2B5EF4-FFF2-40B4-BE49-F238E27FC236}">
                <a16:creationId xmlns:a16="http://schemas.microsoft.com/office/drawing/2014/main" id="{87482162-C22E-9514-CA43-25C2029059BD}"/>
              </a:ext>
            </a:extLst>
          </p:cNvPr>
          <p:cNvGrpSpPr/>
          <p:nvPr/>
        </p:nvGrpSpPr>
        <p:grpSpPr>
          <a:xfrm>
            <a:off x="12122468" y="5725097"/>
            <a:ext cx="1135951" cy="1097660"/>
            <a:chOff x="12122468" y="5725097"/>
            <a:chExt cx="1135951" cy="1097660"/>
          </a:xfrm>
        </p:grpSpPr>
        <p:sp>
          <p:nvSpPr>
            <p:cNvPr id="149" name="fusion_icon_part_0">
              <a:extLst>
                <a:ext uri="{FF2B5EF4-FFF2-40B4-BE49-F238E27FC236}">
                  <a16:creationId xmlns:a16="http://schemas.microsoft.com/office/drawing/2014/main" id="{27ED06DA-A86A-A839-AA54-ADABEC384DA0}"/>
                </a:ext>
              </a:extLst>
            </p:cNvPr>
            <p:cNvSpPr/>
            <p:nvPr/>
          </p:nvSpPr>
          <p:spPr>
            <a:xfrm>
              <a:off x="12352210" y="5725097"/>
              <a:ext cx="650939" cy="561594"/>
            </a:xfrm>
            <a:prstGeom prst="ellipse">
              <a:avLst/>
            </a:prstGeom>
            <a:noFill/>
            <a:ln w="38291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fusion_icon_part_1">
              <a:extLst>
                <a:ext uri="{FF2B5EF4-FFF2-40B4-BE49-F238E27FC236}">
                  <a16:creationId xmlns:a16="http://schemas.microsoft.com/office/drawing/2014/main" id="{FBB65661-98F3-7CC4-59AA-E0CCCA55D314}"/>
                </a:ext>
              </a:extLst>
            </p:cNvPr>
            <p:cNvSpPr/>
            <p:nvPr/>
          </p:nvSpPr>
          <p:spPr>
            <a:xfrm>
              <a:off x="12122468" y="5903785"/>
              <a:ext cx="650938" cy="548831"/>
            </a:xfrm>
            <a:prstGeom prst="ellipse">
              <a:avLst/>
            </a:prstGeom>
            <a:noFill/>
            <a:ln w="38291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fusion_icon_part_2">
              <a:extLst>
                <a:ext uri="{FF2B5EF4-FFF2-40B4-BE49-F238E27FC236}">
                  <a16:creationId xmlns:a16="http://schemas.microsoft.com/office/drawing/2014/main" id="{EB5F7EF7-61E7-BA76-36BD-AB258FDFD2AD}"/>
                </a:ext>
              </a:extLst>
            </p:cNvPr>
            <p:cNvSpPr/>
            <p:nvPr/>
          </p:nvSpPr>
          <p:spPr>
            <a:xfrm>
              <a:off x="12607481" y="5942076"/>
              <a:ext cx="650938" cy="548831"/>
            </a:xfrm>
            <a:prstGeom prst="ellipse">
              <a:avLst/>
            </a:prstGeom>
            <a:noFill/>
            <a:ln w="38291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fusion_icon_part_3">
              <a:extLst>
                <a:ext uri="{FF2B5EF4-FFF2-40B4-BE49-F238E27FC236}">
                  <a16:creationId xmlns:a16="http://schemas.microsoft.com/office/drawing/2014/main" id="{09DC775D-5CCE-B406-0ADC-2A4C8646A5BB}"/>
                </a:ext>
              </a:extLst>
            </p:cNvPr>
            <p:cNvSpPr/>
            <p:nvPr/>
          </p:nvSpPr>
          <p:spPr>
            <a:xfrm>
              <a:off x="12696825" y="5839968"/>
              <a:ext cx="1" cy="931737"/>
            </a:xfrm>
            <a:custGeom>
              <a:avLst/>
              <a:gdLst/>
              <a:ahLst/>
              <a:cxnLst/>
              <a:rect l="0" t="0" r="0" b="0"/>
              <a:pathLst>
                <a:path w="1" h="931737">
                  <a:moveTo>
                    <a:pt x="0" y="0"/>
                  </a:moveTo>
                  <a:lnTo>
                    <a:pt x="0" y="931736"/>
                  </a:lnTo>
                </a:path>
              </a:pathLst>
            </a:custGeom>
            <a:ln w="51054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8" name="fusion_icon_part_4">
              <a:extLst>
                <a:ext uri="{FF2B5EF4-FFF2-40B4-BE49-F238E27FC236}">
                  <a16:creationId xmlns:a16="http://schemas.microsoft.com/office/drawing/2014/main" id="{33C57760-EA3E-57E4-C160-B86DCC22EED8}"/>
                </a:ext>
              </a:extLst>
            </p:cNvPr>
            <p:cNvCxnSpPr/>
            <p:nvPr/>
          </p:nvCxnSpPr>
          <p:spPr>
            <a:xfrm flipH="1" flipV="1">
              <a:off x="12390501" y="5967603"/>
              <a:ext cx="306324" cy="268033"/>
            </a:xfrm>
            <a:prstGeom prst="line">
              <a:avLst/>
            </a:prstGeom>
            <a:ln w="2552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fusion_icon_part_5">
              <a:extLst>
                <a:ext uri="{FF2B5EF4-FFF2-40B4-BE49-F238E27FC236}">
                  <a16:creationId xmlns:a16="http://schemas.microsoft.com/office/drawing/2014/main" id="{272902BA-E77D-A821-3362-AFFFFC08BD34}"/>
                </a:ext>
              </a:extLst>
            </p:cNvPr>
            <p:cNvSpPr/>
            <p:nvPr/>
          </p:nvSpPr>
          <p:spPr>
            <a:xfrm>
              <a:off x="12339447" y="5916549"/>
              <a:ext cx="102108" cy="102108"/>
            </a:xfrm>
            <a:prstGeom prst="ellipse">
              <a:avLst/>
            </a:prstGeom>
            <a:solidFill>
              <a:srgbClr val="FFFFFF"/>
            </a:solidFill>
            <a:ln w="25527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0" name="fusion_icon_part_6">
              <a:extLst>
                <a:ext uri="{FF2B5EF4-FFF2-40B4-BE49-F238E27FC236}">
                  <a16:creationId xmlns:a16="http://schemas.microsoft.com/office/drawing/2014/main" id="{CB2AC515-0B32-DDB1-1053-37F8779BD74F}"/>
                </a:ext>
              </a:extLst>
            </p:cNvPr>
            <p:cNvCxnSpPr/>
            <p:nvPr/>
          </p:nvCxnSpPr>
          <p:spPr>
            <a:xfrm flipV="1">
              <a:off x="12696825" y="6005893"/>
              <a:ext cx="280797" cy="229743"/>
            </a:xfrm>
            <a:prstGeom prst="line">
              <a:avLst/>
            </a:prstGeom>
            <a:ln w="2552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fusion_icon_part_7">
              <a:extLst>
                <a:ext uri="{FF2B5EF4-FFF2-40B4-BE49-F238E27FC236}">
                  <a16:creationId xmlns:a16="http://schemas.microsoft.com/office/drawing/2014/main" id="{DE388823-9279-19C5-F1B9-90BF1B7891C2}"/>
                </a:ext>
              </a:extLst>
            </p:cNvPr>
            <p:cNvSpPr/>
            <p:nvPr/>
          </p:nvSpPr>
          <p:spPr>
            <a:xfrm>
              <a:off x="12926568" y="5954840"/>
              <a:ext cx="102108" cy="102108"/>
            </a:xfrm>
            <a:prstGeom prst="ellipse">
              <a:avLst/>
            </a:prstGeom>
            <a:solidFill>
              <a:srgbClr val="FFFFFF"/>
            </a:solidFill>
            <a:ln w="25527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2" name="fusion_icon_part_8">
              <a:extLst>
                <a:ext uri="{FF2B5EF4-FFF2-40B4-BE49-F238E27FC236}">
                  <a16:creationId xmlns:a16="http://schemas.microsoft.com/office/drawing/2014/main" id="{69ECE2F7-2210-457C-463D-0A2670AC074A}"/>
                </a:ext>
              </a:extLst>
            </p:cNvPr>
            <p:cNvCxnSpPr/>
            <p:nvPr/>
          </p:nvCxnSpPr>
          <p:spPr>
            <a:xfrm flipH="1">
              <a:off x="12301156" y="6235636"/>
              <a:ext cx="395669" cy="0"/>
            </a:xfrm>
            <a:prstGeom prst="line">
              <a:avLst/>
            </a:prstGeom>
            <a:ln w="2552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fusion_icon_part_9">
              <a:extLst>
                <a:ext uri="{FF2B5EF4-FFF2-40B4-BE49-F238E27FC236}">
                  <a16:creationId xmlns:a16="http://schemas.microsoft.com/office/drawing/2014/main" id="{59F6DDC1-D994-022F-1D0F-5F567BF282D0}"/>
                </a:ext>
              </a:extLst>
            </p:cNvPr>
            <p:cNvSpPr/>
            <p:nvPr/>
          </p:nvSpPr>
          <p:spPr>
            <a:xfrm>
              <a:off x="12250103" y="6184583"/>
              <a:ext cx="102107" cy="102108"/>
            </a:xfrm>
            <a:prstGeom prst="ellipse">
              <a:avLst/>
            </a:prstGeom>
            <a:solidFill>
              <a:srgbClr val="FFFFFF"/>
            </a:solidFill>
            <a:ln w="25527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4" name="fusion_icon_part_10">
              <a:extLst>
                <a:ext uri="{FF2B5EF4-FFF2-40B4-BE49-F238E27FC236}">
                  <a16:creationId xmlns:a16="http://schemas.microsoft.com/office/drawing/2014/main" id="{1CDEA97F-E0E3-1593-F58A-03432C79F031}"/>
                </a:ext>
              </a:extLst>
            </p:cNvPr>
            <p:cNvCxnSpPr/>
            <p:nvPr/>
          </p:nvCxnSpPr>
          <p:spPr>
            <a:xfrm>
              <a:off x="12696825" y="6235636"/>
              <a:ext cx="370142" cy="76581"/>
            </a:xfrm>
            <a:prstGeom prst="line">
              <a:avLst/>
            </a:prstGeom>
            <a:ln w="2552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fusion_icon_part_11">
              <a:extLst>
                <a:ext uri="{FF2B5EF4-FFF2-40B4-BE49-F238E27FC236}">
                  <a16:creationId xmlns:a16="http://schemas.microsoft.com/office/drawing/2014/main" id="{94F63DE4-FBA7-24BC-1DCA-7BB1B25FE578}"/>
                </a:ext>
              </a:extLst>
            </p:cNvPr>
            <p:cNvSpPr/>
            <p:nvPr/>
          </p:nvSpPr>
          <p:spPr>
            <a:xfrm>
              <a:off x="13015913" y="6261164"/>
              <a:ext cx="102108" cy="102108"/>
            </a:xfrm>
            <a:prstGeom prst="ellipse">
              <a:avLst/>
            </a:prstGeom>
            <a:solidFill>
              <a:srgbClr val="FFFFFF"/>
            </a:solidFill>
            <a:ln w="25527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6" name="fusion_icon_part_12">
              <a:extLst>
                <a:ext uri="{FF2B5EF4-FFF2-40B4-BE49-F238E27FC236}">
                  <a16:creationId xmlns:a16="http://schemas.microsoft.com/office/drawing/2014/main" id="{40F43BA5-C863-151C-02DC-7FA40ACA7993}"/>
                </a:ext>
              </a:extLst>
            </p:cNvPr>
            <p:cNvCxnSpPr/>
            <p:nvPr/>
          </p:nvCxnSpPr>
          <p:spPr>
            <a:xfrm flipH="1">
              <a:off x="12518136" y="6235636"/>
              <a:ext cx="178689" cy="178690"/>
            </a:xfrm>
            <a:prstGeom prst="line">
              <a:avLst/>
            </a:prstGeom>
            <a:ln w="2552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fusion_icon_part_13">
              <a:extLst>
                <a:ext uri="{FF2B5EF4-FFF2-40B4-BE49-F238E27FC236}">
                  <a16:creationId xmlns:a16="http://schemas.microsoft.com/office/drawing/2014/main" id="{B85C11CC-6E67-1E36-6CFF-B7C2475AE537}"/>
                </a:ext>
              </a:extLst>
            </p:cNvPr>
            <p:cNvSpPr/>
            <p:nvPr/>
          </p:nvSpPr>
          <p:spPr>
            <a:xfrm>
              <a:off x="12467082" y="6363272"/>
              <a:ext cx="102107" cy="102108"/>
            </a:xfrm>
            <a:prstGeom prst="ellipse">
              <a:avLst/>
            </a:prstGeom>
            <a:solidFill>
              <a:srgbClr val="FFFFFF"/>
            </a:solidFill>
            <a:ln w="25527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8" name="fusion_icon_part_14">
              <a:extLst>
                <a:ext uri="{FF2B5EF4-FFF2-40B4-BE49-F238E27FC236}">
                  <a16:creationId xmlns:a16="http://schemas.microsoft.com/office/drawing/2014/main" id="{8A9A4996-B784-BCBC-B9B3-77DA2A8E21CF}"/>
                </a:ext>
              </a:extLst>
            </p:cNvPr>
            <p:cNvCxnSpPr/>
            <p:nvPr/>
          </p:nvCxnSpPr>
          <p:spPr>
            <a:xfrm>
              <a:off x="12696825" y="6235636"/>
              <a:ext cx="204216" cy="306324"/>
            </a:xfrm>
            <a:prstGeom prst="line">
              <a:avLst/>
            </a:prstGeom>
            <a:ln w="2552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fusion_icon_part_15">
              <a:extLst>
                <a:ext uri="{FF2B5EF4-FFF2-40B4-BE49-F238E27FC236}">
                  <a16:creationId xmlns:a16="http://schemas.microsoft.com/office/drawing/2014/main" id="{87BEAE76-CE7D-8B02-132F-680861113541}"/>
                </a:ext>
              </a:extLst>
            </p:cNvPr>
            <p:cNvSpPr/>
            <p:nvPr/>
          </p:nvSpPr>
          <p:spPr>
            <a:xfrm>
              <a:off x="12849987" y="6490907"/>
              <a:ext cx="102108" cy="102108"/>
            </a:xfrm>
            <a:prstGeom prst="ellipse">
              <a:avLst/>
            </a:prstGeom>
            <a:solidFill>
              <a:srgbClr val="FFFFFF"/>
            </a:solidFill>
            <a:ln w="25527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fusion_icon_part_16">
              <a:extLst>
                <a:ext uri="{FF2B5EF4-FFF2-40B4-BE49-F238E27FC236}">
                  <a16:creationId xmlns:a16="http://schemas.microsoft.com/office/drawing/2014/main" id="{F96FFB2F-EBC8-27B0-0931-503D0EB3051E}"/>
                </a:ext>
              </a:extLst>
            </p:cNvPr>
            <p:cNvSpPr/>
            <p:nvPr/>
          </p:nvSpPr>
          <p:spPr>
            <a:xfrm>
              <a:off x="12645771" y="6184583"/>
              <a:ext cx="102107" cy="102108"/>
            </a:xfrm>
            <a:prstGeom prst="ellipse">
              <a:avLst/>
            </a:prstGeom>
            <a:solidFill>
              <a:srgbClr val="FFFFFF"/>
            </a:solidFill>
            <a:ln w="25527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1" name="fusion_icon_part_17">
              <a:extLst>
                <a:ext uri="{FF2B5EF4-FFF2-40B4-BE49-F238E27FC236}">
                  <a16:creationId xmlns:a16="http://schemas.microsoft.com/office/drawing/2014/main" id="{F07EFF0D-D5C5-45AE-5367-F04315440AF1}"/>
                </a:ext>
              </a:extLst>
            </p:cNvPr>
            <p:cNvCxnSpPr/>
            <p:nvPr/>
          </p:nvCxnSpPr>
          <p:spPr>
            <a:xfrm>
              <a:off x="12543663" y="6631305"/>
              <a:ext cx="0" cy="191452"/>
            </a:xfrm>
            <a:prstGeom prst="line">
              <a:avLst/>
            </a:prstGeom>
            <a:ln w="2552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fusion_icon_part_18">
              <a:extLst>
                <a:ext uri="{FF2B5EF4-FFF2-40B4-BE49-F238E27FC236}">
                  <a16:creationId xmlns:a16="http://schemas.microsoft.com/office/drawing/2014/main" id="{37AA8A4D-C1A8-DB50-BDDB-E086DC191129}"/>
                </a:ext>
              </a:extLst>
            </p:cNvPr>
            <p:cNvCxnSpPr/>
            <p:nvPr/>
          </p:nvCxnSpPr>
          <p:spPr>
            <a:xfrm>
              <a:off x="12862751" y="6656832"/>
              <a:ext cx="0" cy="165925"/>
            </a:xfrm>
            <a:prstGeom prst="line">
              <a:avLst/>
            </a:prstGeom>
            <a:ln w="25527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4" name="header_rule">
            <a:extLst>
              <a:ext uri="{FF2B5EF4-FFF2-40B4-BE49-F238E27FC236}">
                <a16:creationId xmlns:a16="http://schemas.microsoft.com/office/drawing/2014/main" id="{D69B0257-19FC-7AD2-90DC-BC68935CD9D6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header_accent">
            <a:extLst>
              <a:ext uri="{FF2B5EF4-FFF2-40B4-BE49-F238E27FC236}">
                <a16:creationId xmlns:a16="http://schemas.microsoft.com/office/drawing/2014/main" id="{4799CA25-8582-156F-4475-1D67D94351BB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footer_rule">
            <a:extLst>
              <a:ext uri="{FF2B5EF4-FFF2-40B4-BE49-F238E27FC236}">
                <a16:creationId xmlns:a16="http://schemas.microsoft.com/office/drawing/2014/main" id="{6E5C1495-5AA8-FD91-0C12-43C49B9F2A7A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adapter_fork_1">
            <a:extLst>
              <a:ext uri="{FF2B5EF4-FFF2-40B4-BE49-F238E27FC236}">
                <a16:creationId xmlns:a16="http://schemas.microsoft.com/office/drawing/2014/main" id="{B497C344-35C5-F20E-478C-F01D66FFADA1}"/>
              </a:ext>
            </a:extLst>
          </p:cNvPr>
          <p:cNvCxnSpPr/>
          <p:nvPr/>
        </p:nvCxnSpPr>
        <p:spPr>
          <a:xfrm>
            <a:off x="6886575" y="3619500"/>
            <a:ext cx="200025" cy="0"/>
          </a:xfrm>
          <a:prstGeom prst="line">
            <a:avLst/>
          </a:prstGeom>
          <a:ln w="2857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adapter_fork_2">
            <a:extLst>
              <a:ext uri="{FF2B5EF4-FFF2-40B4-BE49-F238E27FC236}">
                <a16:creationId xmlns:a16="http://schemas.microsoft.com/office/drawing/2014/main" id="{48F29C14-A6DC-1618-88E4-1FDB59A46511}"/>
              </a:ext>
            </a:extLst>
          </p:cNvPr>
          <p:cNvCxnSpPr/>
          <p:nvPr/>
        </p:nvCxnSpPr>
        <p:spPr>
          <a:xfrm flipV="1">
            <a:off x="7086600" y="3409950"/>
            <a:ext cx="0" cy="209550"/>
          </a:xfrm>
          <a:prstGeom prst="line">
            <a:avLst/>
          </a:prstGeom>
          <a:ln w="2857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adapter_fork_3">
            <a:extLst>
              <a:ext uri="{FF2B5EF4-FFF2-40B4-BE49-F238E27FC236}">
                <a16:creationId xmlns:a16="http://schemas.microsoft.com/office/drawing/2014/main" id="{566C480B-F537-3C9D-69E9-9A882942B6EB}"/>
              </a:ext>
            </a:extLst>
          </p:cNvPr>
          <p:cNvCxnSpPr/>
          <p:nvPr/>
        </p:nvCxnSpPr>
        <p:spPr>
          <a:xfrm>
            <a:off x="7086600" y="3409950"/>
            <a:ext cx="171450" cy="0"/>
          </a:xfrm>
          <a:prstGeom prst="line">
            <a:avLst/>
          </a:prstGeom>
          <a:ln w="285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adapter_fork2_1">
            <a:extLst>
              <a:ext uri="{FF2B5EF4-FFF2-40B4-BE49-F238E27FC236}">
                <a16:creationId xmlns:a16="http://schemas.microsoft.com/office/drawing/2014/main" id="{FFE6F4D4-D247-8F38-F121-A055ABA4E450}"/>
              </a:ext>
            </a:extLst>
          </p:cNvPr>
          <p:cNvCxnSpPr/>
          <p:nvPr/>
        </p:nvCxnSpPr>
        <p:spPr>
          <a:xfrm>
            <a:off x="7086600" y="3619500"/>
            <a:ext cx="0" cy="304800"/>
          </a:xfrm>
          <a:prstGeom prst="line">
            <a:avLst/>
          </a:prstGeom>
          <a:ln w="2857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adapter_fork2_2">
            <a:extLst>
              <a:ext uri="{FF2B5EF4-FFF2-40B4-BE49-F238E27FC236}">
                <a16:creationId xmlns:a16="http://schemas.microsoft.com/office/drawing/2014/main" id="{A766A418-3D49-3B23-B84F-7D443980C790}"/>
              </a:ext>
            </a:extLst>
          </p:cNvPr>
          <p:cNvCxnSpPr/>
          <p:nvPr/>
        </p:nvCxnSpPr>
        <p:spPr>
          <a:xfrm>
            <a:off x="7086600" y="3924300"/>
            <a:ext cx="171450" cy="0"/>
          </a:xfrm>
          <a:prstGeom prst="line">
            <a:avLst/>
          </a:prstGeom>
          <a:ln w="285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route_arrow1">
            <a:extLst>
              <a:ext uri="{FF2B5EF4-FFF2-40B4-BE49-F238E27FC236}">
                <a16:creationId xmlns:a16="http://schemas.microsoft.com/office/drawing/2014/main" id="{B14A1E04-47ED-8685-8FD3-11BFF6AF207D}"/>
              </a:ext>
            </a:extLst>
          </p:cNvPr>
          <p:cNvCxnSpPr/>
          <p:nvPr/>
        </p:nvCxnSpPr>
        <p:spPr>
          <a:xfrm>
            <a:off x="5695950" y="3486150"/>
            <a:ext cx="295275" cy="0"/>
          </a:xfrm>
          <a:prstGeom prst="line">
            <a:avLst/>
          </a:prstGeom>
          <a:ln w="285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route_arrow2">
            <a:extLst>
              <a:ext uri="{FF2B5EF4-FFF2-40B4-BE49-F238E27FC236}">
                <a16:creationId xmlns:a16="http://schemas.microsoft.com/office/drawing/2014/main" id="{EE319EAD-1D7B-9A1A-203D-4A8D57EB4062}"/>
              </a:ext>
            </a:extLst>
          </p:cNvPr>
          <p:cNvCxnSpPr/>
          <p:nvPr/>
        </p:nvCxnSpPr>
        <p:spPr>
          <a:xfrm>
            <a:off x="8372475" y="3486150"/>
            <a:ext cx="314325" cy="0"/>
          </a:xfrm>
          <a:prstGeom prst="line">
            <a:avLst/>
          </a:prstGeom>
          <a:ln w="285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route_arrow3">
            <a:extLst>
              <a:ext uri="{FF2B5EF4-FFF2-40B4-BE49-F238E27FC236}">
                <a16:creationId xmlns:a16="http://schemas.microsoft.com/office/drawing/2014/main" id="{6E9D13C0-6C75-9703-CDB8-ADC9FED32496}"/>
              </a:ext>
            </a:extLst>
          </p:cNvPr>
          <p:cNvCxnSpPr/>
          <p:nvPr/>
        </p:nvCxnSpPr>
        <p:spPr>
          <a:xfrm>
            <a:off x="5695950" y="6429375"/>
            <a:ext cx="295275" cy="0"/>
          </a:xfrm>
          <a:prstGeom prst="line">
            <a:avLst/>
          </a:prstGeom>
          <a:ln w="285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route_arrow4">
            <a:extLst>
              <a:ext uri="{FF2B5EF4-FFF2-40B4-BE49-F238E27FC236}">
                <a16:creationId xmlns:a16="http://schemas.microsoft.com/office/drawing/2014/main" id="{85297FC0-0CD1-5B2D-6C0D-D5726280820F}"/>
              </a:ext>
            </a:extLst>
          </p:cNvPr>
          <p:cNvCxnSpPr/>
          <p:nvPr/>
        </p:nvCxnSpPr>
        <p:spPr>
          <a:xfrm>
            <a:off x="8372475" y="6429375"/>
            <a:ext cx="314325" cy="0"/>
          </a:xfrm>
          <a:prstGeom prst="line">
            <a:avLst/>
          </a:prstGeom>
          <a:ln w="285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ource_task1_1">
            <a:extLst>
              <a:ext uri="{FF2B5EF4-FFF2-40B4-BE49-F238E27FC236}">
                <a16:creationId xmlns:a16="http://schemas.microsoft.com/office/drawing/2014/main" id="{04033D23-B9E3-CD02-98AA-4D173038BACF}"/>
              </a:ext>
            </a:extLst>
          </p:cNvPr>
          <p:cNvCxnSpPr/>
          <p:nvPr/>
        </p:nvCxnSpPr>
        <p:spPr>
          <a:xfrm>
            <a:off x="2571750" y="5476875"/>
            <a:ext cx="276225" cy="0"/>
          </a:xfrm>
          <a:prstGeom prst="line">
            <a:avLst/>
          </a:prstGeom>
          <a:ln w="4762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ource_task1_2">
            <a:extLst>
              <a:ext uri="{FF2B5EF4-FFF2-40B4-BE49-F238E27FC236}">
                <a16:creationId xmlns:a16="http://schemas.microsoft.com/office/drawing/2014/main" id="{65534737-1610-F61A-C670-C2CA22547061}"/>
              </a:ext>
            </a:extLst>
          </p:cNvPr>
          <p:cNvCxnSpPr/>
          <p:nvPr/>
        </p:nvCxnSpPr>
        <p:spPr>
          <a:xfrm flipV="1">
            <a:off x="2847975" y="3476625"/>
            <a:ext cx="0" cy="2000250"/>
          </a:xfrm>
          <a:prstGeom prst="line">
            <a:avLst/>
          </a:prstGeom>
          <a:ln w="4762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ource_task1_3">
            <a:extLst>
              <a:ext uri="{FF2B5EF4-FFF2-40B4-BE49-F238E27FC236}">
                <a16:creationId xmlns:a16="http://schemas.microsoft.com/office/drawing/2014/main" id="{631543BF-5247-37EC-0731-2D1F3D713759}"/>
              </a:ext>
            </a:extLst>
          </p:cNvPr>
          <p:cNvCxnSpPr/>
          <p:nvPr/>
        </p:nvCxnSpPr>
        <p:spPr>
          <a:xfrm>
            <a:off x="2847975" y="3476625"/>
            <a:ext cx="295275" cy="0"/>
          </a:xfrm>
          <a:prstGeom prst="line">
            <a:avLst/>
          </a:prstGeom>
          <a:ln w="4762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ource_task2_1">
            <a:extLst>
              <a:ext uri="{FF2B5EF4-FFF2-40B4-BE49-F238E27FC236}">
                <a16:creationId xmlns:a16="http://schemas.microsoft.com/office/drawing/2014/main" id="{DFB2C958-D444-0940-E43E-BBF2F3A4BE13}"/>
              </a:ext>
            </a:extLst>
          </p:cNvPr>
          <p:cNvCxnSpPr/>
          <p:nvPr/>
        </p:nvCxnSpPr>
        <p:spPr>
          <a:xfrm>
            <a:off x="2847975" y="5476875"/>
            <a:ext cx="0" cy="885825"/>
          </a:xfrm>
          <a:prstGeom prst="line">
            <a:avLst/>
          </a:prstGeom>
          <a:ln w="4762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ource_task2_2">
            <a:extLst>
              <a:ext uri="{FF2B5EF4-FFF2-40B4-BE49-F238E27FC236}">
                <a16:creationId xmlns:a16="http://schemas.microsoft.com/office/drawing/2014/main" id="{BD30D860-6C99-A850-A100-6EB1F00C68DB}"/>
              </a:ext>
            </a:extLst>
          </p:cNvPr>
          <p:cNvCxnSpPr/>
          <p:nvPr/>
        </p:nvCxnSpPr>
        <p:spPr>
          <a:xfrm>
            <a:off x="2847975" y="6362700"/>
            <a:ext cx="295275" cy="0"/>
          </a:xfrm>
          <a:prstGeom prst="line">
            <a:avLst/>
          </a:prstGeom>
          <a:ln w="4762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fusion_group">
            <a:extLst>
              <a:ext uri="{FF2B5EF4-FFF2-40B4-BE49-F238E27FC236}">
                <a16:creationId xmlns:a16="http://schemas.microsoft.com/office/drawing/2014/main" id="{FF07E9AB-4E17-43A9-4069-532FA019C384}"/>
              </a:ext>
            </a:extLst>
          </p:cNvPr>
          <p:cNvCxnSpPr/>
          <p:nvPr/>
        </p:nvCxnSpPr>
        <p:spPr>
          <a:xfrm>
            <a:off x="13573125" y="5962650"/>
            <a:ext cx="447675" cy="0"/>
          </a:xfrm>
          <a:prstGeom prst="line">
            <a:avLst/>
          </a:prstGeom>
          <a:ln w="4762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task1_fusion_1">
            <a:extLst>
              <a:ext uri="{FF2B5EF4-FFF2-40B4-BE49-F238E27FC236}">
                <a16:creationId xmlns:a16="http://schemas.microsoft.com/office/drawing/2014/main" id="{678DF1F0-94DB-B1C4-979E-B86DF84AA0E7}"/>
              </a:ext>
            </a:extLst>
          </p:cNvPr>
          <p:cNvCxnSpPr/>
          <p:nvPr/>
        </p:nvCxnSpPr>
        <p:spPr>
          <a:xfrm>
            <a:off x="11306175" y="3476625"/>
            <a:ext cx="209550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task1_fusion_2">
            <a:extLst>
              <a:ext uri="{FF2B5EF4-FFF2-40B4-BE49-F238E27FC236}">
                <a16:creationId xmlns:a16="http://schemas.microsoft.com/office/drawing/2014/main" id="{807A00D6-284D-0B71-2960-F83B34034B13}"/>
              </a:ext>
            </a:extLst>
          </p:cNvPr>
          <p:cNvCxnSpPr/>
          <p:nvPr/>
        </p:nvCxnSpPr>
        <p:spPr>
          <a:xfrm>
            <a:off x="11515725" y="3476625"/>
            <a:ext cx="0" cy="207645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task1_fusion_3">
            <a:extLst>
              <a:ext uri="{FF2B5EF4-FFF2-40B4-BE49-F238E27FC236}">
                <a16:creationId xmlns:a16="http://schemas.microsoft.com/office/drawing/2014/main" id="{2BB13E28-A399-9EED-25A0-934E2C0792EC}"/>
              </a:ext>
            </a:extLst>
          </p:cNvPr>
          <p:cNvCxnSpPr/>
          <p:nvPr/>
        </p:nvCxnSpPr>
        <p:spPr>
          <a:xfrm>
            <a:off x="11515725" y="5553075"/>
            <a:ext cx="24765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task2_fusion_1">
            <a:extLst>
              <a:ext uri="{FF2B5EF4-FFF2-40B4-BE49-F238E27FC236}">
                <a16:creationId xmlns:a16="http://schemas.microsoft.com/office/drawing/2014/main" id="{4B5D0B61-A18F-6616-3B2E-1CD143E0765E}"/>
              </a:ext>
            </a:extLst>
          </p:cNvPr>
          <p:cNvCxnSpPr/>
          <p:nvPr/>
        </p:nvCxnSpPr>
        <p:spPr>
          <a:xfrm>
            <a:off x="11306175" y="6429375"/>
            <a:ext cx="209550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task2_fusion_2">
            <a:extLst>
              <a:ext uri="{FF2B5EF4-FFF2-40B4-BE49-F238E27FC236}">
                <a16:creationId xmlns:a16="http://schemas.microsoft.com/office/drawing/2014/main" id="{5FEBCE85-D2DB-5D8D-0894-CB95ADF5E5CD}"/>
              </a:ext>
            </a:extLst>
          </p:cNvPr>
          <p:cNvCxnSpPr/>
          <p:nvPr/>
        </p:nvCxnSpPr>
        <p:spPr>
          <a:xfrm flipV="1">
            <a:off x="11515725" y="6276975"/>
            <a:ext cx="0" cy="15240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task2_fusion_3">
            <a:extLst>
              <a:ext uri="{FF2B5EF4-FFF2-40B4-BE49-F238E27FC236}">
                <a16:creationId xmlns:a16="http://schemas.microsoft.com/office/drawing/2014/main" id="{481D4074-0F31-F2D4-E17B-800CED60326A}"/>
              </a:ext>
            </a:extLst>
          </p:cNvPr>
          <p:cNvCxnSpPr/>
          <p:nvPr/>
        </p:nvCxnSpPr>
        <p:spPr>
          <a:xfrm>
            <a:off x="11515725" y="6276975"/>
            <a:ext cx="24765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_0">
            <a:extLst>
              <a:ext uri="{FF2B5EF4-FFF2-40B4-BE49-F238E27FC236}">
                <a16:creationId xmlns:a16="http://schemas.microsoft.com/office/drawing/2014/main" id="{FBDB3CD3-648C-0BEA-2D01-66A18E6C7730}"/>
              </a:ext>
            </a:extLst>
          </p:cNvPr>
          <p:cNvCxnSpPr>
            <a:cxnSpLocks/>
            <a:stCxn id="49" idx="2"/>
            <a:endCxn id="51" idx="0"/>
          </p:cNvCxnSpPr>
          <p:nvPr/>
        </p:nvCxnSpPr>
        <p:spPr>
          <a:xfrm>
            <a:off x="12668250" y="4133850"/>
            <a:ext cx="0" cy="809625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_title">
            <a:extLst>
              <a:ext uri="{FF2B5EF4-FFF2-40B4-BE49-F238E27FC236}">
                <a16:creationId xmlns:a16="http://schemas.microsoft.com/office/drawing/2014/main" id="{6E9B47C2-287B-404C-A450-C875F40C8C6A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研究任务与整体技术路线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footer_text">
            <a:extLst>
              <a:ext uri="{FF2B5EF4-FFF2-40B4-BE49-F238E27FC236}">
                <a16:creationId xmlns:a16="http://schemas.microsoft.com/office/drawing/2014/main" id="{517DF5BF-DDB5-4E78-96F8-FB044218FA9C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page_number">
            <a:extLst>
              <a:ext uri="{FF2B5EF4-FFF2-40B4-BE49-F238E27FC236}">
                <a16:creationId xmlns:a16="http://schemas.microsoft.com/office/drawing/2014/main" id="{69042AF2-561E-45FB-B9F2-A27DBD72AAFF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05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_0">
            <a:extLst>
              <a:ext uri="{FF2B5EF4-FFF2-40B4-BE49-F238E27FC236}">
                <a16:creationId xmlns:a16="http://schemas.microsoft.com/office/drawing/2014/main" id="{CB567649-F2E2-49CC-BD22-60D93120EBD6}"/>
              </a:ext>
            </a:extLst>
          </p:cNvPr>
          <p:cNvSpPr>
            <a:spLocks/>
          </p:cNvSpPr>
          <p:nvPr/>
        </p:nvSpPr>
        <p:spPr>
          <a:xfrm>
            <a:off x="542925" y="3505200"/>
            <a:ext cx="191452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本中心眼底</a:t>
            </a:r>
          </a:p>
          <a:p>
            <a:pPr algn="ctr">
              <a:defRPr sz="24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与临床资料</a:t>
            </a:r>
            <a:endParaRPr sz="24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_1">
            <a:extLst>
              <a:ext uri="{FF2B5EF4-FFF2-40B4-BE49-F238E27FC236}">
                <a16:creationId xmlns:a16="http://schemas.microsoft.com/office/drawing/2014/main" id="{6A2F5CDB-CB66-46A5-A7D4-746887D174F7}"/>
              </a:ext>
            </a:extLst>
          </p:cNvPr>
          <p:cNvSpPr>
            <a:spLocks/>
          </p:cNvSpPr>
          <p:nvPr/>
        </p:nvSpPr>
        <p:spPr>
          <a:xfrm>
            <a:off x="619125" y="6000750"/>
            <a:ext cx="1762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眼底示意</a:t>
            </a:r>
            <a:endParaRPr sz="20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text_2">
            <a:extLst>
              <a:ext uri="{FF2B5EF4-FFF2-40B4-BE49-F238E27FC236}">
                <a16:creationId xmlns:a16="http://schemas.microsoft.com/office/drawing/2014/main" id="{611D8DD2-ABBA-42F5-9D55-CF93EF44CD6E}"/>
              </a:ext>
            </a:extLst>
          </p:cNvPr>
          <p:cNvSpPr>
            <a:spLocks/>
          </p:cNvSpPr>
          <p:nvPr/>
        </p:nvSpPr>
        <p:spPr>
          <a:xfrm>
            <a:off x="1047750" y="6400800"/>
            <a:ext cx="9048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0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</a:t>
            </a:r>
            <a:endParaRPr sz="30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3" name="text_3">
            <a:extLst>
              <a:ext uri="{FF2B5EF4-FFF2-40B4-BE49-F238E27FC236}">
                <a16:creationId xmlns:a16="http://schemas.microsoft.com/office/drawing/2014/main" id="{A79A75F2-FACC-46AF-A798-0829E32AFA02}"/>
              </a:ext>
            </a:extLst>
          </p:cNvPr>
          <p:cNvSpPr>
            <a:spLocks/>
          </p:cNvSpPr>
          <p:nvPr/>
        </p:nvSpPr>
        <p:spPr>
          <a:xfrm>
            <a:off x="3286125" y="1971675"/>
            <a:ext cx="2952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任务一：影像双筛</a:t>
            </a:r>
            <a:endParaRPr sz="25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shared_heading">
            <a:extLst>
              <a:ext uri="{FF2B5EF4-FFF2-40B4-BE49-F238E27FC236}">
                <a16:creationId xmlns:a16="http://schemas.microsoft.com/office/drawing/2014/main" id="{49290463-0C30-4F57-95AC-E0F82D300EC3}"/>
              </a:ext>
            </a:extLst>
          </p:cNvPr>
          <p:cNvSpPr>
            <a:spLocks/>
          </p:cNvSpPr>
          <p:nvPr/>
        </p:nvSpPr>
        <p:spPr>
          <a:xfrm>
            <a:off x="3495675" y="2705100"/>
            <a:ext cx="2057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19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19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共享编码</a:t>
            </a:r>
            <a:endParaRPr sz="2019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9" name="adapt_heading">
            <a:extLst>
              <a:ext uri="{FF2B5EF4-FFF2-40B4-BE49-F238E27FC236}">
                <a16:creationId xmlns:a16="http://schemas.microsoft.com/office/drawing/2014/main" id="{06C13988-4B7F-475F-8A8C-2CE273FDB49E}"/>
              </a:ext>
            </a:extLst>
          </p:cNvPr>
          <p:cNvSpPr>
            <a:spLocks/>
          </p:cNvSpPr>
          <p:nvPr/>
        </p:nvSpPr>
        <p:spPr>
          <a:xfrm>
            <a:off x="6134100" y="2705100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19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19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任务适配</a:t>
            </a:r>
            <a:endParaRPr sz="2019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out_heading">
            <a:extLst>
              <a:ext uri="{FF2B5EF4-FFF2-40B4-BE49-F238E27FC236}">
                <a16:creationId xmlns:a16="http://schemas.microsoft.com/office/drawing/2014/main" id="{F7FC6791-8A3F-4C9D-9A8D-69D90CE9FF6C}"/>
              </a:ext>
            </a:extLst>
          </p:cNvPr>
          <p:cNvSpPr>
            <a:spLocks/>
          </p:cNvSpPr>
          <p:nvPr/>
        </p:nvSpPr>
        <p:spPr>
          <a:xfrm>
            <a:off x="8829675" y="2705100"/>
            <a:ext cx="21050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42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42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 / DKD</a:t>
            </a:r>
            <a:r>
              <a:rPr lang="zh-CN" altLang="en-US" sz="1842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输出</a:t>
            </a:r>
            <a:endParaRPr sz="1842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07" name="module_route_dr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3846135-E94C-41EF-324D-FF4E04884E61}"/>
              </a:ext>
            </a:extLst>
          </p:cNvPr>
          <p:cNvGrpSpPr/>
          <p:nvPr/>
        </p:nvGrpSpPr>
        <p:grpSpPr>
          <a:xfrm>
            <a:off x="7258050" y="3209925"/>
            <a:ext cx="857250" cy="400050"/>
            <a:chOff x="7258050" y="3209925"/>
            <a:chExt cx="857250" cy="400050"/>
          </a:xfrm>
        </p:grpSpPr>
        <p:sp>
          <p:nvSpPr>
            <p:cNvPr id="31" name="route_dr_bg">
              <a:extLst>
                <a:ext uri="{FF2B5EF4-FFF2-40B4-BE49-F238E27FC236}">
                  <a16:creationId xmlns:a16="http://schemas.microsoft.com/office/drawing/2014/main" id="{6ED4990A-FF26-4397-994B-9582B9A77888}"/>
                </a:ext>
              </a:extLst>
            </p:cNvPr>
            <p:cNvSpPr>
              <a:spLocks/>
            </p:cNvSpPr>
            <p:nvPr/>
          </p:nvSpPr>
          <p:spPr>
            <a:xfrm>
              <a:off x="7258050" y="3209925"/>
              <a:ext cx="857250" cy="400050"/>
            </a:xfrm>
            <a:prstGeom prst="roundRect">
              <a:avLst>
                <a:gd name="adj" fmla="val 28571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2" name="route_dr_text">
              <a:extLst>
                <a:ext uri="{FF2B5EF4-FFF2-40B4-BE49-F238E27FC236}">
                  <a16:creationId xmlns:a16="http://schemas.microsoft.com/office/drawing/2014/main" id="{7DC744A0-60F2-4C6F-8748-740DE6E7FE1B}"/>
                </a:ext>
              </a:extLst>
            </p:cNvPr>
            <p:cNvSpPr>
              <a:spLocks/>
            </p:cNvSpPr>
            <p:nvPr/>
          </p:nvSpPr>
          <p:spPr>
            <a:xfrm>
              <a:off x="7324725" y="3238500"/>
              <a:ext cx="72390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8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endParaRPr sz="18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08" name="module_route_dk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8C4A49E-5C45-F14F-3D8A-6C6DEB74E10E}"/>
              </a:ext>
            </a:extLst>
          </p:cNvPr>
          <p:cNvGrpSpPr/>
          <p:nvPr/>
        </p:nvGrpSpPr>
        <p:grpSpPr>
          <a:xfrm>
            <a:off x="7258050" y="3724275"/>
            <a:ext cx="857250" cy="400050"/>
            <a:chOff x="7258050" y="3724275"/>
            <a:chExt cx="857250" cy="400050"/>
          </a:xfrm>
        </p:grpSpPr>
        <p:sp>
          <p:nvSpPr>
            <p:cNvPr id="33" name="route_dkd_bg">
              <a:extLst>
                <a:ext uri="{FF2B5EF4-FFF2-40B4-BE49-F238E27FC236}">
                  <a16:creationId xmlns:a16="http://schemas.microsoft.com/office/drawing/2014/main" id="{CDDAEAC4-84C8-4EF7-B521-65F657F3AC94}"/>
                </a:ext>
              </a:extLst>
            </p:cNvPr>
            <p:cNvSpPr>
              <a:spLocks/>
            </p:cNvSpPr>
            <p:nvPr/>
          </p:nvSpPr>
          <p:spPr>
            <a:xfrm>
              <a:off x="7258050" y="3724275"/>
              <a:ext cx="857250" cy="400050"/>
            </a:xfrm>
            <a:prstGeom prst="roundRect">
              <a:avLst>
                <a:gd name="adj" fmla="val 28571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4" name="route_dkd_text">
              <a:extLst>
                <a:ext uri="{FF2B5EF4-FFF2-40B4-BE49-F238E27FC236}">
                  <a16:creationId xmlns:a16="http://schemas.microsoft.com/office/drawing/2014/main" id="{6AFAC394-4FDF-41BB-9CC4-FC87916AB9F7}"/>
                </a:ext>
              </a:extLst>
            </p:cNvPr>
            <p:cNvSpPr>
              <a:spLocks/>
            </p:cNvSpPr>
            <p:nvPr/>
          </p:nvSpPr>
          <p:spPr>
            <a:xfrm>
              <a:off x="7324725" y="3752850"/>
              <a:ext cx="72390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8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endParaRPr sz="18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5" name="text_4">
            <a:extLst>
              <a:ext uri="{FF2B5EF4-FFF2-40B4-BE49-F238E27FC236}">
                <a16:creationId xmlns:a16="http://schemas.microsoft.com/office/drawing/2014/main" id="{8B644645-7665-4E5B-96E0-B5E90FC121CA}"/>
              </a:ext>
            </a:extLst>
          </p:cNvPr>
          <p:cNvSpPr>
            <a:spLocks/>
          </p:cNvSpPr>
          <p:nvPr/>
        </p:nvSpPr>
        <p:spPr>
          <a:xfrm>
            <a:off x="9077325" y="3990975"/>
            <a:ext cx="857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endParaRPr sz="19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6" name="text_5">
            <a:extLst>
              <a:ext uri="{FF2B5EF4-FFF2-40B4-BE49-F238E27FC236}">
                <a16:creationId xmlns:a16="http://schemas.microsoft.com/office/drawing/2014/main" id="{4CB93ED5-7C77-4224-9BF6-4ADCB7E65E98}"/>
              </a:ext>
            </a:extLst>
          </p:cNvPr>
          <p:cNvSpPr>
            <a:spLocks/>
          </p:cNvSpPr>
          <p:nvPr/>
        </p:nvSpPr>
        <p:spPr>
          <a:xfrm>
            <a:off x="9925050" y="3990975"/>
            <a:ext cx="95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endParaRPr sz="19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8" name="text_6">
            <a:extLst>
              <a:ext uri="{FF2B5EF4-FFF2-40B4-BE49-F238E27FC236}">
                <a16:creationId xmlns:a16="http://schemas.microsoft.com/office/drawing/2014/main" id="{B805FE13-977E-46FD-B905-48E9D462444E}"/>
              </a:ext>
            </a:extLst>
          </p:cNvPr>
          <p:cNvSpPr>
            <a:spLocks/>
          </p:cNvSpPr>
          <p:nvPr/>
        </p:nvSpPr>
        <p:spPr>
          <a:xfrm>
            <a:off x="3286125" y="4743450"/>
            <a:ext cx="2952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任务二：定量与融合</a:t>
            </a:r>
            <a:endParaRPr sz="25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1" name="seg_card_heading">
            <a:extLst>
              <a:ext uri="{FF2B5EF4-FFF2-40B4-BE49-F238E27FC236}">
                <a16:creationId xmlns:a16="http://schemas.microsoft.com/office/drawing/2014/main" id="{06E15D2D-2999-430B-BD79-297E4AFD0A4B}"/>
              </a:ext>
            </a:extLst>
          </p:cNvPr>
          <p:cNvSpPr>
            <a:spLocks/>
          </p:cNvSpPr>
          <p:nvPr/>
        </p:nvSpPr>
        <p:spPr>
          <a:xfrm>
            <a:off x="3495675" y="5438775"/>
            <a:ext cx="20574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病灶 </a:t>
            </a:r>
            <a:r>
              <a:rPr lang="en-US" altLang="zh-CN" sz="2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/ </a:t>
            </a:r>
            <a:r>
              <a:rPr lang="zh-CN" altLang="en-US" sz="2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血管分割</a:t>
            </a:r>
            <a:endParaRPr sz="20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4" name="q_card_heading">
            <a:extLst>
              <a:ext uri="{FF2B5EF4-FFF2-40B4-BE49-F238E27FC236}">
                <a16:creationId xmlns:a16="http://schemas.microsoft.com/office/drawing/2014/main" id="{EFFCCB72-CDDF-4B60-BA8A-3400B1523C7E}"/>
              </a:ext>
            </a:extLst>
          </p:cNvPr>
          <p:cNvSpPr>
            <a:spLocks/>
          </p:cNvSpPr>
          <p:nvPr/>
        </p:nvSpPr>
        <p:spPr>
          <a:xfrm>
            <a:off x="6134100" y="543877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3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3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定量指标</a:t>
            </a:r>
            <a:r>
              <a:rPr lang="en-US" sz="213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Q</a:t>
            </a:r>
            <a:endParaRPr sz="213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7" name="stats_card_heading">
            <a:extLst>
              <a:ext uri="{FF2B5EF4-FFF2-40B4-BE49-F238E27FC236}">
                <a16:creationId xmlns:a16="http://schemas.microsoft.com/office/drawing/2014/main" id="{7A45416E-7186-4F1E-9264-036C773CFE25}"/>
              </a:ext>
            </a:extLst>
          </p:cNvPr>
          <p:cNvSpPr>
            <a:spLocks/>
          </p:cNvSpPr>
          <p:nvPr/>
        </p:nvSpPr>
        <p:spPr>
          <a:xfrm>
            <a:off x="8829675" y="5438775"/>
            <a:ext cx="2105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3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3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统计筛选</a:t>
            </a:r>
            <a:endParaRPr sz="213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8" name="text_7">
            <a:extLst>
              <a:ext uri="{FF2B5EF4-FFF2-40B4-BE49-F238E27FC236}">
                <a16:creationId xmlns:a16="http://schemas.microsoft.com/office/drawing/2014/main" id="{B4B200C8-FF7F-49D1-9E3D-57AD3AB0B0FF}"/>
              </a:ext>
            </a:extLst>
          </p:cNvPr>
          <p:cNvSpPr>
            <a:spLocks/>
          </p:cNvSpPr>
          <p:nvPr/>
        </p:nvSpPr>
        <p:spPr>
          <a:xfrm>
            <a:off x="7239000" y="5943600"/>
            <a:ext cx="105727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血管形态</a:t>
            </a:r>
          </a:p>
          <a:p>
            <a:pPr>
              <a:defRPr sz="17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病灶特征</a:t>
            </a:r>
          </a:p>
          <a:p>
            <a:pPr>
              <a:defRPr sz="17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纹理特征</a:t>
            </a:r>
          </a:p>
          <a:p>
            <a:pPr>
              <a:defRPr sz="17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……</a:t>
            </a:r>
            <a:endParaRPr sz="17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0" name="text_8">
            <a:extLst>
              <a:ext uri="{FF2B5EF4-FFF2-40B4-BE49-F238E27FC236}">
                <a16:creationId xmlns:a16="http://schemas.microsoft.com/office/drawing/2014/main" id="{A6DC9277-13A6-48FA-89E7-9D9ECB0EB46F}"/>
              </a:ext>
            </a:extLst>
          </p:cNvPr>
          <p:cNvSpPr>
            <a:spLocks/>
          </p:cNvSpPr>
          <p:nvPr/>
        </p:nvSpPr>
        <p:spPr>
          <a:xfrm>
            <a:off x="11811000" y="2400300"/>
            <a:ext cx="1714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临床资料</a:t>
            </a: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2" name="text_9">
            <a:extLst>
              <a:ext uri="{FF2B5EF4-FFF2-40B4-BE49-F238E27FC236}">
                <a16:creationId xmlns:a16="http://schemas.microsoft.com/office/drawing/2014/main" id="{B2AE7C44-3ABF-4FE2-A713-E90E1A01C46F}"/>
              </a:ext>
            </a:extLst>
          </p:cNvPr>
          <p:cNvSpPr>
            <a:spLocks/>
          </p:cNvSpPr>
          <p:nvPr/>
        </p:nvSpPr>
        <p:spPr>
          <a:xfrm>
            <a:off x="11811000" y="5019675"/>
            <a:ext cx="1714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融合模型</a:t>
            </a:r>
            <a:endParaRPr sz="24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4" name="text_10">
            <a:extLst>
              <a:ext uri="{FF2B5EF4-FFF2-40B4-BE49-F238E27FC236}">
                <a16:creationId xmlns:a16="http://schemas.microsoft.com/office/drawing/2014/main" id="{91251545-DD55-4D30-91E2-32581F0F7D8E}"/>
              </a:ext>
            </a:extLst>
          </p:cNvPr>
          <p:cNvSpPr>
            <a:spLocks/>
          </p:cNvSpPr>
          <p:nvPr/>
        </p:nvSpPr>
        <p:spPr>
          <a:xfrm>
            <a:off x="14068425" y="5038725"/>
            <a:ext cx="15525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A–D</a:t>
            </a:r>
            <a:r>
              <a:rPr lang="zh-CN" altLang="en-US"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四组比较</a:t>
            </a:r>
            <a:endParaRPr sz="19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6" name="text_11">
            <a:extLst>
              <a:ext uri="{FF2B5EF4-FFF2-40B4-BE49-F238E27FC236}">
                <a16:creationId xmlns:a16="http://schemas.microsoft.com/office/drawing/2014/main" id="{1D75F357-CE45-4C9C-AC94-891CE75161B9}"/>
              </a:ext>
            </a:extLst>
          </p:cNvPr>
          <p:cNvSpPr>
            <a:spLocks/>
          </p:cNvSpPr>
          <p:nvPr/>
        </p:nvSpPr>
        <p:spPr>
          <a:xfrm>
            <a:off x="14173200" y="5524500"/>
            <a:ext cx="14097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A：</a:t>
            </a:r>
            <a:r>
              <a:rPr lang="zh-CN" alt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影像</a:t>
            </a:r>
            <a:endParaRPr sz="17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8" name="text_12">
            <a:extLst>
              <a:ext uri="{FF2B5EF4-FFF2-40B4-BE49-F238E27FC236}">
                <a16:creationId xmlns:a16="http://schemas.microsoft.com/office/drawing/2014/main" id="{6145BB8C-2D23-468C-A1F6-203C38D9B073}"/>
              </a:ext>
            </a:extLst>
          </p:cNvPr>
          <p:cNvSpPr>
            <a:spLocks/>
          </p:cNvSpPr>
          <p:nvPr/>
        </p:nvSpPr>
        <p:spPr>
          <a:xfrm>
            <a:off x="14173200" y="5857875"/>
            <a:ext cx="14097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B：</a:t>
            </a:r>
            <a:r>
              <a:rPr lang="zh-CN" alt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影像</a:t>
            </a:r>
            <a:r>
              <a:rPr lang="en-US" altLang="zh-CN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</a:t>
            </a:r>
            <a:r>
              <a:rPr 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Q</a:t>
            </a:r>
            <a:endParaRPr sz="17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0" name="text_13">
            <a:extLst>
              <a:ext uri="{FF2B5EF4-FFF2-40B4-BE49-F238E27FC236}">
                <a16:creationId xmlns:a16="http://schemas.microsoft.com/office/drawing/2014/main" id="{43ACAF67-956A-4AE9-B5F0-2F5A31D16698}"/>
              </a:ext>
            </a:extLst>
          </p:cNvPr>
          <p:cNvSpPr>
            <a:spLocks/>
          </p:cNvSpPr>
          <p:nvPr/>
        </p:nvSpPr>
        <p:spPr>
          <a:xfrm>
            <a:off x="14173200" y="6191250"/>
            <a:ext cx="14097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C：</a:t>
            </a:r>
            <a:r>
              <a:rPr lang="zh-CN" alt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影像</a:t>
            </a:r>
            <a:r>
              <a:rPr lang="en-US" altLang="zh-CN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</a:t>
            </a:r>
            <a:r>
              <a:rPr 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</a:t>
            </a:r>
            <a:endParaRPr sz="17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2" name="text_14">
            <a:extLst>
              <a:ext uri="{FF2B5EF4-FFF2-40B4-BE49-F238E27FC236}">
                <a16:creationId xmlns:a16="http://schemas.microsoft.com/office/drawing/2014/main" id="{9DB4059E-C620-4CD7-ABAA-106D2A159AA4}"/>
              </a:ext>
            </a:extLst>
          </p:cNvPr>
          <p:cNvSpPr>
            <a:spLocks/>
          </p:cNvSpPr>
          <p:nvPr/>
        </p:nvSpPr>
        <p:spPr>
          <a:xfrm>
            <a:off x="14173200" y="6524625"/>
            <a:ext cx="14097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4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D：</a:t>
            </a:r>
            <a:r>
              <a:rPr lang="zh-CN" altLang="en-US" sz="14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影像</a:t>
            </a:r>
            <a:r>
              <a:rPr lang="en-US" altLang="zh-CN" sz="14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</a:t>
            </a:r>
            <a:r>
              <a:rPr lang="en-US" sz="14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Q+C</a:t>
            </a:r>
            <a:endParaRPr sz="14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4" name="summary_label_text">
            <a:extLst>
              <a:ext uri="{FF2B5EF4-FFF2-40B4-BE49-F238E27FC236}">
                <a16:creationId xmlns:a16="http://schemas.microsoft.com/office/drawing/2014/main" id="{E9AEC892-C795-4647-8498-6473A355B201}"/>
              </a:ext>
            </a:extLst>
          </p:cNvPr>
          <p:cNvSpPr>
            <a:spLocks/>
          </p:cNvSpPr>
          <p:nvPr/>
        </p:nvSpPr>
        <p:spPr>
          <a:xfrm>
            <a:off x="581025" y="7724775"/>
            <a:ext cx="23336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研究思路</a:t>
            </a:r>
            <a:endParaRPr sz="217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5" name="summary_text">
            <a:extLst>
              <a:ext uri="{FF2B5EF4-FFF2-40B4-BE49-F238E27FC236}">
                <a16:creationId xmlns:a16="http://schemas.microsoft.com/office/drawing/2014/main" id="{9E2EA58F-2657-4B96-BC9A-3EBACADF9C3D}"/>
              </a:ext>
            </a:extLst>
          </p:cNvPr>
          <p:cNvSpPr>
            <a:spLocks/>
          </p:cNvSpPr>
          <p:nvPr/>
        </p:nvSpPr>
        <p:spPr>
          <a:xfrm>
            <a:off x="3476625" y="7724775"/>
            <a:ext cx="11668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先建立影像基线，再检验附加信息的增量价值。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8679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hort_bg">
            <a:extLst>
              <a:ext uri="{FF2B5EF4-FFF2-40B4-BE49-F238E27FC236}">
                <a16:creationId xmlns:a16="http://schemas.microsoft.com/office/drawing/2014/main" id="{56D1578D-241C-4B44-AA4D-47C79A60F869}"/>
              </a:ext>
            </a:extLst>
          </p:cNvPr>
          <p:cNvSpPr>
            <a:spLocks/>
          </p:cNvSpPr>
          <p:nvPr/>
        </p:nvSpPr>
        <p:spPr>
          <a:xfrm>
            <a:off x="542925" y="2181225"/>
            <a:ext cx="4914900" cy="5133975"/>
          </a:xfrm>
          <a:prstGeom prst="roundRect">
            <a:avLst>
              <a:gd name="adj" fmla="val 2326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" name="cohort_tint">
            <a:extLst>
              <a:ext uri="{FF2B5EF4-FFF2-40B4-BE49-F238E27FC236}">
                <a16:creationId xmlns:a16="http://schemas.microsoft.com/office/drawing/2014/main" id="{D02C83AA-7ABD-43DA-B58B-D7AA39798ED0}"/>
              </a:ext>
            </a:extLst>
          </p:cNvPr>
          <p:cNvSpPr>
            <a:spLocks/>
          </p:cNvSpPr>
          <p:nvPr/>
        </p:nvSpPr>
        <p:spPr>
          <a:xfrm>
            <a:off x="552450" y="2190750"/>
            <a:ext cx="4895850" cy="5114925"/>
          </a:xfrm>
          <a:prstGeom prst="roundRect">
            <a:avLst>
              <a:gd name="adj" fmla="val 2335"/>
            </a:avLst>
          </a:prstGeom>
          <a:solidFill>
            <a:srgbClr val="EAF6FD"/>
          </a:solidFill>
          <a:ln w="0">
            <a:noFill/>
          </a:ln>
        </p:spPr>
      </p:sp>
      <p:pic>
        <p:nvPicPr>
          <p:cNvPr id="88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grpSp>
        <p:nvGrpSpPr>
          <p:cNvPr id="50" name="icon_database_icon" descr="原生矢量组件，可取消组合编辑各个形状">
            <a:extLst>
              <a:ext uri="{FF2B5EF4-FFF2-40B4-BE49-F238E27FC236}">
                <a16:creationId xmlns:a16="http://schemas.microsoft.com/office/drawing/2014/main" id="{DAD6E8EB-DBFF-8057-C03C-F405986665DB}"/>
              </a:ext>
            </a:extLst>
          </p:cNvPr>
          <p:cNvGrpSpPr/>
          <p:nvPr/>
        </p:nvGrpSpPr>
        <p:grpSpPr>
          <a:xfrm>
            <a:off x="2223135" y="2731008"/>
            <a:ext cx="1306831" cy="1605534"/>
            <a:chOff x="2223135" y="2731008"/>
            <a:chExt cx="1306831" cy="1605534"/>
          </a:xfrm>
        </p:grpSpPr>
        <p:sp>
          <p:nvSpPr>
            <p:cNvPr id="44" name="database_icon_part_0">
              <a:extLst>
                <a:ext uri="{FF2B5EF4-FFF2-40B4-BE49-F238E27FC236}">
                  <a16:creationId xmlns:a16="http://schemas.microsoft.com/office/drawing/2014/main" id="{A4A114D0-AD55-7594-1884-47DF2E8BD182}"/>
                </a:ext>
              </a:extLst>
            </p:cNvPr>
            <p:cNvSpPr/>
            <p:nvPr/>
          </p:nvSpPr>
          <p:spPr>
            <a:xfrm>
              <a:off x="2223135" y="2955036"/>
              <a:ext cx="1306830" cy="1157478"/>
            </a:xfrm>
            <a:prstGeom prst="rect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database_icon_part_1">
              <a:extLst>
                <a:ext uri="{FF2B5EF4-FFF2-40B4-BE49-F238E27FC236}">
                  <a16:creationId xmlns:a16="http://schemas.microsoft.com/office/drawing/2014/main" id="{B6AD6932-583D-9E0D-0BCE-942CFF927282}"/>
                </a:ext>
              </a:extLst>
            </p:cNvPr>
            <p:cNvSpPr/>
            <p:nvPr/>
          </p:nvSpPr>
          <p:spPr>
            <a:xfrm>
              <a:off x="2223135" y="2731008"/>
              <a:ext cx="1306830" cy="466725"/>
            </a:xfrm>
            <a:prstGeom prst="ellipse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database_icon_part_2">
              <a:extLst>
                <a:ext uri="{FF2B5EF4-FFF2-40B4-BE49-F238E27FC236}">
                  <a16:creationId xmlns:a16="http://schemas.microsoft.com/office/drawing/2014/main" id="{20D4D0EA-6DDA-FFFF-A052-B4C2477917BF}"/>
                </a:ext>
              </a:extLst>
            </p:cNvPr>
            <p:cNvSpPr/>
            <p:nvPr/>
          </p:nvSpPr>
          <p:spPr>
            <a:xfrm>
              <a:off x="2223135" y="3869817"/>
              <a:ext cx="1306830" cy="466725"/>
            </a:xfrm>
            <a:prstGeom prst="ellipse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database_icon_part_3">
              <a:extLst>
                <a:ext uri="{FF2B5EF4-FFF2-40B4-BE49-F238E27FC236}">
                  <a16:creationId xmlns:a16="http://schemas.microsoft.com/office/drawing/2014/main" id="{139DE616-829C-261B-2A7F-BEFEEFC5274A}"/>
                </a:ext>
              </a:extLst>
            </p:cNvPr>
            <p:cNvSpPr/>
            <p:nvPr/>
          </p:nvSpPr>
          <p:spPr>
            <a:xfrm>
              <a:off x="2223135" y="3216402"/>
              <a:ext cx="1306831" cy="336043"/>
            </a:xfrm>
            <a:custGeom>
              <a:avLst/>
              <a:gdLst/>
              <a:ahLst/>
              <a:cxnLst/>
              <a:rect l="0" t="0" r="0" b="0"/>
              <a:pathLst>
                <a:path w="1306831" h="336043">
                  <a:moveTo>
                    <a:pt x="0" y="0"/>
                  </a:moveTo>
                  <a:cubicBezTo>
                    <a:pt x="224028" y="336042"/>
                    <a:pt x="1101471" y="336042"/>
                    <a:pt x="1306830" y="0"/>
                  </a:cubicBezTo>
                </a:path>
              </a:pathLst>
            </a:custGeom>
            <a:ln w="74676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database_icon_part_4">
              <a:extLst>
                <a:ext uri="{FF2B5EF4-FFF2-40B4-BE49-F238E27FC236}">
                  <a16:creationId xmlns:a16="http://schemas.microsoft.com/office/drawing/2014/main" id="{7C89A6C6-68EC-72D4-249C-CF9528680EDC}"/>
                </a:ext>
              </a:extLst>
            </p:cNvPr>
            <p:cNvSpPr/>
            <p:nvPr/>
          </p:nvSpPr>
          <p:spPr>
            <a:xfrm>
              <a:off x="2223135" y="3571113"/>
              <a:ext cx="1306831" cy="336043"/>
            </a:xfrm>
            <a:custGeom>
              <a:avLst/>
              <a:gdLst/>
              <a:ahLst/>
              <a:cxnLst/>
              <a:rect l="0" t="0" r="0" b="0"/>
              <a:pathLst>
                <a:path w="1306831" h="336043">
                  <a:moveTo>
                    <a:pt x="0" y="0"/>
                  </a:moveTo>
                  <a:cubicBezTo>
                    <a:pt x="224028" y="336042"/>
                    <a:pt x="1101471" y="336042"/>
                    <a:pt x="1306830" y="0"/>
                  </a:cubicBezTo>
                </a:path>
              </a:pathLst>
            </a:custGeom>
            <a:ln w="74676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icon_cohort_clipboard" descr="原生矢量组件，可取消组合编辑各个形状">
            <a:extLst>
              <a:ext uri="{FF2B5EF4-FFF2-40B4-BE49-F238E27FC236}">
                <a16:creationId xmlns:a16="http://schemas.microsoft.com/office/drawing/2014/main" id="{7BB1BDA1-730A-DB51-E8CA-CE8FB089A70B}"/>
              </a:ext>
            </a:extLst>
          </p:cNvPr>
          <p:cNvGrpSpPr/>
          <p:nvPr/>
        </p:nvGrpSpPr>
        <p:grpSpPr>
          <a:xfrm>
            <a:off x="3486341" y="3409950"/>
            <a:ext cx="873823" cy="1257776"/>
            <a:chOff x="3486341" y="3409950"/>
            <a:chExt cx="873823" cy="1257776"/>
          </a:xfrm>
        </p:grpSpPr>
        <p:sp>
          <p:nvSpPr>
            <p:cNvPr id="51" name="cohort_clipboard_part_0">
              <a:extLst>
                <a:ext uri="{FF2B5EF4-FFF2-40B4-BE49-F238E27FC236}">
                  <a16:creationId xmlns:a16="http://schemas.microsoft.com/office/drawing/2014/main" id="{CC945821-77EC-7A0B-4853-384AA8175AAC}"/>
                </a:ext>
              </a:extLst>
            </p:cNvPr>
            <p:cNvSpPr/>
            <p:nvPr/>
          </p:nvSpPr>
          <p:spPr>
            <a:xfrm>
              <a:off x="3486341" y="3661505"/>
              <a:ext cx="873823" cy="1006221"/>
            </a:xfrm>
            <a:prstGeom prst="roundRect">
              <a:avLst/>
            </a:prstGeom>
            <a:noFill/>
            <a:ln w="52959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cohort_clipboard_part_1">
              <a:extLst>
                <a:ext uri="{FF2B5EF4-FFF2-40B4-BE49-F238E27FC236}">
                  <a16:creationId xmlns:a16="http://schemas.microsoft.com/office/drawing/2014/main" id="{40C65EAC-15A4-BD15-984A-21F383783014}"/>
                </a:ext>
              </a:extLst>
            </p:cNvPr>
            <p:cNvSpPr/>
            <p:nvPr/>
          </p:nvSpPr>
          <p:spPr>
            <a:xfrm>
              <a:off x="3751135" y="3515868"/>
              <a:ext cx="330994" cy="264795"/>
            </a:xfrm>
            <a:prstGeom prst="round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cohort_clipboard_part_2">
              <a:extLst>
                <a:ext uri="{FF2B5EF4-FFF2-40B4-BE49-F238E27FC236}">
                  <a16:creationId xmlns:a16="http://schemas.microsoft.com/office/drawing/2014/main" id="{3614EFA7-AC59-F38A-7147-726661CF6435}"/>
                </a:ext>
              </a:extLst>
            </p:cNvPr>
            <p:cNvSpPr/>
            <p:nvPr/>
          </p:nvSpPr>
          <p:spPr>
            <a:xfrm>
              <a:off x="3843814" y="3409950"/>
              <a:ext cx="158877" cy="158877"/>
            </a:xfrm>
            <a:prstGeom prst="ellipse">
              <a:avLst/>
            </a:prstGeom>
            <a:solidFill>
              <a:srgbClr val="FFFFFF"/>
            </a:solidFill>
            <a:ln w="52959">
              <a:solidFill>
                <a:srgbClr val="064A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cohort_clipboard_part_3">
              <a:extLst>
                <a:ext uri="{FF2B5EF4-FFF2-40B4-BE49-F238E27FC236}">
                  <a16:creationId xmlns:a16="http://schemas.microsoft.com/office/drawing/2014/main" id="{23963D93-7F8B-9794-60C6-4D54F2C8A657}"/>
                </a:ext>
              </a:extLst>
            </p:cNvPr>
            <p:cNvCxnSpPr/>
            <p:nvPr/>
          </p:nvCxnSpPr>
          <p:spPr>
            <a:xfrm>
              <a:off x="3631978" y="4124897"/>
              <a:ext cx="251555" cy="0"/>
            </a:xfrm>
            <a:prstGeom prst="line">
              <a:avLst/>
            </a:prstGeom>
            <a:ln w="66199">
              <a:solidFill>
                <a:srgbClr val="C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hort_clipboard_part_4">
              <a:extLst>
                <a:ext uri="{FF2B5EF4-FFF2-40B4-BE49-F238E27FC236}">
                  <a16:creationId xmlns:a16="http://schemas.microsoft.com/office/drawing/2014/main" id="{F6903DBE-CD64-F699-70EB-1C704BF28EFF}"/>
                </a:ext>
              </a:extLst>
            </p:cNvPr>
            <p:cNvCxnSpPr/>
            <p:nvPr/>
          </p:nvCxnSpPr>
          <p:spPr>
            <a:xfrm>
              <a:off x="3757756" y="3992499"/>
              <a:ext cx="0" cy="264795"/>
            </a:xfrm>
            <a:prstGeom prst="line">
              <a:avLst/>
            </a:prstGeom>
            <a:ln w="66199">
              <a:solidFill>
                <a:srgbClr val="C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hort_clipboard_part_5">
              <a:extLst>
                <a:ext uri="{FF2B5EF4-FFF2-40B4-BE49-F238E27FC236}">
                  <a16:creationId xmlns:a16="http://schemas.microsoft.com/office/drawing/2014/main" id="{6279A6E4-E3E2-DFC8-2EE6-630A4C92D993}"/>
                </a:ext>
              </a:extLst>
            </p:cNvPr>
            <p:cNvCxnSpPr/>
            <p:nvPr/>
          </p:nvCxnSpPr>
          <p:spPr>
            <a:xfrm>
              <a:off x="4002691" y="4071938"/>
              <a:ext cx="198596" cy="0"/>
            </a:xfrm>
            <a:prstGeom prst="line">
              <a:avLst/>
            </a:prstGeom>
            <a:ln w="5295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hort_clipboard_part_6">
              <a:extLst>
                <a:ext uri="{FF2B5EF4-FFF2-40B4-BE49-F238E27FC236}">
                  <a16:creationId xmlns:a16="http://schemas.microsoft.com/office/drawing/2014/main" id="{B50C4DDC-EF9E-7A85-514E-D9DF2D3FA5EF}"/>
                </a:ext>
              </a:extLst>
            </p:cNvPr>
            <p:cNvCxnSpPr/>
            <p:nvPr/>
          </p:nvCxnSpPr>
          <p:spPr>
            <a:xfrm>
              <a:off x="4002691" y="4244054"/>
              <a:ext cx="198596" cy="0"/>
            </a:xfrm>
            <a:prstGeom prst="line">
              <a:avLst/>
            </a:prstGeom>
            <a:ln w="5295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hort_clipboard_part_7">
              <a:extLst>
                <a:ext uri="{FF2B5EF4-FFF2-40B4-BE49-F238E27FC236}">
                  <a16:creationId xmlns:a16="http://schemas.microsoft.com/office/drawing/2014/main" id="{8D70FF08-7056-FC1D-874F-39938F53F016}"/>
                </a:ext>
              </a:extLst>
            </p:cNvPr>
            <p:cNvCxnSpPr/>
            <p:nvPr/>
          </p:nvCxnSpPr>
          <p:spPr>
            <a:xfrm>
              <a:off x="3631978" y="4429411"/>
              <a:ext cx="569309" cy="0"/>
            </a:xfrm>
            <a:prstGeom prst="line">
              <a:avLst/>
            </a:prstGeom>
            <a:ln w="5295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hort_clipboard_part_8">
              <a:extLst>
                <a:ext uri="{FF2B5EF4-FFF2-40B4-BE49-F238E27FC236}">
                  <a16:creationId xmlns:a16="http://schemas.microsoft.com/office/drawing/2014/main" id="{7ACBFEDC-E653-D152-3440-6AE0C0463762}"/>
                </a:ext>
              </a:extLst>
            </p:cNvPr>
            <p:cNvCxnSpPr/>
            <p:nvPr/>
          </p:nvCxnSpPr>
          <p:spPr>
            <a:xfrm>
              <a:off x="3631978" y="4561808"/>
              <a:ext cx="463391" cy="0"/>
            </a:xfrm>
            <a:prstGeom prst="line">
              <a:avLst/>
            </a:prstGeom>
            <a:ln w="5295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header_rule">
            <a:extLst>
              <a:ext uri="{FF2B5EF4-FFF2-40B4-BE49-F238E27FC236}">
                <a16:creationId xmlns:a16="http://schemas.microsoft.com/office/drawing/2014/main" id="{1D4A8112-9C70-8423-2EBA-394236EFDB3D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header_accent">
            <a:extLst>
              <a:ext uri="{FF2B5EF4-FFF2-40B4-BE49-F238E27FC236}">
                <a16:creationId xmlns:a16="http://schemas.microsoft.com/office/drawing/2014/main" id="{ADF97EF6-C9D2-BAC6-3783-ECC9068FD4AD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footer_rule">
            <a:extLst>
              <a:ext uri="{FF2B5EF4-FFF2-40B4-BE49-F238E27FC236}">
                <a16:creationId xmlns:a16="http://schemas.microsoft.com/office/drawing/2014/main" id="{810D497F-0D2F-7224-7B22-F643E3147EC5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hort_rule">
            <a:extLst>
              <a:ext uri="{FF2B5EF4-FFF2-40B4-BE49-F238E27FC236}">
                <a16:creationId xmlns:a16="http://schemas.microsoft.com/office/drawing/2014/main" id="{A93985C6-C875-C503-83D4-F6E29B7BF797}"/>
              </a:ext>
            </a:extLst>
          </p:cNvPr>
          <p:cNvCxnSpPr/>
          <p:nvPr/>
        </p:nvCxnSpPr>
        <p:spPr>
          <a:xfrm>
            <a:off x="885825" y="6724650"/>
            <a:ext cx="4238625" cy="0"/>
          </a:xfrm>
          <a:prstGeom prst="line">
            <a:avLst/>
          </a:prstGeom>
          <a:ln w="952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slide_title">
            <a:extLst>
              <a:ext uri="{FF2B5EF4-FFF2-40B4-BE49-F238E27FC236}">
                <a16:creationId xmlns:a16="http://schemas.microsoft.com/office/drawing/2014/main" id="{4EDCE60C-604A-4A4F-BE65-B4C59A825194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数据来源与训练验证分工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93C5B5C8-06E2-4864-8B43-03791202ADD6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CE337572-F4B7-4D91-870C-B00B8015A98F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06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text_0">
            <a:extLst>
              <a:ext uri="{FF2B5EF4-FFF2-40B4-BE49-F238E27FC236}">
                <a16:creationId xmlns:a16="http://schemas.microsoft.com/office/drawing/2014/main" id="{E2B11A13-1693-47EB-8968-8227FAD4F5B7}"/>
              </a:ext>
            </a:extLst>
          </p:cNvPr>
          <p:cNvSpPr>
            <a:spLocks/>
          </p:cNvSpPr>
          <p:nvPr/>
        </p:nvSpPr>
        <p:spPr>
          <a:xfrm>
            <a:off x="742950" y="5457825"/>
            <a:ext cx="45148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61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1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约</a:t>
            </a:r>
            <a:r>
              <a:rPr lang="en-US" altLang="zh-CN" sz="61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6000</a:t>
            </a:r>
            <a:r>
              <a:rPr lang="zh-CN" altLang="en-US" sz="61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例</a:t>
            </a:r>
            <a:endParaRPr sz="61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text_1">
            <a:extLst>
              <a:ext uri="{FF2B5EF4-FFF2-40B4-BE49-F238E27FC236}">
                <a16:creationId xmlns:a16="http://schemas.microsoft.com/office/drawing/2014/main" id="{F0A16C8A-41E3-4B15-B810-75226D605C86}"/>
              </a:ext>
            </a:extLst>
          </p:cNvPr>
          <p:cNvSpPr>
            <a:spLocks/>
          </p:cNvSpPr>
          <p:nvPr/>
        </p:nvSpPr>
        <p:spPr>
          <a:xfrm>
            <a:off x="809625" y="6848475"/>
            <a:ext cx="4400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本中心横断面临床资料</a:t>
            </a:r>
            <a:endParaRPr sz="26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65" name="module_dataset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C11318A-A0E8-1A37-8854-8B057202EC30}"/>
              </a:ext>
            </a:extLst>
          </p:cNvPr>
          <p:cNvGrpSpPr/>
          <p:nvPr/>
        </p:nvGrpSpPr>
        <p:grpSpPr>
          <a:xfrm>
            <a:off x="5686425" y="2181225"/>
            <a:ext cx="2352675" cy="857250"/>
            <a:chOff x="5686425" y="2181225"/>
            <a:chExt cx="2352675" cy="857250"/>
          </a:xfrm>
        </p:grpSpPr>
        <p:sp>
          <p:nvSpPr>
            <p:cNvPr id="8" name="dataset_0_0_bg">
              <a:extLst>
                <a:ext uri="{FF2B5EF4-FFF2-40B4-BE49-F238E27FC236}">
                  <a16:creationId xmlns:a16="http://schemas.microsoft.com/office/drawing/2014/main" id="{120BCD4E-10BF-4626-B3AB-51EA0C20534F}"/>
                </a:ext>
              </a:extLst>
            </p:cNvPr>
            <p:cNvSpPr>
              <a:spLocks/>
            </p:cNvSpPr>
            <p:nvPr/>
          </p:nvSpPr>
          <p:spPr>
            <a:xfrm>
              <a:off x="5686425" y="2181225"/>
              <a:ext cx="2352675" cy="857250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9" name="dataset_0_0_text">
              <a:extLst>
                <a:ext uri="{FF2B5EF4-FFF2-40B4-BE49-F238E27FC236}">
                  <a16:creationId xmlns:a16="http://schemas.microsoft.com/office/drawing/2014/main" id="{5F63BF5F-7488-49DD-9C60-5D42D30BCA07}"/>
                </a:ext>
              </a:extLst>
            </p:cNvPr>
            <p:cNvSpPr>
              <a:spLocks/>
            </p:cNvSpPr>
            <p:nvPr/>
          </p:nvSpPr>
          <p:spPr>
            <a:xfrm>
              <a:off x="5772150" y="2247900"/>
              <a:ext cx="21812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来源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6" name="module_dataset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C0845A2-DFCC-07B6-3CBC-EB9A85106B00}"/>
              </a:ext>
            </a:extLst>
          </p:cNvPr>
          <p:cNvGrpSpPr/>
          <p:nvPr/>
        </p:nvGrpSpPr>
        <p:grpSpPr>
          <a:xfrm>
            <a:off x="8039100" y="2181225"/>
            <a:ext cx="3724275" cy="857250"/>
            <a:chOff x="8039100" y="2181225"/>
            <a:chExt cx="3724275" cy="857250"/>
          </a:xfrm>
        </p:grpSpPr>
        <p:sp>
          <p:nvSpPr>
            <p:cNvPr id="10" name="dataset_0_1_bg">
              <a:extLst>
                <a:ext uri="{FF2B5EF4-FFF2-40B4-BE49-F238E27FC236}">
                  <a16:creationId xmlns:a16="http://schemas.microsoft.com/office/drawing/2014/main" id="{6244A891-8483-4D27-A813-A80A7E3C38BD}"/>
                </a:ext>
              </a:extLst>
            </p:cNvPr>
            <p:cNvSpPr>
              <a:spLocks/>
            </p:cNvSpPr>
            <p:nvPr/>
          </p:nvSpPr>
          <p:spPr>
            <a:xfrm>
              <a:off x="8039100" y="2181225"/>
              <a:ext cx="3724275" cy="857250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11" name="dataset_0_1_text">
              <a:extLst>
                <a:ext uri="{FF2B5EF4-FFF2-40B4-BE49-F238E27FC236}">
                  <a16:creationId xmlns:a16="http://schemas.microsoft.com/office/drawing/2014/main" id="{AC0F92C8-8A51-4465-B751-C8B0012666D9}"/>
                </a:ext>
              </a:extLst>
            </p:cNvPr>
            <p:cNvSpPr>
              <a:spLocks/>
            </p:cNvSpPr>
            <p:nvPr/>
          </p:nvSpPr>
          <p:spPr>
            <a:xfrm>
              <a:off x="8124825" y="2247900"/>
              <a:ext cx="35528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标签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7" name="module_dataset_0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8EA5E01-8F75-EDA6-FD15-853821919152}"/>
              </a:ext>
            </a:extLst>
          </p:cNvPr>
          <p:cNvGrpSpPr/>
          <p:nvPr/>
        </p:nvGrpSpPr>
        <p:grpSpPr>
          <a:xfrm>
            <a:off x="11763375" y="2181225"/>
            <a:ext cx="3733800" cy="857250"/>
            <a:chOff x="11763375" y="2181225"/>
            <a:chExt cx="3733800" cy="857250"/>
          </a:xfrm>
        </p:grpSpPr>
        <p:sp>
          <p:nvSpPr>
            <p:cNvPr id="12" name="dataset_0_2_bg">
              <a:extLst>
                <a:ext uri="{FF2B5EF4-FFF2-40B4-BE49-F238E27FC236}">
                  <a16:creationId xmlns:a16="http://schemas.microsoft.com/office/drawing/2014/main" id="{AD687E54-A7A7-40FF-BDCA-2567B63D59B1}"/>
                </a:ext>
              </a:extLst>
            </p:cNvPr>
            <p:cNvSpPr>
              <a:spLocks/>
            </p:cNvSpPr>
            <p:nvPr/>
          </p:nvSpPr>
          <p:spPr>
            <a:xfrm>
              <a:off x="11763375" y="2181225"/>
              <a:ext cx="3733800" cy="857250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13" name="dataset_0_2_text">
              <a:extLst>
                <a:ext uri="{FF2B5EF4-FFF2-40B4-BE49-F238E27FC236}">
                  <a16:creationId xmlns:a16="http://schemas.microsoft.com/office/drawing/2014/main" id="{B6977C6A-DC91-4C8F-9D4D-01F950E69DB0}"/>
                </a:ext>
              </a:extLst>
            </p:cNvPr>
            <p:cNvSpPr>
              <a:spLocks/>
            </p:cNvSpPr>
            <p:nvPr/>
          </p:nvSpPr>
          <p:spPr>
            <a:xfrm>
              <a:off x="11849100" y="2247900"/>
              <a:ext cx="35623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用途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8" name="module_dataset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96BF82D-6581-DD6D-EDE1-62664A9C3AF9}"/>
              </a:ext>
            </a:extLst>
          </p:cNvPr>
          <p:cNvGrpSpPr/>
          <p:nvPr/>
        </p:nvGrpSpPr>
        <p:grpSpPr>
          <a:xfrm>
            <a:off x="5686425" y="3038475"/>
            <a:ext cx="2352675" cy="857250"/>
            <a:chOff x="5686425" y="3038475"/>
            <a:chExt cx="2352675" cy="857250"/>
          </a:xfrm>
        </p:grpSpPr>
        <p:sp>
          <p:nvSpPr>
            <p:cNvPr id="14" name="dataset_1_0_bg">
              <a:extLst>
                <a:ext uri="{FF2B5EF4-FFF2-40B4-BE49-F238E27FC236}">
                  <a16:creationId xmlns:a16="http://schemas.microsoft.com/office/drawing/2014/main" id="{AA5DD5F1-99D6-4FE8-9966-675806A27CF6}"/>
                </a:ext>
              </a:extLst>
            </p:cNvPr>
            <p:cNvSpPr>
              <a:spLocks/>
            </p:cNvSpPr>
            <p:nvPr/>
          </p:nvSpPr>
          <p:spPr>
            <a:xfrm>
              <a:off x="5686425" y="3038475"/>
              <a:ext cx="2352675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5" name="dataset_1_0_text">
              <a:extLst>
                <a:ext uri="{FF2B5EF4-FFF2-40B4-BE49-F238E27FC236}">
                  <a16:creationId xmlns:a16="http://schemas.microsoft.com/office/drawing/2014/main" id="{65FC4FB8-B4B5-4A78-9CBB-8ECC3CF87F31}"/>
                </a:ext>
              </a:extLst>
            </p:cNvPr>
            <p:cNvSpPr>
              <a:spLocks/>
            </p:cNvSpPr>
            <p:nvPr/>
          </p:nvSpPr>
          <p:spPr>
            <a:xfrm>
              <a:off x="5772150" y="3105150"/>
              <a:ext cx="21812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本中心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9" name="module_dataset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CB18631-DA77-170D-88F5-BF8230C0EF88}"/>
              </a:ext>
            </a:extLst>
          </p:cNvPr>
          <p:cNvGrpSpPr/>
          <p:nvPr/>
        </p:nvGrpSpPr>
        <p:grpSpPr>
          <a:xfrm>
            <a:off x="8039100" y="3038475"/>
            <a:ext cx="3724275" cy="857250"/>
            <a:chOff x="8039100" y="3038475"/>
            <a:chExt cx="3724275" cy="857250"/>
          </a:xfrm>
        </p:grpSpPr>
        <p:sp>
          <p:nvSpPr>
            <p:cNvPr id="16" name="dataset_1_1_bg">
              <a:extLst>
                <a:ext uri="{FF2B5EF4-FFF2-40B4-BE49-F238E27FC236}">
                  <a16:creationId xmlns:a16="http://schemas.microsoft.com/office/drawing/2014/main" id="{E81BB0C6-4D30-4B21-8907-1D0734B03654}"/>
                </a:ext>
              </a:extLst>
            </p:cNvPr>
            <p:cNvSpPr>
              <a:spLocks/>
            </p:cNvSpPr>
            <p:nvPr/>
          </p:nvSpPr>
          <p:spPr>
            <a:xfrm>
              <a:off x="8039100" y="3038475"/>
              <a:ext cx="3724275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7" name="dataset_1_1_text">
              <a:extLst>
                <a:ext uri="{FF2B5EF4-FFF2-40B4-BE49-F238E27FC236}">
                  <a16:creationId xmlns:a16="http://schemas.microsoft.com/office/drawing/2014/main" id="{0DBF5058-97FB-49DD-B637-F05950C78BAB}"/>
                </a:ext>
              </a:extLst>
            </p:cNvPr>
            <p:cNvSpPr>
              <a:spLocks/>
            </p:cNvSpPr>
            <p:nvPr/>
          </p:nvSpPr>
          <p:spPr>
            <a:xfrm>
              <a:off x="8124825" y="3105150"/>
              <a:ext cx="35528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、</a:t>
              </a:r>
              <a:r>
                <a:rPr lang="en-US" altLang="zh-CN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及临床资料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0" name="module_dataset_1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C8D7911-53AD-3978-DD2F-7CE35CDE5B7F}"/>
              </a:ext>
            </a:extLst>
          </p:cNvPr>
          <p:cNvGrpSpPr/>
          <p:nvPr/>
        </p:nvGrpSpPr>
        <p:grpSpPr>
          <a:xfrm>
            <a:off x="11763375" y="3038475"/>
            <a:ext cx="3733800" cy="857250"/>
            <a:chOff x="11763375" y="3038475"/>
            <a:chExt cx="3733800" cy="857250"/>
          </a:xfrm>
        </p:grpSpPr>
        <p:sp>
          <p:nvSpPr>
            <p:cNvPr id="18" name="dataset_1_2_bg">
              <a:extLst>
                <a:ext uri="{FF2B5EF4-FFF2-40B4-BE49-F238E27FC236}">
                  <a16:creationId xmlns:a16="http://schemas.microsoft.com/office/drawing/2014/main" id="{0B520747-C048-4367-A9DA-08558965B91B}"/>
                </a:ext>
              </a:extLst>
            </p:cNvPr>
            <p:cNvSpPr>
              <a:spLocks/>
            </p:cNvSpPr>
            <p:nvPr/>
          </p:nvSpPr>
          <p:spPr>
            <a:xfrm>
              <a:off x="11763375" y="3038475"/>
              <a:ext cx="3733800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9" name="dataset_1_2_text">
              <a:extLst>
                <a:ext uri="{FF2B5EF4-FFF2-40B4-BE49-F238E27FC236}">
                  <a16:creationId xmlns:a16="http://schemas.microsoft.com/office/drawing/2014/main" id="{FC305D88-D707-4C13-BF4A-5EF3BFF8DE2F}"/>
                </a:ext>
              </a:extLst>
            </p:cNvPr>
            <p:cNvSpPr>
              <a:spLocks/>
            </p:cNvSpPr>
            <p:nvPr/>
          </p:nvSpPr>
          <p:spPr>
            <a:xfrm>
              <a:off x="11849100" y="3105150"/>
              <a:ext cx="35623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187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双筛与融合训练、验证、测试</a:t>
              </a:r>
              <a:endParaRPr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1" name="module_dataset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F27BE08-6010-8A79-23CE-5A05BA397229}"/>
              </a:ext>
            </a:extLst>
          </p:cNvPr>
          <p:cNvGrpSpPr/>
          <p:nvPr/>
        </p:nvGrpSpPr>
        <p:grpSpPr>
          <a:xfrm>
            <a:off x="5686425" y="3895725"/>
            <a:ext cx="2352675" cy="857250"/>
            <a:chOff x="5686425" y="3895725"/>
            <a:chExt cx="2352675" cy="857250"/>
          </a:xfrm>
        </p:grpSpPr>
        <p:sp>
          <p:nvSpPr>
            <p:cNvPr id="20" name="dataset_2_0_bg">
              <a:extLst>
                <a:ext uri="{FF2B5EF4-FFF2-40B4-BE49-F238E27FC236}">
                  <a16:creationId xmlns:a16="http://schemas.microsoft.com/office/drawing/2014/main" id="{8A9D9A48-0B3B-47D9-9C8A-33D5BD39A90C}"/>
                </a:ext>
              </a:extLst>
            </p:cNvPr>
            <p:cNvSpPr>
              <a:spLocks/>
            </p:cNvSpPr>
            <p:nvPr/>
          </p:nvSpPr>
          <p:spPr>
            <a:xfrm>
              <a:off x="5686425" y="3895725"/>
              <a:ext cx="2352675" cy="85725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1" name="dataset_2_0_text">
              <a:extLst>
                <a:ext uri="{FF2B5EF4-FFF2-40B4-BE49-F238E27FC236}">
                  <a16:creationId xmlns:a16="http://schemas.microsoft.com/office/drawing/2014/main" id="{E1115799-C58C-41AA-AD22-901EE6F8FC95}"/>
                </a:ext>
              </a:extLst>
            </p:cNvPr>
            <p:cNvSpPr>
              <a:spLocks/>
            </p:cNvSpPr>
            <p:nvPr/>
          </p:nvSpPr>
          <p:spPr>
            <a:xfrm>
              <a:off x="5772150" y="3962400"/>
              <a:ext cx="21812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DDR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2" name="module_dataset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237E679-2D71-E9CB-72FB-02FB2D7A0D2B}"/>
              </a:ext>
            </a:extLst>
          </p:cNvPr>
          <p:cNvGrpSpPr/>
          <p:nvPr/>
        </p:nvGrpSpPr>
        <p:grpSpPr>
          <a:xfrm>
            <a:off x="8039100" y="3895725"/>
            <a:ext cx="3724275" cy="857250"/>
            <a:chOff x="8039100" y="3895725"/>
            <a:chExt cx="3724275" cy="857250"/>
          </a:xfrm>
        </p:grpSpPr>
        <p:sp>
          <p:nvSpPr>
            <p:cNvPr id="22" name="dataset_2_1_bg">
              <a:extLst>
                <a:ext uri="{FF2B5EF4-FFF2-40B4-BE49-F238E27FC236}">
                  <a16:creationId xmlns:a16="http://schemas.microsoft.com/office/drawing/2014/main" id="{9E041225-F96F-4188-A916-0A16A7C5A2F5}"/>
                </a:ext>
              </a:extLst>
            </p:cNvPr>
            <p:cNvSpPr>
              <a:spLocks/>
            </p:cNvSpPr>
            <p:nvPr/>
          </p:nvSpPr>
          <p:spPr>
            <a:xfrm>
              <a:off x="8039100" y="3895725"/>
              <a:ext cx="3724275" cy="85725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3" name="dataset_2_1_text">
              <a:extLst>
                <a:ext uri="{FF2B5EF4-FFF2-40B4-BE49-F238E27FC236}">
                  <a16:creationId xmlns:a16="http://schemas.microsoft.com/office/drawing/2014/main" id="{EAC5DD28-75C1-492F-8B54-425FDDF87464}"/>
                </a:ext>
              </a:extLst>
            </p:cNvPr>
            <p:cNvSpPr>
              <a:spLocks/>
            </p:cNvSpPr>
            <p:nvPr/>
          </p:nvSpPr>
          <p:spPr>
            <a:xfrm>
              <a:off x="8124825" y="3962400"/>
              <a:ext cx="35528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病灶像素标签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3" name="module_dataset_2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EEB213E-B437-BD96-4510-2051D2404978}"/>
              </a:ext>
            </a:extLst>
          </p:cNvPr>
          <p:cNvGrpSpPr/>
          <p:nvPr/>
        </p:nvGrpSpPr>
        <p:grpSpPr>
          <a:xfrm>
            <a:off x="11763375" y="3895725"/>
            <a:ext cx="3733800" cy="857250"/>
            <a:chOff x="11763375" y="3895725"/>
            <a:chExt cx="3733800" cy="857250"/>
          </a:xfrm>
        </p:grpSpPr>
        <p:sp>
          <p:nvSpPr>
            <p:cNvPr id="24" name="dataset_2_2_bg">
              <a:extLst>
                <a:ext uri="{FF2B5EF4-FFF2-40B4-BE49-F238E27FC236}">
                  <a16:creationId xmlns:a16="http://schemas.microsoft.com/office/drawing/2014/main" id="{D5961657-5E21-42A3-B874-6A62512AFB27}"/>
                </a:ext>
              </a:extLst>
            </p:cNvPr>
            <p:cNvSpPr>
              <a:spLocks/>
            </p:cNvSpPr>
            <p:nvPr/>
          </p:nvSpPr>
          <p:spPr>
            <a:xfrm>
              <a:off x="11763375" y="3895725"/>
              <a:ext cx="3733800" cy="85725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5" name="dataset_2_2_text">
              <a:extLst>
                <a:ext uri="{FF2B5EF4-FFF2-40B4-BE49-F238E27FC236}">
                  <a16:creationId xmlns:a16="http://schemas.microsoft.com/office/drawing/2014/main" id="{022BCA19-1D77-4E3E-8FAF-CD90612FEBB6}"/>
                </a:ext>
              </a:extLst>
            </p:cNvPr>
            <p:cNvSpPr>
              <a:spLocks/>
            </p:cNvSpPr>
            <p:nvPr/>
          </p:nvSpPr>
          <p:spPr>
            <a:xfrm>
              <a:off x="11849100" y="3962400"/>
              <a:ext cx="35623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病灶分割开发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4" name="module_dataset_3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6E1D311-2441-C148-E6FB-507264AC4175}"/>
              </a:ext>
            </a:extLst>
          </p:cNvPr>
          <p:cNvGrpSpPr/>
          <p:nvPr/>
        </p:nvGrpSpPr>
        <p:grpSpPr>
          <a:xfrm>
            <a:off x="5686425" y="4752975"/>
            <a:ext cx="2352675" cy="857250"/>
            <a:chOff x="5686425" y="4752975"/>
            <a:chExt cx="2352675" cy="857250"/>
          </a:xfrm>
        </p:grpSpPr>
        <p:sp>
          <p:nvSpPr>
            <p:cNvPr id="26" name="dataset_3_0_bg">
              <a:extLst>
                <a:ext uri="{FF2B5EF4-FFF2-40B4-BE49-F238E27FC236}">
                  <a16:creationId xmlns:a16="http://schemas.microsoft.com/office/drawing/2014/main" id="{9DCB141A-047F-4DB8-82A3-3A4B350234B9}"/>
                </a:ext>
              </a:extLst>
            </p:cNvPr>
            <p:cNvSpPr>
              <a:spLocks/>
            </p:cNvSpPr>
            <p:nvPr/>
          </p:nvSpPr>
          <p:spPr>
            <a:xfrm>
              <a:off x="5686425" y="4752975"/>
              <a:ext cx="2352675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7" name="dataset_3_0_text">
              <a:extLst>
                <a:ext uri="{FF2B5EF4-FFF2-40B4-BE49-F238E27FC236}">
                  <a16:creationId xmlns:a16="http://schemas.microsoft.com/office/drawing/2014/main" id="{C0341B03-8536-421F-A80D-27534969BAC7}"/>
                </a:ext>
              </a:extLst>
            </p:cNvPr>
            <p:cNvSpPr>
              <a:spLocks/>
            </p:cNvSpPr>
            <p:nvPr/>
          </p:nvSpPr>
          <p:spPr>
            <a:xfrm>
              <a:off x="5772150" y="4819650"/>
              <a:ext cx="21812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FGADR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5" name="module_dataset_3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0407819-3715-3848-C89A-9C7F810E6166}"/>
              </a:ext>
            </a:extLst>
          </p:cNvPr>
          <p:cNvGrpSpPr/>
          <p:nvPr/>
        </p:nvGrpSpPr>
        <p:grpSpPr>
          <a:xfrm>
            <a:off x="8039100" y="4752975"/>
            <a:ext cx="3724275" cy="857250"/>
            <a:chOff x="8039100" y="4752975"/>
            <a:chExt cx="3724275" cy="857250"/>
          </a:xfrm>
        </p:grpSpPr>
        <p:sp>
          <p:nvSpPr>
            <p:cNvPr id="28" name="dataset_3_1_bg">
              <a:extLst>
                <a:ext uri="{FF2B5EF4-FFF2-40B4-BE49-F238E27FC236}">
                  <a16:creationId xmlns:a16="http://schemas.microsoft.com/office/drawing/2014/main" id="{BC3C4CAB-D6A4-40E5-A571-30992A25446C}"/>
                </a:ext>
              </a:extLst>
            </p:cNvPr>
            <p:cNvSpPr>
              <a:spLocks/>
            </p:cNvSpPr>
            <p:nvPr/>
          </p:nvSpPr>
          <p:spPr>
            <a:xfrm>
              <a:off x="8039100" y="4752975"/>
              <a:ext cx="3724275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9" name="dataset_3_1_text">
              <a:extLst>
                <a:ext uri="{FF2B5EF4-FFF2-40B4-BE49-F238E27FC236}">
                  <a16:creationId xmlns:a16="http://schemas.microsoft.com/office/drawing/2014/main" id="{F3C6BD0B-85F2-4F2C-82BB-86DD9053C67B}"/>
                </a:ext>
              </a:extLst>
            </p:cNvPr>
            <p:cNvSpPr>
              <a:spLocks/>
            </p:cNvSpPr>
            <p:nvPr/>
          </p:nvSpPr>
          <p:spPr>
            <a:xfrm>
              <a:off x="8124825" y="4819650"/>
              <a:ext cx="35528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病灶像素标签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6" name="module_dataset_3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D11F2EE-EF60-D115-B766-600B3525A298}"/>
              </a:ext>
            </a:extLst>
          </p:cNvPr>
          <p:cNvGrpSpPr/>
          <p:nvPr/>
        </p:nvGrpSpPr>
        <p:grpSpPr>
          <a:xfrm>
            <a:off x="11763375" y="4752975"/>
            <a:ext cx="3733800" cy="857250"/>
            <a:chOff x="11763375" y="4752975"/>
            <a:chExt cx="3733800" cy="857250"/>
          </a:xfrm>
        </p:grpSpPr>
        <p:sp>
          <p:nvSpPr>
            <p:cNvPr id="30" name="dataset_3_2_bg">
              <a:extLst>
                <a:ext uri="{FF2B5EF4-FFF2-40B4-BE49-F238E27FC236}">
                  <a16:creationId xmlns:a16="http://schemas.microsoft.com/office/drawing/2014/main" id="{B43AA312-358C-49A1-8AF3-E682457C4F04}"/>
                </a:ext>
              </a:extLst>
            </p:cNvPr>
            <p:cNvSpPr>
              <a:spLocks/>
            </p:cNvSpPr>
            <p:nvPr/>
          </p:nvSpPr>
          <p:spPr>
            <a:xfrm>
              <a:off x="11763375" y="4752975"/>
              <a:ext cx="3733800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1" name="dataset_3_2_text">
              <a:extLst>
                <a:ext uri="{FF2B5EF4-FFF2-40B4-BE49-F238E27FC236}">
                  <a16:creationId xmlns:a16="http://schemas.microsoft.com/office/drawing/2014/main" id="{27C7E2EB-BF16-45A1-8AB0-ECCCA8D698C8}"/>
                </a:ext>
              </a:extLst>
            </p:cNvPr>
            <p:cNvSpPr>
              <a:spLocks/>
            </p:cNvSpPr>
            <p:nvPr/>
          </p:nvSpPr>
          <p:spPr>
            <a:xfrm>
              <a:off x="11849100" y="4819650"/>
              <a:ext cx="35623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病灶外部验证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7" name="module_dataset_4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D44CBB1-09B4-1076-E58D-928E2944C9A3}"/>
              </a:ext>
            </a:extLst>
          </p:cNvPr>
          <p:cNvGrpSpPr/>
          <p:nvPr/>
        </p:nvGrpSpPr>
        <p:grpSpPr>
          <a:xfrm>
            <a:off x="5686425" y="5610225"/>
            <a:ext cx="2352675" cy="857250"/>
            <a:chOff x="5686425" y="5610225"/>
            <a:chExt cx="2352675" cy="857250"/>
          </a:xfrm>
        </p:grpSpPr>
        <p:sp>
          <p:nvSpPr>
            <p:cNvPr id="32" name="dataset_4_0_bg">
              <a:extLst>
                <a:ext uri="{FF2B5EF4-FFF2-40B4-BE49-F238E27FC236}">
                  <a16:creationId xmlns:a16="http://schemas.microsoft.com/office/drawing/2014/main" id="{89148382-920D-4F4B-A8EF-9EA5948DCEE5}"/>
                </a:ext>
              </a:extLst>
            </p:cNvPr>
            <p:cNvSpPr>
              <a:spLocks/>
            </p:cNvSpPr>
            <p:nvPr/>
          </p:nvSpPr>
          <p:spPr>
            <a:xfrm>
              <a:off x="5686425" y="5610225"/>
              <a:ext cx="2352675" cy="85725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3" name="dataset_4_0_text">
              <a:extLst>
                <a:ext uri="{FF2B5EF4-FFF2-40B4-BE49-F238E27FC236}">
                  <a16:creationId xmlns:a16="http://schemas.microsoft.com/office/drawing/2014/main" id="{EE983430-FE75-4CAF-BBC4-C3FADE3F8A78}"/>
                </a:ext>
              </a:extLst>
            </p:cNvPr>
            <p:cNvSpPr>
              <a:spLocks/>
            </p:cNvSpPr>
            <p:nvPr/>
          </p:nvSpPr>
          <p:spPr>
            <a:xfrm>
              <a:off x="5772150" y="5676900"/>
              <a:ext cx="21812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FIVES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8" name="module_dataset_4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B4AEA50-38CC-101E-4CBF-22F791D48224}"/>
              </a:ext>
            </a:extLst>
          </p:cNvPr>
          <p:cNvGrpSpPr/>
          <p:nvPr/>
        </p:nvGrpSpPr>
        <p:grpSpPr>
          <a:xfrm>
            <a:off x="8039100" y="5610225"/>
            <a:ext cx="3724275" cy="857250"/>
            <a:chOff x="8039100" y="5610225"/>
            <a:chExt cx="3724275" cy="857250"/>
          </a:xfrm>
        </p:grpSpPr>
        <p:sp>
          <p:nvSpPr>
            <p:cNvPr id="34" name="dataset_4_1_bg">
              <a:extLst>
                <a:ext uri="{FF2B5EF4-FFF2-40B4-BE49-F238E27FC236}">
                  <a16:creationId xmlns:a16="http://schemas.microsoft.com/office/drawing/2014/main" id="{3F3718B0-FD62-43F2-91BA-AD938631D729}"/>
                </a:ext>
              </a:extLst>
            </p:cNvPr>
            <p:cNvSpPr>
              <a:spLocks/>
            </p:cNvSpPr>
            <p:nvPr/>
          </p:nvSpPr>
          <p:spPr>
            <a:xfrm>
              <a:off x="8039100" y="5610225"/>
              <a:ext cx="3724275" cy="85725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5" name="dataset_4_1_text">
              <a:extLst>
                <a:ext uri="{FF2B5EF4-FFF2-40B4-BE49-F238E27FC236}">
                  <a16:creationId xmlns:a16="http://schemas.microsoft.com/office/drawing/2014/main" id="{00DA8969-E4BA-46B9-A9DA-A861FC33F46C}"/>
                </a:ext>
              </a:extLst>
            </p:cNvPr>
            <p:cNvSpPr>
              <a:spLocks/>
            </p:cNvSpPr>
            <p:nvPr/>
          </p:nvSpPr>
          <p:spPr>
            <a:xfrm>
              <a:off x="8124825" y="5676900"/>
              <a:ext cx="35528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血管像素标签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9" name="module_dataset_4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57BBA74-97FC-2CC2-968C-80425BA5E05D}"/>
              </a:ext>
            </a:extLst>
          </p:cNvPr>
          <p:cNvGrpSpPr/>
          <p:nvPr/>
        </p:nvGrpSpPr>
        <p:grpSpPr>
          <a:xfrm>
            <a:off x="11763375" y="5610225"/>
            <a:ext cx="3733800" cy="857250"/>
            <a:chOff x="11763375" y="5610225"/>
            <a:chExt cx="3733800" cy="857250"/>
          </a:xfrm>
        </p:grpSpPr>
        <p:sp>
          <p:nvSpPr>
            <p:cNvPr id="36" name="dataset_4_2_bg">
              <a:extLst>
                <a:ext uri="{FF2B5EF4-FFF2-40B4-BE49-F238E27FC236}">
                  <a16:creationId xmlns:a16="http://schemas.microsoft.com/office/drawing/2014/main" id="{3694CBBB-25B3-400E-8B45-9581F66FB090}"/>
                </a:ext>
              </a:extLst>
            </p:cNvPr>
            <p:cNvSpPr>
              <a:spLocks/>
            </p:cNvSpPr>
            <p:nvPr/>
          </p:nvSpPr>
          <p:spPr>
            <a:xfrm>
              <a:off x="11763375" y="5610225"/>
              <a:ext cx="3733800" cy="85725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7" name="dataset_4_2_text">
              <a:extLst>
                <a:ext uri="{FF2B5EF4-FFF2-40B4-BE49-F238E27FC236}">
                  <a16:creationId xmlns:a16="http://schemas.microsoft.com/office/drawing/2014/main" id="{BF12946F-5D71-4897-A259-6A2EBC6B55B3}"/>
                </a:ext>
              </a:extLst>
            </p:cNvPr>
            <p:cNvSpPr>
              <a:spLocks/>
            </p:cNvSpPr>
            <p:nvPr/>
          </p:nvSpPr>
          <p:spPr>
            <a:xfrm>
              <a:off x="11849100" y="5676900"/>
              <a:ext cx="35623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血管分割开发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0" name="module_dataset_5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C726D98-6158-664C-39B2-85C8F1A65FAC}"/>
              </a:ext>
            </a:extLst>
          </p:cNvPr>
          <p:cNvGrpSpPr/>
          <p:nvPr/>
        </p:nvGrpSpPr>
        <p:grpSpPr>
          <a:xfrm>
            <a:off x="5686425" y="6467475"/>
            <a:ext cx="2352675" cy="857250"/>
            <a:chOff x="5686425" y="6467475"/>
            <a:chExt cx="2352675" cy="857250"/>
          </a:xfrm>
        </p:grpSpPr>
        <p:sp>
          <p:nvSpPr>
            <p:cNvPr id="38" name="dataset_5_0_bg">
              <a:extLst>
                <a:ext uri="{FF2B5EF4-FFF2-40B4-BE49-F238E27FC236}">
                  <a16:creationId xmlns:a16="http://schemas.microsoft.com/office/drawing/2014/main" id="{02FC1BEE-D6B6-4DAC-8CAB-96F6807491FB}"/>
                </a:ext>
              </a:extLst>
            </p:cNvPr>
            <p:cNvSpPr>
              <a:spLocks/>
            </p:cNvSpPr>
            <p:nvPr/>
          </p:nvSpPr>
          <p:spPr>
            <a:xfrm>
              <a:off x="5686425" y="6467475"/>
              <a:ext cx="2352675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9" name="dataset_5_0_text">
              <a:extLst>
                <a:ext uri="{FF2B5EF4-FFF2-40B4-BE49-F238E27FC236}">
                  <a16:creationId xmlns:a16="http://schemas.microsoft.com/office/drawing/2014/main" id="{3CF53707-C4A9-4929-AD61-A45C820BBDB3}"/>
                </a:ext>
              </a:extLst>
            </p:cNvPr>
            <p:cNvSpPr>
              <a:spLocks/>
            </p:cNvSpPr>
            <p:nvPr/>
          </p:nvSpPr>
          <p:spPr>
            <a:xfrm>
              <a:off x="5772150" y="6534150"/>
              <a:ext cx="21812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DRIVE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1" name="module_dataset_5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729ECB9-AD89-281A-C4C1-ED556311E2C7}"/>
              </a:ext>
            </a:extLst>
          </p:cNvPr>
          <p:cNvGrpSpPr/>
          <p:nvPr/>
        </p:nvGrpSpPr>
        <p:grpSpPr>
          <a:xfrm>
            <a:off x="8039100" y="6467475"/>
            <a:ext cx="3724275" cy="857250"/>
            <a:chOff x="8039100" y="6467475"/>
            <a:chExt cx="3724275" cy="857250"/>
          </a:xfrm>
        </p:grpSpPr>
        <p:sp>
          <p:nvSpPr>
            <p:cNvPr id="40" name="dataset_5_1_bg">
              <a:extLst>
                <a:ext uri="{FF2B5EF4-FFF2-40B4-BE49-F238E27FC236}">
                  <a16:creationId xmlns:a16="http://schemas.microsoft.com/office/drawing/2014/main" id="{4003D4E1-71E8-44F6-9ABA-87009DFADEEE}"/>
                </a:ext>
              </a:extLst>
            </p:cNvPr>
            <p:cNvSpPr>
              <a:spLocks/>
            </p:cNvSpPr>
            <p:nvPr/>
          </p:nvSpPr>
          <p:spPr>
            <a:xfrm>
              <a:off x="8039100" y="6467475"/>
              <a:ext cx="3724275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1" name="dataset_5_1_text">
              <a:extLst>
                <a:ext uri="{FF2B5EF4-FFF2-40B4-BE49-F238E27FC236}">
                  <a16:creationId xmlns:a16="http://schemas.microsoft.com/office/drawing/2014/main" id="{09E7DA14-8441-4AA0-B985-3982D321D390}"/>
                </a:ext>
              </a:extLst>
            </p:cNvPr>
            <p:cNvSpPr>
              <a:spLocks/>
            </p:cNvSpPr>
            <p:nvPr/>
          </p:nvSpPr>
          <p:spPr>
            <a:xfrm>
              <a:off x="8124825" y="6534150"/>
              <a:ext cx="3552825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血管人工标签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2" name="module_dataset_5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6BF3478-67CE-9621-857A-DC23438B45D9}"/>
              </a:ext>
            </a:extLst>
          </p:cNvPr>
          <p:cNvGrpSpPr/>
          <p:nvPr/>
        </p:nvGrpSpPr>
        <p:grpSpPr>
          <a:xfrm>
            <a:off x="11763375" y="6467475"/>
            <a:ext cx="3733800" cy="857250"/>
            <a:chOff x="11763375" y="6467475"/>
            <a:chExt cx="3733800" cy="857250"/>
          </a:xfrm>
        </p:grpSpPr>
        <p:sp>
          <p:nvSpPr>
            <p:cNvPr id="42" name="dataset_5_2_bg">
              <a:extLst>
                <a:ext uri="{FF2B5EF4-FFF2-40B4-BE49-F238E27FC236}">
                  <a16:creationId xmlns:a16="http://schemas.microsoft.com/office/drawing/2014/main" id="{BD71ECB2-8C29-4D4A-8A94-C220CAA1F030}"/>
                </a:ext>
              </a:extLst>
            </p:cNvPr>
            <p:cNvSpPr>
              <a:spLocks/>
            </p:cNvSpPr>
            <p:nvPr/>
          </p:nvSpPr>
          <p:spPr>
            <a:xfrm>
              <a:off x="11763375" y="6467475"/>
              <a:ext cx="3733800" cy="85725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3" name="dataset_5_2_text">
              <a:extLst>
                <a:ext uri="{FF2B5EF4-FFF2-40B4-BE49-F238E27FC236}">
                  <a16:creationId xmlns:a16="http://schemas.microsoft.com/office/drawing/2014/main" id="{8D065F16-7455-4E49-8D2D-ABC441242903}"/>
                </a:ext>
              </a:extLst>
            </p:cNvPr>
            <p:cNvSpPr>
              <a:spLocks/>
            </p:cNvSpPr>
            <p:nvPr/>
          </p:nvSpPr>
          <p:spPr>
            <a:xfrm>
              <a:off x="11849100" y="6534150"/>
              <a:ext cx="3562350" cy="723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血管外部验证</a:t>
              </a:r>
              <a:endParaRPr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402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mallpatch_image_backplate">
            <a:extLst>
              <a:ext uri="{FF2B5EF4-FFF2-40B4-BE49-F238E27FC236}">
                <a16:creationId xmlns:a16="http://schemas.microsoft.com/office/drawing/2014/main" id="{D3739B93-327A-4988-94EA-B1AE7AC12A88}"/>
              </a:ext>
            </a:extLst>
          </p:cNvPr>
          <p:cNvSpPr>
            <a:spLocks/>
          </p:cNvSpPr>
          <p:nvPr/>
        </p:nvSpPr>
        <p:spPr>
          <a:xfrm>
            <a:off x="13906500" y="7124700"/>
            <a:ext cx="619125" cy="476250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2" name="whole_retina_image_backplate">
            <a:extLst>
              <a:ext uri="{FF2B5EF4-FFF2-40B4-BE49-F238E27FC236}">
                <a16:creationId xmlns:a16="http://schemas.microsoft.com/office/drawing/2014/main" id="{7E2201C1-69BD-45BB-A99B-45F8635858A0}"/>
              </a:ext>
            </a:extLst>
          </p:cNvPr>
          <p:cNvSpPr>
            <a:spLocks/>
          </p:cNvSpPr>
          <p:nvPr/>
        </p:nvSpPr>
        <p:spPr>
          <a:xfrm>
            <a:off x="13906500" y="6191250"/>
            <a:ext cx="619125" cy="52387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3" name="vessel_prep_retina_image_backplate">
            <a:extLst>
              <a:ext uri="{FF2B5EF4-FFF2-40B4-BE49-F238E27FC236}">
                <a16:creationId xmlns:a16="http://schemas.microsoft.com/office/drawing/2014/main" id="{7B2C8E06-6085-413D-928E-C9A9A25CEFE4}"/>
              </a:ext>
            </a:extLst>
          </p:cNvPr>
          <p:cNvSpPr>
            <a:spLocks/>
          </p:cNvSpPr>
          <p:nvPr/>
        </p:nvSpPr>
        <p:spPr>
          <a:xfrm>
            <a:off x="11325225" y="6191250"/>
            <a:ext cx="1362075" cy="136207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lesion_patch_3_image_backplate">
            <a:extLst>
              <a:ext uri="{FF2B5EF4-FFF2-40B4-BE49-F238E27FC236}">
                <a16:creationId xmlns:a16="http://schemas.microsoft.com/office/drawing/2014/main" id="{D4337883-FD6E-4D5B-ACEC-6B632E6410C9}"/>
              </a:ext>
            </a:extLst>
          </p:cNvPr>
          <p:cNvSpPr>
            <a:spLocks/>
          </p:cNvSpPr>
          <p:nvPr/>
        </p:nvSpPr>
        <p:spPr>
          <a:xfrm>
            <a:off x="9172575" y="6915150"/>
            <a:ext cx="762000" cy="619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" name="lesion_patch_2_image_backplate">
            <a:extLst>
              <a:ext uri="{FF2B5EF4-FFF2-40B4-BE49-F238E27FC236}">
                <a16:creationId xmlns:a16="http://schemas.microsoft.com/office/drawing/2014/main" id="{ADB0ABF2-4D37-4D0E-BAAF-1CEC82F755AA}"/>
              </a:ext>
            </a:extLst>
          </p:cNvPr>
          <p:cNvSpPr>
            <a:spLocks/>
          </p:cNvSpPr>
          <p:nvPr/>
        </p:nvSpPr>
        <p:spPr>
          <a:xfrm>
            <a:off x="8305800" y="6915150"/>
            <a:ext cx="762000" cy="619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lesion_patch_1_image_backplate">
            <a:extLst>
              <a:ext uri="{FF2B5EF4-FFF2-40B4-BE49-F238E27FC236}">
                <a16:creationId xmlns:a16="http://schemas.microsoft.com/office/drawing/2014/main" id="{132A515A-B157-4B93-922C-79208AE94DCB}"/>
              </a:ext>
            </a:extLst>
          </p:cNvPr>
          <p:cNvSpPr>
            <a:spLocks/>
          </p:cNvSpPr>
          <p:nvPr/>
        </p:nvSpPr>
        <p:spPr>
          <a:xfrm>
            <a:off x="9172575" y="6181725"/>
            <a:ext cx="762000" cy="61912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7" name="lesion_patch_0_image_backplate">
            <a:extLst>
              <a:ext uri="{FF2B5EF4-FFF2-40B4-BE49-F238E27FC236}">
                <a16:creationId xmlns:a16="http://schemas.microsoft.com/office/drawing/2014/main" id="{9761F53A-C7C6-4BF7-997A-7D44810DDEDD}"/>
              </a:ext>
            </a:extLst>
          </p:cNvPr>
          <p:cNvSpPr>
            <a:spLocks/>
          </p:cNvSpPr>
          <p:nvPr/>
        </p:nvSpPr>
        <p:spPr>
          <a:xfrm>
            <a:off x="8305800" y="6181725"/>
            <a:ext cx="762000" cy="61912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8" name="lesion_grid_retina_image_backplate">
            <a:extLst>
              <a:ext uri="{FF2B5EF4-FFF2-40B4-BE49-F238E27FC236}">
                <a16:creationId xmlns:a16="http://schemas.microsoft.com/office/drawing/2014/main" id="{03B3E109-52B1-4AF5-A376-EAF1E5A351E7}"/>
              </a:ext>
            </a:extLst>
          </p:cNvPr>
          <p:cNvSpPr>
            <a:spLocks/>
          </p:cNvSpPr>
          <p:nvPr/>
        </p:nvSpPr>
        <p:spPr>
          <a:xfrm>
            <a:off x="5962650" y="6181725"/>
            <a:ext cx="1362075" cy="136207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" name="patch_retina_image_backplate">
            <a:extLst>
              <a:ext uri="{FF2B5EF4-FFF2-40B4-BE49-F238E27FC236}">
                <a16:creationId xmlns:a16="http://schemas.microsoft.com/office/drawing/2014/main" id="{6132AE15-13C1-4C11-BF95-1540C0B12793}"/>
              </a:ext>
            </a:extLst>
          </p:cNvPr>
          <p:cNvSpPr>
            <a:spLocks/>
          </p:cNvSpPr>
          <p:nvPr/>
        </p:nvSpPr>
        <p:spPr>
          <a:xfrm>
            <a:off x="3448050" y="5876925"/>
            <a:ext cx="1552575" cy="155257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10" name="grid_retina_image_backplate">
            <a:extLst>
              <a:ext uri="{FF2B5EF4-FFF2-40B4-BE49-F238E27FC236}">
                <a16:creationId xmlns:a16="http://schemas.microsoft.com/office/drawing/2014/main" id="{BB573D24-3997-4CE7-9E17-732F9E896D5E}"/>
              </a:ext>
            </a:extLst>
          </p:cNvPr>
          <p:cNvSpPr>
            <a:spLocks/>
          </p:cNvSpPr>
          <p:nvPr/>
        </p:nvSpPr>
        <p:spPr>
          <a:xfrm>
            <a:off x="1000125" y="5876925"/>
            <a:ext cx="1571625" cy="1571625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11" name="prep_retina_3_image_backplate">
            <a:extLst>
              <a:ext uri="{FF2B5EF4-FFF2-40B4-BE49-F238E27FC236}">
                <a16:creationId xmlns:a16="http://schemas.microsoft.com/office/drawing/2014/main" id="{0625F8E9-FA80-48A6-B7EB-59AF2E8D0B8B}"/>
              </a:ext>
            </a:extLst>
          </p:cNvPr>
          <p:cNvSpPr>
            <a:spLocks/>
          </p:cNvSpPr>
          <p:nvPr/>
        </p:nvSpPr>
        <p:spPr>
          <a:xfrm>
            <a:off x="12144375" y="2362200"/>
            <a:ext cx="1571625" cy="1571625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12" name="prep_retina_2_image_backplate">
            <a:extLst>
              <a:ext uri="{FF2B5EF4-FFF2-40B4-BE49-F238E27FC236}">
                <a16:creationId xmlns:a16="http://schemas.microsoft.com/office/drawing/2014/main" id="{3B293B5E-DA81-41D5-9768-A0B35339D567}"/>
              </a:ext>
            </a:extLst>
          </p:cNvPr>
          <p:cNvSpPr>
            <a:spLocks/>
          </p:cNvSpPr>
          <p:nvPr/>
        </p:nvSpPr>
        <p:spPr>
          <a:xfrm>
            <a:off x="9296400" y="2362200"/>
            <a:ext cx="1647825" cy="1647825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13" name="prep_retina_crop_image_backplate">
            <a:extLst>
              <a:ext uri="{FF2B5EF4-FFF2-40B4-BE49-F238E27FC236}">
                <a16:creationId xmlns:a16="http://schemas.microsoft.com/office/drawing/2014/main" id="{F176B1FC-A965-4467-82D2-E274C8188044}"/>
              </a:ext>
            </a:extLst>
          </p:cNvPr>
          <p:cNvSpPr>
            <a:spLocks/>
          </p:cNvSpPr>
          <p:nvPr/>
        </p:nvSpPr>
        <p:spPr>
          <a:xfrm>
            <a:off x="5715000" y="2352675"/>
            <a:ext cx="1933575" cy="193357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14" name="prep_retina_0_image_backplate">
            <a:extLst>
              <a:ext uri="{FF2B5EF4-FFF2-40B4-BE49-F238E27FC236}">
                <a16:creationId xmlns:a16="http://schemas.microsoft.com/office/drawing/2014/main" id="{96E9F8E2-6CCD-49CF-9D36-2AAB11440D9F}"/>
              </a:ext>
            </a:extLst>
          </p:cNvPr>
          <p:cNvSpPr>
            <a:spLocks/>
          </p:cNvSpPr>
          <p:nvPr/>
        </p:nvSpPr>
        <p:spPr>
          <a:xfrm>
            <a:off x="781050" y="2362200"/>
            <a:ext cx="1571625" cy="1571625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18" name="prep_0_bg">
            <a:extLst>
              <a:ext uri="{FF2B5EF4-FFF2-40B4-BE49-F238E27FC236}">
                <a16:creationId xmlns:a16="http://schemas.microsoft.com/office/drawing/2014/main" id="{318CDEFF-1599-48EE-B3EA-6BD524987A70}"/>
              </a:ext>
            </a:extLst>
          </p:cNvPr>
          <p:cNvSpPr>
            <a:spLocks/>
          </p:cNvSpPr>
          <p:nvPr/>
        </p:nvSpPr>
        <p:spPr>
          <a:xfrm>
            <a:off x="571500" y="1733550"/>
            <a:ext cx="3943350" cy="2743200"/>
          </a:xfrm>
          <a:prstGeom prst="roundRect">
            <a:avLst>
              <a:gd name="adj" fmla="val 4167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9" name="prep_0_head">
            <a:extLst>
              <a:ext uri="{FF2B5EF4-FFF2-40B4-BE49-F238E27FC236}">
                <a16:creationId xmlns:a16="http://schemas.microsoft.com/office/drawing/2014/main" id="{D4969BE1-F45B-400D-9CD4-16FCAE015CE6}"/>
              </a:ext>
            </a:extLst>
          </p:cNvPr>
          <p:cNvSpPr>
            <a:spLocks/>
          </p:cNvSpPr>
          <p:nvPr/>
        </p:nvSpPr>
        <p:spPr>
          <a:xfrm>
            <a:off x="581025" y="1743075"/>
            <a:ext cx="3924300" cy="504825"/>
          </a:xfrm>
          <a:prstGeom prst="roundRect">
            <a:avLst>
              <a:gd name="adj" fmla="val 22642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1" name="prep_1_bg">
            <a:extLst>
              <a:ext uri="{FF2B5EF4-FFF2-40B4-BE49-F238E27FC236}">
                <a16:creationId xmlns:a16="http://schemas.microsoft.com/office/drawing/2014/main" id="{414FC7F5-A5CA-4623-BC29-57D01CB89B9B}"/>
              </a:ext>
            </a:extLst>
          </p:cNvPr>
          <p:cNvSpPr>
            <a:spLocks/>
          </p:cNvSpPr>
          <p:nvPr/>
        </p:nvSpPr>
        <p:spPr>
          <a:xfrm>
            <a:off x="5181600" y="1733550"/>
            <a:ext cx="3228975" cy="2743200"/>
          </a:xfrm>
          <a:prstGeom prst="roundRect">
            <a:avLst>
              <a:gd name="adj" fmla="val 4167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22" name="prep_1_head">
            <a:extLst>
              <a:ext uri="{FF2B5EF4-FFF2-40B4-BE49-F238E27FC236}">
                <a16:creationId xmlns:a16="http://schemas.microsoft.com/office/drawing/2014/main" id="{11CD3F5E-1BD6-4405-AAC8-10965C2E79F2}"/>
              </a:ext>
            </a:extLst>
          </p:cNvPr>
          <p:cNvSpPr>
            <a:spLocks/>
          </p:cNvSpPr>
          <p:nvPr/>
        </p:nvSpPr>
        <p:spPr>
          <a:xfrm>
            <a:off x="5191125" y="1743075"/>
            <a:ext cx="3209925" cy="504825"/>
          </a:xfrm>
          <a:prstGeom prst="roundRect">
            <a:avLst>
              <a:gd name="adj" fmla="val 22642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4" name="prep_2_bg">
            <a:extLst>
              <a:ext uri="{FF2B5EF4-FFF2-40B4-BE49-F238E27FC236}">
                <a16:creationId xmlns:a16="http://schemas.microsoft.com/office/drawing/2014/main" id="{E4E68D71-BCA3-4601-AEE5-8AABC2BDCC4F}"/>
              </a:ext>
            </a:extLst>
          </p:cNvPr>
          <p:cNvSpPr>
            <a:spLocks/>
          </p:cNvSpPr>
          <p:nvPr/>
        </p:nvSpPr>
        <p:spPr>
          <a:xfrm>
            <a:off x="9086850" y="1733550"/>
            <a:ext cx="2162175" cy="2743200"/>
          </a:xfrm>
          <a:prstGeom prst="roundRect">
            <a:avLst>
              <a:gd name="adj" fmla="val 5286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25" name="prep_2_head">
            <a:extLst>
              <a:ext uri="{FF2B5EF4-FFF2-40B4-BE49-F238E27FC236}">
                <a16:creationId xmlns:a16="http://schemas.microsoft.com/office/drawing/2014/main" id="{B1536B6A-86DD-4317-B283-8DDF228905AD}"/>
              </a:ext>
            </a:extLst>
          </p:cNvPr>
          <p:cNvSpPr>
            <a:spLocks/>
          </p:cNvSpPr>
          <p:nvPr/>
        </p:nvSpPr>
        <p:spPr>
          <a:xfrm>
            <a:off x="9096375" y="1743075"/>
            <a:ext cx="2143125" cy="504825"/>
          </a:xfrm>
          <a:prstGeom prst="roundRect">
            <a:avLst>
              <a:gd name="adj" fmla="val 22642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7" name="prep_3_bg">
            <a:extLst>
              <a:ext uri="{FF2B5EF4-FFF2-40B4-BE49-F238E27FC236}">
                <a16:creationId xmlns:a16="http://schemas.microsoft.com/office/drawing/2014/main" id="{67170E30-EEF5-44DA-A991-A8F6C70D2DC9}"/>
              </a:ext>
            </a:extLst>
          </p:cNvPr>
          <p:cNvSpPr>
            <a:spLocks/>
          </p:cNvSpPr>
          <p:nvPr/>
        </p:nvSpPr>
        <p:spPr>
          <a:xfrm>
            <a:off x="11934825" y="1733550"/>
            <a:ext cx="3467100" cy="2743200"/>
          </a:xfrm>
          <a:prstGeom prst="roundRect">
            <a:avLst>
              <a:gd name="adj" fmla="val 4167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28" name="prep_3_head">
            <a:extLst>
              <a:ext uri="{FF2B5EF4-FFF2-40B4-BE49-F238E27FC236}">
                <a16:creationId xmlns:a16="http://schemas.microsoft.com/office/drawing/2014/main" id="{22E002A4-CB6C-424A-B157-2BD7AD7E3D25}"/>
              </a:ext>
            </a:extLst>
          </p:cNvPr>
          <p:cNvSpPr>
            <a:spLocks/>
          </p:cNvSpPr>
          <p:nvPr/>
        </p:nvSpPr>
        <p:spPr>
          <a:xfrm>
            <a:off x="11944350" y="1743075"/>
            <a:ext cx="3448050" cy="504825"/>
          </a:xfrm>
          <a:prstGeom prst="roundRect">
            <a:avLst>
              <a:gd name="adj" fmla="val 22642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30" name="check_bg_0">
            <a:extLst>
              <a:ext uri="{FF2B5EF4-FFF2-40B4-BE49-F238E27FC236}">
                <a16:creationId xmlns:a16="http://schemas.microsoft.com/office/drawing/2014/main" id="{EE89F7BF-411B-4F26-848B-500B24459584}"/>
              </a:ext>
            </a:extLst>
          </p:cNvPr>
          <p:cNvSpPr>
            <a:spLocks/>
          </p:cNvSpPr>
          <p:nvPr/>
        </p:nvSpPr>
        <p:spPr>
          <a:xfrm>
            <a:off x="2762250" y="2400300"/>
            <a:ext cx="209550" cy="20955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3" name="check_bg_1">
            <a:extLst>
              <a:ext uri="{FF2B5EF4-FFF2-40B4-BE49-F238E27FC236}">
                <a16:creationId xmlns:a16="http://schemas.microsoft.com/office/drawing/2014/main" id="{6E34C78B-307A-4901-A5D1-479927A57024}"/>
              </a:ext>
            </a:extLst>
          </p:cNvPr>
          <p:cNvSpPr>
            <a:spLocks/>
          </p:cNvSpPr>
          <p:nvPr/>
        </p:nvSpPr>
        <p:spPr>
          <a:xfrm>
            <a:off x="2762250" y="2809875"/>
            <a:ext cx="209550" cy="20955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6" name="check_bg_2">
            <a:extLst>
              <a:ext uri="{FF2B5EF4-FFF2-40B4-BE49-F238E27FC236}">
                <a16:creationId xmlns:a16="http://schemas.microsoft.com/office/drawing/2014/main" id="{2A0B57EA-D603-423E-9955-8BC087DADE23}"/>
              </a:ext>
            </a:extLst>
          </p:cNvPr>
          <p:cNvSpPr>
            <a:spLocks/>
          </p:cNvSpPr>
          <p:nvPr/>
        </p:nvSpPr>
        <p:spPr>
          <a:xfrm>
            <a:off x="2762250" y="3219450"/>
            <a:ext cx="209550" cy="20955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9" name="check_bg_3">
            <a:extLst>
              <a:ext uri="{FF2B5EF4-FFF2-40B4-BE49-F238E27FC236}">
                <a16:creationId xmlns:a16="http://schemas.microsoft.com/office/drawing/2014/main" id="{A0617204-6BE8-4524-8B75-2E9EC04BD0DF}"/>
              </a:ext>
            </a:extLst>
          </p:cNvPr>
          <p:cNvSpPr>
            <a:spLocks/>
          </p:cNvSpPr>
          <p:nvPr/>
        </p:nvSpPr>
        <p:spPr>
          <a:xfrm>
            <a:off x="2762250" y="3629025"/>
            <a:ext cx="209550" cy="20955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42" name="norm_check_0">
            <a:extLst>
              <a:ext uri="{FF2B5EF4-FFF2-40B4-BE49-F238E27FC236}">
                <a16:creationId xmlns:a16="http://schemas.microsoft.com/office/drawing/2014/main" id="{8FA797CF-D3B2-4656-A275-549E9C96761E}"/>
              </a:ext>
            </a:extLst>
          </p:cNvPr>
          <p:cNvSpPr>
            <a:spLocks/>
          </p:cNvSpPr>
          <p:nvPr/>
        </p:nvSpPr>
        <p:spPr>
          <a:xfrm>
            <a:off x="13944600" y="2400300"/>
            <a:ext cx="200025" cy="200025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45" name="norm_check_1">
            <a:extLst>
              <a:ext uri="{FF2B5EF4-FFF2-40B4-BE49-F238E27FC236}">
                <a16:creationId xmlns:a16="http://schemas.microsoft.com/office/drawing/2014/main" id="{27AFC6EA-45A1-4D05-AA9D-299C9E14FC69}"/>
              </a:ext>
            </a:extLst>
          </p:cNvPr>
          <p:cNvSpPr>
            <a:spLocks/>
          </p:cNvSpPr>
          <p:nvPr/>
        </p:nvSpPr>
        <p:spPr>
          <a:xfrm>
            <a:off x="13944600" y="2809875"/>
            <a:ext cx="200025" cy="200025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48" name="norm_check_2">
            <a:extLst>
              <a:ext uri="{FF2B5EF4-FFF2-40B4-BE49-F238E27FC236}">
                <a16:creationId xmlns:a16="http://schemas.microsoft.com/office/drawing/2014/main" id="{4A0D1253-950A-4B7D-B71A-133F30133E93}"/>
              </a:ext>
            </a:extLst>
          </p:cNvPr>
          <p:cNvSpPr>
            <a:spLocks/>
          </p:cNvSpPr>
          <p:nvPr/>
        </p:nvSpPr>
        <p:spPr>
          <a:xfrm>
            <a:off x="13944600" y="3219450"/>
            <a:ext cx="200025" cy="200025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51" name="norm_check_3">
            <a:extLst>
              <a:ext uri="{FF2B5EF4-FFF2-40B4-BE49-F238E27FC236}">
                <a16:creationId xmlns:a16="http://schemas.microsoft.com/office/drawing/2014/main" id="{7CB5DB7A-0638-4AF2-B326-F05C5693FC20}"/>
              </a:ext>
            </a:extLst>
          </p:cNvPr>
          <p:cNvSpPr>
            <a:spLocks/>
          </p:cNvSpPr>
          <p:nvPr/>
        </p:nvSpPr>
        <p:spPr>
          <a:xfrm>
            <a:off x="13944600" y="3629025"/>
            <a:ext cx="200025" cy="200025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54" name="crop_ring">
            <a:extLst>
              <a:ext uri="{FF2B5EF4-FFF2-40B4-BE49-F238E27FC236}">
                <a16:creationId xmlns:a16="http://schemas.microsoft.com/office/drawing/2014/main" id="{D845BF51-DE94-420C-9B3A-11100B60E8A7}"/>
              </a:ext>
            </a:extLst>
          </p:cNvPr>
          <p:cNvSpPr>
            <a:spLocks/>
          </p:cNvSpPr>
          <p:nvPr/>
        </p:nvSpPr>
        <p:spPr>
          <a:xfrm>
            <a:off x="5715000" y="2343150"/>
            <a:ext cx="1962150" cy="1962150"/>
          </a:xfrm>
          <a:prstGeom prst="ellips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55" name="cls_input_bg">
            <a:extLst>
              <a:ext uri="{FF2B5EF4-FFF2-40B4-BE49-F238E27FC236}">
                <a16:creationId xmlns:a16="http://schemas.microsoft.com/office/drawing/2014/main" id="{937B69DD-B279-4012-95C8-32D104F00592}"/>
              </a:ext>
            </a:extLst>
          </p:cNvPr>
          <p:cNvSpPr>
            <a:spLocks/>
          </p:cNvSpPr>
          <p:nvPr/>
        </p:nvSpPr>
        <p:spPr>
          <a:xfrm>
            <a:off x="571500" y="4676775"/>
            <a:ext cx="4762500" cy="2800350"/>
          </a:xfrm>
          <a:prstGeom prst="roundRect">
            <a:avLst>
              <a:gd name="adj" fmla="val 4082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6" name="cls_input_head">
            <a:extLst>
              <a:ext uri="{FF2B5EF4-FFF2-40B4-BE49-F238E27FC236}">
                <a16:creationId xmlns:a16="http://schemas.microsoft.com/office/drawing/2014/main" id="{F16AB401-3A9F-4419-82A8-00EA69CA7FA5}"/>
              </a:ext>
            </a:extLst>
          </p:cNvPr>
          <p:cNvSpPr>
            <a:spLocks/>
          </p:cNvSpPr>
          <p:nvPr/>
        </p:nvSpPr>
        <p:spPr>
          <a:xfrm>
            <a:off x="581025" y="4686300"/>
            <a:ext cx="4743450" cy="495300"/>
          </a:xfrm>
          <a:prstGeom prst="roundRect">
            <a:avLst>
              <a:gd name="adj" fmla="val 23077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61" name="lesion_prep_bg">
            <a:extLst>
              <a:ext uri="{FF2B5EF4-FFF2-40B4-BE49-F238E27FC236}">
                <a16:creationId xmlns:a16="http://schemas.microsoft.com/office/drawing/2014/main" id="{DED9BF7B-74AC-49BB-9550-1D5D042803ED}"/>
              </a:ext>
            </a:extLst>
          </p:cNvPr>
          <p:cNvSpPr>
            <a:spLocks/>
          </p:cNvSpPr>
          <p:nvPr/>
        </p:nvSpPr>
        <p:spPr>
          <a:xfrm>
            <a:off x="5619750" y="4676775"/>
            <a:ext cx="5305425" cy="2800350"/>
          </a:xfrm>
          <a:prstGeom prst="roundRect">
            <a:avLst>
              <a:gd name="adj" fmla="val 4082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62" name="lesion_prep_head">
            <a:extLst>
              <a:ext uri="{FF2B5EF4-FFF2-40B4-BE49-F238E27FC236}">
                <a16:creationId xmlns:a16="http://schemas.microsoft.com/office/drawing/2014/main" id="{50600806-BB7C-4070-95A8-36A03E056B99}"/>
              </a:ext>
            </a:extLst>
          </p:cNvPr>
          <p:cNvSpPr>
            <a:spLocks/>
          </p:cNvSpPr>
          <p:nvPr/>
        </p:nvSpPr>
        <p:spPr>
          <a:xfrm>
            <a:off x="5629275" y="4686300"/>
            <a:ext cx="5286375" cy="495300"/>
          </a:xfrm>
          <a:prstGeom prst="roundRect">
            <a:avLst>
              <a:gd name="adj" fmla="val 23077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65" name="vessel_prep_bg">
            <a:extLst>
              <a:ext uri="{FF2B5EF4-FFF2-40B4-BE49-F238E27FC236}">
                <a16:creationId xmlns:a16="http://schemas.microsoft.com/office/drawing/2014/main" id="{33357C36-5A78-4877-9F65-8DD8467FF67D}"/>
              </a:ext>
            </a:extLst>
          </p:cNvPr>
          <p:cNvSpPr>
            <a:spLocks/>
          </p:cNvSpPr>
          <p:nvPr/>
        </p:nvSpPr>
        <p:spPr>
          <a:xfrm>
            <a:off x="11182350" y="4676775"/>
            <a:ext cx="4229100" cy="2800350"/>
          </a:xfrm>
          <a:prstGeom prst="roundRect">
            <a:avLst>
              <a:gd name="adj" fmla="val 4082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66" name="vessel_prep_head">
            <a:extLst>
              <a:ext uri="{FF2B5EF4-FFF2-40B4-BE49-F238E27FC236}">
                <a16:creationId xmlns:a16="http://schemas.microsoft.com/office/drawing/2014/main" id="{F76F8C40-00AD-4576-B474-6395198642EB}"/>
              </a:ext>
            </a:extLst>
          </p:cNvPr>
          <p:cNvSpPr>
            <a:spLocks/>
          </p:cNvSpPr>
          <p:nvPr/>
        </p:nvSpPr>
        <p:spPr>
          <a:xfrm>
            <a:off x="11191875" y="4686300"/>
            <a:ext cx="4210050" cy="495300"/>
          </a:xfrm>
          <a:prstGeom prst="roundRect">
            <a:avLst>
              <a:gd name="adj" fmla="val 23077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69" name="whole_img_bg">
            <a:extLst>
              <a:ext uri="{FF2B5EF4-FFF2-40B4-BE49-F238E27FC236}">
                <a16:creationId xmlns:a16="http://schemas.microsoft.com/office/drawing/2014/main" id="{DE91B00B-F563-4AD6-8C31-84BE643661B0}"/>
              </a:ext>
            </a:extLst>
          </p:cNvPr>
          <p:cNvSpPr>
            <a:spLocks/>
          </p:cNvSpPr>
          <p:nvPr/>
        </p:nvSpPr>
        <p:spPr>
          <a:xfrm>
            <a:off x="13239750" y="6143625"/>
            <a:ext cx="1885950" cy="628650"/>
          </a:xfrm>
          <a:prstGeom prst="roundRect">
            <a:avLst>
              <a:gd name="adj" fmla="val 18182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71" name="patch_img_bg">
            <a:extLst>
              <a:ext uri="{FF2B5EF4-FFF2-40B4-BE49-F238E27FC236}">
                <a16:creationId xmlns:a16="http://schemas.microsoft.com/office/drawing/2014/main" id="{EA399391-86CC-4A49-8BFC-8EDC035BBEE2}"/>
              </a:ext>
            </a:extLst>
          </p:cNvPr>
          <p:cNvSpPr>
            <a:spLocks/>
          </p:cNvSpPr>
          <p:nvPr/>
        </p:nvSpPr>
        <p:spPr>
          <a:xfrm>
            <a:off x="13239750" y="7096125"/>
            <a:ext cx="1885950" cy="552450"/>
          </a:xfrm>
          <a:prstGeom prst="roundRect">
            <a:avLst>
              <a:gd name="adj" fmla="val 2069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pic>
        <p:nvPicPr>
          <p:cNvPr id="160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161" name="prep_retina_0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781050" y="2362200"/>
            <a:ext cx="1571625" cy="1571625"/>
          </a:xfrm>
          <a:prstGeom prst="ellipse">
            <a:avLst/>
          </a:prstGeom>
        </p:spPr>
      </p:pic>
      <p:pic>
        <p:nvPicPr>
          <p:cNvPr id="162" name="prep_retina_crop"/>
          <p:cNvPicPr>
            <a:picLocks noChangeAspect="1"/>
          </p:cNvPicPr>
          <p:nvPr/>
        </p:nvPicPr>
        <p:blipFill>
          <a:blip r:embed="rId5"/>
          <a:srcRect l="5792" t="23464" r="15058" b="37616"/>
          <a:stretch/>
        </p:blipFill>
        <p:spPr>
          <a:xfrm>
            <a:off x="5715000" y="2352675"/>
            <a:ext cx="1933575" cy="1933575"/>
          </a:xfrm>
          <a:prstGeom prst="rect">
            <a:avLst/>
          </a:prstGeom>
        </p:spPr>
      </p:pic>
      <p:pic>
        <p:nvPicPr>
          <p:cNvPr id="163" name="prep_retina_2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9296400" y="2362200"/>
            <a:ext cx="1647825" cy="1647825"/>
          </a:xfrm>
          <a:prstGeom prst="ellipse">
            <a:avLst/>
          </a:prstGeom>
        </p:spPr>
      </p:pic>
      <p:pic>
        <p:nvPicPr>
          <p:cNvPr id="164" name="prep_retina_3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12144375" y="2362200"/>
            <a:ext cx="1571625" cy="1571625"/>
          </a:xfrm>
          <a:prstGeom prst="ellipse">
            <a:avLst/>
          </a:prstGeom>
        </p:spPr>
      </p:pic>
      <p:pic>
        <p:nvPicPr>
          <p:cNvPr id="165" name="grid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1000125" y="5876925"/>
            <a:ext cx="1571625" cy="1571625"/>
          </a:xfrm>
          <a:prstGeom prst="ellipse">
            <a:avLst/>
          </a:prstGeom>
        </p:spPr>
      </p:pic>
      <p:pic>
        <p:nvPicPr>
          <p:cNvPr id="166" name="patch_retina"/>
          <p:cNvPicPr>
            <a:picLocks noChangeAspect="1"/>
          </p:cNvPicPr>
          <p:nvPr/>
        </p:nvPicPr>
        <p:blipFill>
          <a:blip r:embed="rId5"/>
          <a:srcRect l="40541" t="28492" r="25869" b="55307"/>
          <a:stretch/>
        </p:blipFill>
        <p:spPr>
          <a:xfrm>
            <a:off x="3448050" y="5876925"/>
            <a:ext cx="1552575" cy="1552575"/>
          </a:xfrm>
          <a:prstGeom prst="rect">
            <a:avLst/>
          </a:prstGeom>
        </p:spPr>
      </p:pic>
      <p:pic>
        <p:nvPicPr>
          <p:cNvPr id="167" name="lesion_grid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5962650" y="6181725"/>
            <a:ext cx="1362075" cy="1362075"/>
          </a:xfrm>
          <a:prstGeom prst="ellipse">
            <a:avLst/>
          </a:prstGeom>
        </p:spPr>
      </p:pic>
      <p:pic>
        <p:nvPicPr>
          <p:cNvPr id="168" name="lesion_patch_0"/>
          <p:cNvPicPr>
            <a:picLocks noChangeAspect="1"/>
          </p:cNvPicPr>
          <p:nvPr/>
        </p:nvPicPr>
        <p:blipFill>
          <a:blip r:embed="rId5"/>
          <a:srcRect l="23166" t="28864" r="53668" b="61825"/>
          <a:stretch/>
        </p:blipFill>
        <p:spPr>
          <a:xfrm>
            <a:off x="8305800" y="6181725"/>
            <a:ext cx="762000" cy="619125"/>
          </a:xfrm>
          <a:prstGeom prst="rect">
            <a:avLst/>
          </a:prstGeom>
        </p:spPr>
      </p:pic>
      <p:pic>
        <p:nvPicPr>
          <p:cNvPr id="169" name="lesion_patch_1"/>
          <p:cNvPicPr>
            <a:picLocks noChangeAspect="1"/>
          </p:cNvPicPr>
          <p:nvPr/>
        </p:nvPicPr>
        <p:blipFill>
          <a:blip r:embed="rId5"/>
          <a:srcRect l="46332" t="28864" r="30502" b="61825"/>
          <a:stretch/>
        </p:blipFill>
        <p:spPr>
          <a:xfrm>
            <a:off x="9172575" y="6181725"/>
            <a:ext cx="762000" cy="619125"/>
          </a:xfrm>
          <a:prstGeom prst="rect">
            <a:avLst/>
          </a:prstGeom>
        </p:spPr>
      </p:pic>
      <p:pic>
        <p:nvPicPr>
          <p:cNvPr id="170" name="lesion_patch_2"/>
          <p:cNvPicPr>
            <a:picLocks noChangeAspect="1"/>
          </p:cNvPicPr>
          <p:nvPr/>
        </p:nvPicPr>
        <p:blipFill>
          <a:blip r:embed="rId5"/>
          <a:srcRect l="23166" t="40037" r="53668" b="50652"/>
          <a:stretch/>
        </p:blipFill>
        <p:spPr>
          <a:xfrm>
            <a:off x="8305800" y="6915150"/>
            <a:ext cx="762000" cy="619125"/>
          </a:xfrm>
          <a:prstGeom prst="rect">
            <a:avLst/>
          </a:prstGeom>
        </p:spPr>
      </p:pic>
      <p:pic>
        <p:nvPicPr>
          <p:cNvPr id="171" name="lesion_patch_3"/>
          <p:cNvPicPr>
            <a:picLocks noChangeAspect="1"/>
          </p:cNvPicPr>
          <p:nvPr/>
        </p:nvPicPr>
        <p:blipFill>
          <a:blip r:embed="rId5"/>
          <a:srcRect l="46332" t="40037" r="30502" b="50652"/>
          <a:stretch/>
        </p:blipFill>
        <p:spPr>
          <a:xfrm>
            <a:off x="9172575" y="6915150"/>
            <a:ext cx="762000" cy="619125"/>
          </a:xfrm>
          <a:prstGeom prst="rect">
            <a:avLst/>
          </a:prstGeom>
        </p:spPr>
      </p:pic>
      <p:pic>
        <p:nvPicPr>
          <p:cNvPr id="172" name="vessel_prep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11325225" y="6191250"/>
            <a:ext cx="1362075" cy="1362075"/>
          </a:xfrm>
          <a:prstGeom prst="ellipse">
            <a:avLst/>
          </a:prstGeom>
        </p:spPr>
      </p:pic>
      <p:pic>
        <p:nvPicPr>
          <p:cNvPr id="173" name="whole_retina"/>
          <p:cNvPicPr>
            <a:picLocks noChangeAspect="1"/>
          </p:cNvPicPr>
          <p:nvPr/>
        </p:nvPicPr>
        <p:blipFill>
          <a:blip r:embed="rId5"/>
          <a:srcRect l="5792" t="23464" r="15058" b="37616"/>
          <a:stretch/>
        </p:blipFill>
        <p:spPr>
          <a:xfrm>
            <a:off x="13906500" y="6191250"/>
            <a:ext cx="619125" cy="523875"/>
          </a:xfrm>
          <a:prstGeom prst="rect">
            <a:avLst/>
          </a:prstGeom>
        </p:spPr>
      </p:pic>
      <p:pic>
        <p:nvPicPr>
          <p:cNvPr id="174" name="smallpatch"/>
          <p:cNvPicPr>
            <a:picLocks noChangeAspect="1"/>
          </p:cNvPicPr>
          <p:nvPr/>
        </p:nvPicPr>
        <p:blipFill>
          <a:blip r:embed="rId5"/>
          <a:srcRect l="38610" t="28305" r="25869" b="56425"/>
          <a:stretch/>
        </p:blipFill>
        <p:spPr>
          <a:xfrm>
            <a:off x="13906500" y="7124700"/>
            <a:ext cx="619125" cy="476250"/>
          </a:xfrm>
          <a:prstGeom prst="rect">
            <a:avLst/>
          </a:prstGeom>
        </p:spPr>
      </p:pic>
      <p:cxnSp>
        <p:nvCxnSpPr>
          <p:cNvPr id="73" name="header_rule">
            <a:extLst>
              <a:ext uri="{FF2B5EF4-FFF2-40B4-BE49-F238E27FC236}">
                <a16:creationId xmlns:a16="http://schemas.microsoft.com/office/drawing/2014/main" id="{8424392A-9C83-1B93-0EED-524D843CB2DE}"/>
              </a:ext>
            </a:extLst>
          </p:cNvPr>
          <p:cNvCxnSpPr/>
          <p:nvPr/>
        </p:nvCxnSpPr>
        <p:spPr>
          <a:xfrm>
            <a:off x="523875" y="1381125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header_accent">
            <a:extLst>
              <a:ext uri="{FF2B5EF4-FFF2-40B4-BE49-F238E27FC236}">
                <a16:creationId xmlns:a16="http://schemas.microsoft.com/office/drawing/2014/main" id="{0EFCAFB5-4B2E-6AE7-9B94-001B48B6CCE2}"/>
              </a:ext>
            </a:extLst>
          </p:cNvPr>
          <p:cNvCxnSpPr/>
          <p:nvPr/>
        </p:nvCxnSpPr>
        <p:spPr>
          <a:xfrm>
            <a:off x="523875" y="1381125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footer_rule">
            <a:extLst>
              <a:ext uri="{FF2B5EF4-FFF2-40B4-BE49-F238E27FC236}">
                <a16:creationId xmlns:a16="http://schemas.microsoft.com/office/drawing/2014/main" id="{76BD2E97-E3E7-8561-8D04-115E0961AFF9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prep_arrow_0">
            <a:extLst>
              <a:ext uri="{FF2B5EF4-FFF2-40B4-BE49-F238E27FC236}">
                <a16:creationId xmlns:a16="http://schemas.microsoft.com/office/drawing/2014/main" id="{8A97212A-2BE7-BF4B-C115-60DF447CAF3C}"/>
              </a:ext>
            </a:extLst>
          </p:cNvPr>
          <p:cNvCxnSpPr/>
          <p:nvPr/>
        </p:nvCxnSpPr>
        <p:spPr>
          <a:xfrm>
            <a:off x="4638675" y="3076575"/>
            <a:ext cx="428625" cy="0"/>
          </a:xfrm>
          <a:prstGeom prst="line">
            <a:avLst/>
          </a:prstGeom>
          <a:ln w="666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prep_arrow_1">
            <a:extLst>
              <a:ext uri="{FF2B5EF4-FFF2-40B4-BE49-F238E27FC236}">
                <a16:creationId xmlns:a16="http://schemas.microsoft.com/office/drawing/2014/main" id="{BE6ACA18-1B02-D945-7003-A475F1A88750}"/>
              </a:ext>
            </a:extLst>
          </p:cNvPr>
          <p:cNvCxnSpPr/>
          <p:nvPr/>
        </p:nvCxnSpPr>
        <p:spPr>
          <a:xfrm>
            <a:off x="8534400" y="3076575"/>
            <a:ext cx="438150" cy="0"/>
          </a:xfrm>
          <a:prstGeom prst="line">
            <a:avLst/>
          </a:prstGeom>
          <a:ln w="666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prep_arrow_2">
            <a:extLst>
              <a:ext uri="{FF2B5EF4-FFF2-40B4-BE49-F238E27FC236}">
                <a16:creationId xmlns:a16="http://schemas.microsoft.com/office/drawing/2014/main" id="{02DB1CCD-A50A-2265-84A2-6FF04AF816D3}"/>
              </a:ext>
            </a:extLst>
          </p:cNvPr>
          <p:cNvCxnSpPr/>
          <p:nvPr/>
        </p:nvCxnSpPr>
        <p:spPr>
          <a:xfrm>
            <a:off x="11372850" y="3076575"/>
            <a:ext cx="447675" cy="0"/>
          </a:xfrm>
          <a:prstGeom prst="line">
            <a:avLst/>
          </a:prstGeom>
          <a:ln w="666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ize_mark_1">
            <a:extLst>
              <a:ext uri="{FF2B5EF4-FFF2-40B4-BE49-F238E27FC236}">
                <a16:creationId xmlns:a16="http://schemas.microsoft.com/office/drawing/2014/main" id="{A8657752-3922-7109-8B78-8A5855965EBD}"/>
              </a:ext>
            </a:extLst>
          </p:cNvPr>
          <p:cNvCxnSpPr/>
          <p:nvPr/>
        </p:nvCxnSpPr>
        <p:spPr>
          <a:xfrm>
            <a:off x="9296400" y="2247900"/>
            <a:ext cx="1752600" cy="0"/>
          </a:xfrm>
          <a:prstGeom prst="line">
            <a:avLst/>
          </a:prstGeom>
          <a:ln w="14288">
            <a:solidFill>
              <a:srgbClr val="0878D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ize_mark_2">
            <a:extLst>
              <a:ext uri="{FF2B5EF4-FFF2-40B4-BE49-F238E27FC236}">
                <a16:creationId xmlns:a16="http://schemas.microsoft.com/office/drawing/2014/main" id="{D8D8EF62-0CCA-EBED-7D8D-9E6307E54754}"/>
              </a:ext>
            </a:extLst>
          </p:cNvPr>
          <p:cNvCxnSpPr/>
          <p:nvPr/>
        </p:nvCxnSpPr>
        <p:spPr>
          <a:xfrm>
            <a:off x="11049000" y="2247900"/>
            <a:ext cx="0" cy="1914525"/>
          </a:xfrm>
          <a:prstGeom prst="line">
            <a:avLst/>
          </a:prstGeom>
          <a:ln w="14288">
            <a:solidFill>
              <a:srgbClr val="0878D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ize_mark_bottom">
            <a:extLst>
              <a:ext uri="{FF2B5EF4-FFF2-40B4-BE49-F238E27FC236}">
                <a16:creationId xmlns:a16="http://schemas.microsoft.com/office/drawing/2014/main" id="{A7B95D11-A736-E246-CEF3-0D1251C8C117}"/>
              </a:ext>
            </a:extLst>
          </p:cNvPr>
          <p:cNvCxnSpPr/>
          <p:nvPr/>
        </p:nvCxnSpPr>
        <p:spPr>
          <a:xfrm>
            <a:off x="9296400" y="4257675"/>
            <a:ext cx="1752600" cy="0"/>
          </a:xfrm>
          <a:prstGeom prst="line">
            <a:avLst/>
          </a:prstGeom>
          <a:ln w="14288">
            <a:solidFill>
              <a:srgbClr val="0878D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rid_x_0">
            <a:extLst>
              <a:ext uri="{FF2B5EF4-FFF2-40B4-BE49-F238E27FC236}">
                <a16:creationId xmlns:a16="http://schemas.microsoft.com/office/drawing/2014/main" id="{0FB84475-BF7D-F370-4796-F19F7A444B50}"/>
              </a:ext>
            </a:extLst>
          </p:cNvPr>
          <p:cNvCxnSpPr/>
          <p:nvPr/>
        </p:nvCxnSpPr>
        <p:spPr>
          <a:xfrm>
            <a:off x="1000125" y="5876925"/>
            <a:ext cx="0" cy="157162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rid_y_0">
            <a:extLst>
              <a:ext uri="{FF2B5EF4-FFF2-40B4-BE49-F238E27FC236}">
                <a16:creationId xmlns:a16="http://schemas.microsoft.com/office/drawing/2014/main" id="{63943608-1F8C-14C8-E4F5-6B5CB32B7FB5}"/>
              </a:ext>
            </a:extLst>
          </p:cNvPr>
          <p:cNvCxnSpPr/>
          <p:nvPr/>
        </p:nvCxnSpPr>
        <p:spPr>
          <a:xfrm>
            <a:off x="1000125" y="5876925"/>
            <a:ext cx="157162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rid_x_1">
            <a:extLst>
              <a:ext uri="{FF2B5EF4-FFF2-40B4-BE49-F238E27FC236}">
                <a16:creationId xmlns:a16="http://schemas.microsoft.com/office/drawing/2014/main" id="{5BAFA509-3153-FE0B-595D-3ABB90BE62EB}"/>
              </a:ext>
            </a:extLst>
          </p:cNvPr>
          <p:cNvCxnSpPr/>
          <p:nvPr/>
        </p:nvCxnSpPr>
        <p:spPr>
          <a:xfrm>
            <a:off x="1314450" y="5876925"/>
            <a:ext cx="0" cy="157162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rid_y_1">
            <a:extLst>
              <a:ext uri="{FF2B5EF4-FFF2-40B4-BE49-F238E27FC236}">
                <a16:creationId xmlns:a16="http://schemas.microsoft.com/office/drawing/2014/main" id="{693AEBA8-CD08-BE62-1B5B-8EED48462D79}"/>
              </a:ext>
            </a:extLst>
          </p:cNvPr>
          <p:cNvCxnSpPr/>
          <p:nvPr/>
        </p:nvCxnSpPr>
        <p:spPr>
          <a:xfrm>
            <a:off x="1000125" y="6191250"/>
            <a:ext cx="157162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rid_x_2">
            <a:extLst>
              <a:ext uri="{FF2B5EF4-FFF2-40B4-BE49-F238E27FC236}">
                <a16:creationId xmlns:a16="http://schemas.microsoft.com/office/drawing/2014/main" id="{0677D12D-9EBA-7A31-2C5E-DD43435FC271}"/>
              </a:ext>
            </a:extLst>
          </p:cNvPr>
          <p:cNvCxnSpPr/>
          <p:nvPr/>
        </p:nvCxnSpPr>
        <p:spPr>
          <a:xfrm>
            <a:off x="1628775" y="5876925"/>
            <a:ext cx="0" cy="157162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rid_y_2">
            <a:extLst>
              <a:ext uri="{FF2B5EF4-FFF2-40B4-BE49-F238E27FC236}">
                <a16:creationId xmlns:a16="http://schemas.microsoft.com/office/drawing/2014/main" id="{578CCDD2-1B18-E522-52B2-E3345ED0CB92}"/>
              </a:ext>
            </a:extLst>
          </p:cNvPr>
          <p:cNvCxnSpPr/>
          <p:nvPr/>
        </p:nvCxnSpPr>
        <p:spPr>
          <a:xfrm>
            <a:off x="1000125" y="6505575"/>
            <a:ext cx="157162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rid_x_3">
            <a:extLst>
              <a:ext uri="{FF2B5EF4-FFF2-40B4-BE49-F238E27FC236}">
                <a16:creationId xmlns:a16="http://schemas.microsoft.com/office/drawing/2014/main" id="{CDEABF20-518B-2B65-6A75-519B0F0ACB84}"/>
              </a:ext>
            </a:extLst>
          </p:cNvPr>
          <p:cNvCxnSpPr/>
          <p:nvPr/>
        </p:nvCxnSpPr>
        <p:spPr>
          <a:xfrm>
            <a:off x="1943100" y="5876925"/>
            <a:ext cx="0" cy="157162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rid_y_3">
            <a:extLst>
              <a:ext uri="{FF2B5EF4-FFF2-40B4-BE49-F238E27FC236}">
                <a16:creationId xmlns:a16="http://schemas.microsoft.com/office/drawing/2014/main" id="{C8760982-D1DC-EBA1-DEDD-BE0D48CD0B6F}"/>
              </a:ext>
            </a:extLst>
          </p:cNvPr>
          <p:cNvCxnSpPr/>
          <p:nvPr/>
        </p:nvCxnSpPr>
        <p:spPr>
          <a:xfrm>
            <a:off x="1000125" y="6819900"/>
            <a:ext cx="157162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rid_x_4">
            <a:extLst>
              <a:ext uri="{FF2B5EF4-FFF2-40B4-BE49-F238E27FC236}">
                <a16:creationId xmlns:a16="http://schemas.microsoft.com/office/drawing/2014/main" id="{6CC37131-8E5D-FACD-65DD-C6E843010B19}"/>
              </a:ext>
            </a:extLst>
          </p:cNvPr>
          <p:cNvCxnSpPr/>
          <p:nvPr/>
        </p:nvCxnSpPr>
        <p:spPr>
          <a:xfrm>
            <a:off x="2257425" y="5876925"/>
            <a:ext cx="0" cy="157162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rid_y_4">
            <a:extLst>
              <a:ext uri="{FF2B5EF4-FFF2-40B4-BE49-F238E27FC236}">
                <a16:creationId xmlns:a16="http://schemas.microsoft.com/office/drawing/2014/main" id="{D5CA054B-9362-21AC-AC33-E8469CD56772}"/>
              </a:ext>
            </a:extLst>
          </p:cNvPr>
          <p:cNvCxnSpPr/>
          <p:nvPr/>
        </p:nvCxnSpPr>
        <p:spPr>
          <a:xfrm>
            <a:off x="1000125" y="7134225"/>
            <a:ext cx="157162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rid_x_5">
            <a:extLst>
              <a:ext uri="{FF2B5EF4-FFF2-40B4-BE49-F238E27FC236}">
                <a16:creationId xmlns:a16="http://schemas.microsoft.com/office/drawing/2014/main" id="{08A4AA40-1612-F5B1-26DF-FFB77F7BA0FB}"/>
              </a:ext>
            </a:extLst>
          </p:cNvPr>
          <p:cNvCxnSpPr/>
          <p:nvPr/>
        </p:nvCxnSpPr>
        <p:spPr>
          <a:xfrm>
            <a:off x="2571750" y="5876925"/>
            <a:ext cx="0" cy="157162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rid_y_5">
            <a:extLst>
              <a:ext uri="{FF2B5EF4-FFF2-40B4-BE49-F238E27FC236}">
                <a16:creationId xmlns:a16="http://schemas.microsoft.com/office/drawing/2014/main" id="{CD924813-7591-A08D-5C83-AE743425646A}"/>
              </a:ext>
            </a:extLst>
          </p:cNvPr>
          <p:cNvCxnSpPr/>
          <p:nvPr/>
        </p:nvCxnSpPr>
        <p:spPr>
          <a:xfrm>
            <a:off x="1000125" y="7448550"/>
            <a:ext cx="157162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patch_link_1">
            <a:extLst>
              <a:ext uri="{FF2B5EF4-FFF2-40B4-BE49-F238E27FC236}">
                <a16:creationId xmlns:a16="http://schemas.microsoft.com/office/drawing/2014/main" id="{2B743940-2C6C-72AE-E2E9-CDD58E9CE031}"/>
              </a:ext>
            </a:extLst>
          </p:cNvPr>
          <p:cNvCxnSpPr/>
          <p:nvPr/>
        </p:nvCxnSpPr>
        <p:spPr>
          <a:xfrm flipV="1">
            <a:off x="2590800" y="5876925"/>
            <a:ext cx="552450" cy="238125"/>
          </a:xfrm>
          <a:prstGeom prst="line">
            <a:avLst/>
          </a:prstGeom>
          <a:ln w="14288">
            <a:solidFill>
              <a:srgbClr val="0865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patch_link_2">
            <a:extLst>
              <a:ext uri="{FF2B5EF4-FFF2-40B4-BE49-F238E27FC236}">
                <a16:creationId xmlns:a16="http://schemas.microsoft.com/office/drawing/2014/main" id="{85BFC111-2365-4DC4-0629-2C88E72B6E86}"/>
              </a:ext>
            </a:extLst>
          </p:cNvPr>
          <p:cNvCxnSpPr/>
          <p:nvPr/>
        </p:nvCxnSpPr>
        <p:spPr>
          <a:xfrm>
            <a:off x="3143250" y="5876925"/>
            <a:ext cx="304800" cy="0"/>
          </a:xfrm>
          <a:prstGeom prst="line">
            <a:avLst/>
          </a:prstGeom>
          <a:ln w="14288">
            <a:solidFill>
              <a:srgbClr val="0865BE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lesion_grid_x_1">
            <a:extLst>
              <a:ext uri="{FF2B5EF4-FFF2-40B4-BE49-F238E27FC236}">
                <a16:creationId xmlns:a16="http://schemas.microsoft.com/office/drawing/2014/main" id="{DFCA5B88-BAED-BD4C-04B6-DE7A261800F6}"/>
              </a:ext>
            </a:extLst>
          </p:cNvPr>
          <p:cNvCxnSpPr/>
          <p:nvPr/>
        </p:nvCxnSpPr>
        <p:spPr>
          <a:xfrm>
            <a:off x="6303169" y="6181725"/>
            <a:ext cx="0" cy="136207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esion_grid_y_1">
            <a:extLst>
              <a:ext uri="{FF2B5EF4-FFF2-40B4-BE49-F238E27FC236}">
                <a16:creationId xmlns:a16="http://schemas.microsoft.com/office/drawing/2014/main" id="{4878A3D5-0089-E08F-D9BF-60249EDEC77F}"/>
              </a:ext>
            </a:extLst>
          </p:cNvPr>
          <p:cNvCxnSpPr/>
          <p:nvPr/>
        </p:nvCxnSpPr>
        <p:spPr>
          <a:xfrm>
            <a:off x="5962650" y="6522244"/>
            <a:ext cx="136207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lesion_grid_x_2">
            <a:extLst>
              <a:ext uri="{FF2B5EF4-FFF2-40B4-BE49-F238E27FC236}">
                <a16:creationId xmlns:a16="http://schemas.microsoft.com/office/drawing/2014/main" id="{6B7755F6-1EDD-05A1-5120-3EF6C6A3C676}"/>
              </a:ext>
            </a:extLst>
          </p:cNvPr>
          <p:cNvCxnSpPr/>
          <p:nvPr/>
        </p:nvCxnSpPr>
        <p:spPr>
          <a:xfrm>
            <a:off x="6643688" y="6181725"/>
            <a:ext cx="0" cy="136207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esion_grid_y_2">
            <a:extLst>
              <a:ext uri="{FF2B5EF4-FFF2-40B4-BE49-F238E27FC236}">
                <a16:creationId xmlns:a16="http://schemas.microsoft.com/office/drawing/2014/main" id="{4A666B07-A9B1-5D89-A172-0BFB86ED4932}"/>
              </a:ext>
            </a:extLst>
          </p:cNvPr>
          <p:cNvCxnSpPr/>
          <p:nvPr/>
        </p:nvCxnSpPr>
        <p:spPr>
          <a:xfrm>
            <a:off x="5962650" y="6862763"/>
            <a:ext cx="136207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esion_grid_x_3">
            <a:extLst>
              <a:ext uri="{FF2B5EF4-FFF2-40B4-BE49-F238E27FC236}">
                <a16:creationId xmlns:a16="http://schemas.microsoft.com/office/drawing/2014/main" id="{24E28F40-AC82-6507-B63F-99366CB421F1}"/>
              </a:ext>
            </a:extLst>
          </p:cNvPr>
          <p:cNvCxnSpPr/>
          <p:nvPr/>
        </p:nvCxnSpPr>
        <p:spPr>
          <a:xfrm>
            <a:off x="6984206" y="6181725"/>
            <a:ext cx="0" cy="1362075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lesion_grid_y_3">
            <a:extLst>
              <a:ext uri="{FF2B5EF4-FFF2-40B4-BE49-F238E27FC236}">
                <a16:creationId xmlns:a16="http://schemas.microsoft.com/office/drawing/2014/main" id="{33C05E5A-20FB-25BE-0FB8-00BB62CAE13E}"/>
              </a:ext>
            </a:extLst>
          </p:cNvPr>
          <p:cNvCxnSpPr/>
          <p:nvPr/>
        </p:nvCxnSpPr>
        <p:spPr>
          <a:xfrm>
            <a:off x="5962650" y="7203281"/>
            <a:ext cx="136207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lesion_patch_link_1">
            <a:extLst>
              <a:ext uri="{FF2B5EF4-FFF2-40B4-BE49-F238E27FC236}">
                <a16:creationId xmlns:a16="http://schemas.microsoft.com/office/drawing/2014/main" id="{6B76113E-1F42-AA64-8945-4C0CA5E596CB}"/>
              </a:ext>
            </a:extLst>
          </p:cNvPr>
          <p:cNvCxnSpPr/>
          <p:nvPr/>
        </p:nvCxnSpPr>
        <p:spPr>
          <a:xfrm>
            <a:off x="7324725" y="6877050"/>
            <a:ext cx="495300" cy="0"/>
          </a:xfrm>
          <a:prstGeom prst="line">
            <a:avLst/>
          </a:prstGeom>
          <a:ln w="19050">
            <a:solidFill>
              <a:srgbClr val="0865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esion_patch_link_2">
            <a:extLst>
              <a:ext uri="{FF2B5EF4-FFF2-40B4-BE49-F238E27FC236}">
                <a16:creationId xmlns:a16="http://schemas.microsoft.com/office/drawing/2014/main" id="{F889B33D-EFC8-D7B8-AA25-258666392D59}"/>
              </a:ext>
            </a:extLst>
          </p:cNvPr>
          <p:cNvCxnSpPr/>
          <p:nvPr/>
        </p:nvCxnSpPr>
        <p:spPr>
          <a:xfrm flipV="1">
            <a:off x="7820025" y="6486525"/>
            <a:ext cx="0" cy="390525"/>
          </a:xfrm>
          <a:prstGeom prst="line">
            <a:avLst/>
          </a:prstGeom>
          <a:ln w="19050">
            <a:solidFill>
              <a:srgbClr val="0865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esion_patch_link_3">
            <a:extLst>
              <a:ext uri="{FF2B5EF4-FFF2-40B4-BE49-F238E27FC236}">
                <a16:creationId xmlns:a16="http://schemas.microsoft.com/office/drawing/2014/main" id="{28A39C16-C203-D9C0-9DC5-DC3EEB44C978}"/>
              </a:ext>
            </a:extLst>
          </p:cNvPr>
          <p:cNvCxnSpPr/>
          <p:nvPr/>
        </p:nvCxnSpPr>
        <p:spPr>
          <a:xfrm>
            <a:off x="7820025" y="6486525"/>
            <a:ext cx="485775" cy="0"/>
          </a:xfrm>
          <a:prstGeom prst="line">
            <a:avLst/>
          </a:prstGeom>
          <a:ln w="19050">
            <a:solidFill>
              <a:srgbClr val="0865BE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esion_patch_link2_1">
            <a:extLst>
              <a:ext uri="{FF2B5EF4-FFF2-40B4-BE49-F238E27FC236}">
                <a16:creationId xmlns:a16="http://schemas.microsoft.com/office/drawing/2014/main" id="{9C7F4038-1C09-B2FC-99B2-24917F85A901}"/>
              </a:ext>
            </a:extLst>
          </p:cNvPr>
          <p:cNvCxnSpPr/>
          <p:nvPr/>
        </p:nvCxnSpPr>
        <p:spPr>
          <a:xfrm>
            <a:off x="7820025" y="6877050"/>
            <a:ext cx="0" cy="352425"/>
          </a:xfrm>
          <a:prstGeom prst="line">
            <a:avLst/>
          </a:prstGeom>
          <a:ln w="19050">
            <a:solidFill>
              <a:srgbClr val="0865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lesion_patch_link2_2">
            <a:extLst>
              <a:ext uri="{FF2B5EF4-FFF2-40B4-BE49-F238E27FC236}">
                <a16:creationId xmlns:a16="http://schemas.microsoft.com/office/drawing/2014/main" id="{6AD097D4-9542-DC8E-031D-6505EA41A775}"/>
              </a:ext>
            </a:extLst>
          </p:cNvPr>
          <p:cNvCxnSpPr/>
          <p:nvPr/>
        </p:nvCxnSpPr>
        <p:spPr>
          <a:xfrm>
            <a:off x="7820025" y="7229475"/>
            <a:ext cx="485775" cy="0"/>
          </a:xfrm>
          <a:prstGeom prst="line">
            <a:avLst/>
          </a:prstGeom>
          <a:ln w="19050">
            <a:solidFill>
              <a:srgbClr val="0865BE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vessel_fork_1">
            <a:extLst>
              <a:ext uri="{FF2B5EF4-FFF2-40B4-BE49-F238E27FC236}">
                <a16:creationId xmlns:a16="http://schemas.microsoft.com/office/drawing/2014/main" id="{EC5ACC0A-B10E-A7DD-498A-ABCFF86E3FC8}"/>
              </a:ext>
            </a:extLst>
          </p:cNvPr>
          <p:cNvCxnSpPr/>
          <p:nvPr/>
        </p:nvCxnSpPr>
        <p:spPr>
          <a:xfrm>
            <a:off x="12687300" y="6848475"/>
            <a:ext cx="26670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vessel_fork_2">
            <a:extLst>
              <a:ext uri="{FF2B5EF4-FFF2-40B4-BE49-F238E27FC236}">
                <a16:creationId xmlns:a16="http://schemas.microsoft.com/office/drawing/2014/main" id="{71B935F8-56E5-FC9E-BE63-8904B72F4E67}"/>
              </a:ext>
            </a:extLst>
          </p:cNvPr>
          <p:cNvCxnSpPr/>
          <p:nvPr/>
        </p:nvCxnSpPr>
        <p:spPr>
          <a:xfrm flipV="1">
            <a:off x="12954000" y="6457950"/>
            <a:ext cx="0" cy="390525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vessel_fork_3">
            <a:extLst>
              <a:ext uri="{FF2B5EF4-FFF2-40B4-BE49-F238E27FC236}">
                <a16:creationId xmlns:a16="http://schemas.microsoft.com/office/drawing/2014/main" id="{861581C8-D569-4FC5-5378-3F0A350F225E}"/>
              </a:ext>
            </a:extLst>
          </p:cNvPr>
          <p:cNvCxnSpPr/>
          <p:nvPr/>
        </p:nvCxnSpPr>
        <p:spPr>
          <a:xfrm>
            <a:off x="12954000" y="6457950"/>
            <a:ext cx="285750" cy="0"/>
          </a:xfrm>
          <a:prstGeom prst="line">
            <a:avLst/>
          </a:prstGeom>
          <a:ln w="1905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vessel_fork2_1">
            <a:extLst>
              <a:ext uri="{FF2B5EF4-FFF2-40B4-BE49-F238E27FC236}">
                <a16:creationId xmlns:a16="http://schemas.microsoft.com/office/drawing/2014/main" id="{365442C3-50DE-CF6C-13BF-198F78357616}"/>
              </a:ext>
            </a:extLst>
          </p:cNvPr>
          <p:cNvCxnSpPr/>
          <p:nvPr/>
        </p:nvCxnSpPr>
        <p:spPr>
          <a:xfrm>
            <a:off x="12954000" y="6848475"/>
            <a:ext cx="0" cy="523875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vessel_fork2_2">
            <a:extLst>
              <a:ext uri="{FF2B5EF4-FFF2-40B4-BE49-F238E27FC236}">
                <a16:creationId xmlns:a16="http://schemas.microsoft.com/office/drawing/2014/main" id="{FA925CDB-63DD-4245-FDC0-114EF4BD8A8A}"/>
              </a:ext>
            </a:extLst>
          </p:cNvPr>
          <p:cNvCxnSpPr/>
          <p:nvPr/>
        </p:nvCxnSpPr>
        <p:spPr>
          <a:xfrm>
            <a:off x="12954000" y="7372350"/>
            <a:ext cx="285750" cy="0"/>
          </a:xfrm>
          <a:prstGeom prst="line">
            <a:avLst/>
          </a:prstGeom>
          <a:ln w="1905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_title">
            <a:extLst>
              <a:ext uri="{FF2B5EF4-FFF2-40B4-BE49-F238E27FC236}">
                <a16:creationId xmlns:a16="http://schemas.microsoft.com/office/drawing/2014/main" id="{893A2697-E5B3-4668-A429-53422368326D}"/>
              </a:ext>
            </a:extLst>
          </p:cNvPr>
          <p:cNvSpPr>
            <a:spLocks/>
          </p:cNvSpPr>
          <p:nvPr/>
        </p:nvSpPr>
        <p:spPr>
          <a:xfrm>
            <a:off x="571500" y="219075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1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 </a:t>
            </a:r>
            <a:r>
              <a:rPr lang="zh-CN" altLang="en-US" sz="5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影像预处理与分辨率策略</a:t>
            </a:r>
            <a:endParaRPr sz="51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footer_text">
            <a:extLst>
              <a:ext uri="{FF2B5EF4-FFF2-40B4-BE49-F238E27FC236}">
                <a16:creationId xmlns:a16="http://schemas.microsoft.com/office/drawing/2014/main" id="{9DF3CBAF-8E8B-4BB5-8960-775841492114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page_number">
            <a:extLst>
              <a:ext uri="{FF2B5EF4-FFF2-40B4-BE49-F238E27FC236}">
                <a16:creationId xmlns:a16="http://schemas.microsoft.com/office/drawing/2014/main" id="{4E253B8B-1A70-4332-88C2-C9094725D646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07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prep_0_heading">
            <a:extLst>
              <a:ext uri="{FF2B5EF4-FFF2-40B4-BE49-F238E27FC236}">
                <a16:creationId xmlns:a16="http://schemas.microsoft.com/office/drawing/2014/main" id="{5892288B-A935-4CC5-BE1F-0BF4A803F970}"/>
              </a:ext>
            </a:extLst>
          </p:cNvPr>
          <p:cNvSpPr>
            <a:spLocks/>
          </p:cNvSpPr>
          <p:nvPr/>
        </p:nvSpPr>
        <p:spPr>
          <a:xfrm>
            <a:off x="714375" y="1781175"/>
            <a:ext cx="3657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质量筛选</a:t>
            </a:r>
            <a:endParaRPr sz="25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prep_1_heading">
            <a:extLst>
              <a:ext uri="{FF2B5EF4-FFF2-40B4-BE49-F238E27FC236}">
                <a16:creationId xmlns:a16="http://schemas.microsoft.com/office/drawing/2014/main" id="{2D71E71E-ED0A-476F-AA98-18F19EBB3D76}"/>
              </a:ext>
            </a:extLst>
          </p:cNvPr>
          <p:cNvSpPr>
            <a:spLocks/>
          </p:cNvSpPr>
          <p:nvPr/>
        </p:nvSpPr>
        <p:spPr>
          <a:xfrm>
            <a:off x="5324475" y="1781175"/>
            <a:ext cx="29432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有效区域裁剪</a:t>
            </a:r>
            <a:endParaRPr sz="25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6" name="prep_2_heading">
            <a:extLst>
              <a:ext uri="{FF2B5EF4-FFF2-40B4-BE49-F238E27FC236}">
                <a16:creationId xmlns:a16="http://schemas.microsoft.com/office/drawing/2014/main" id="{867A2B07-3701-43CF-B70D-F180E82CA594}"/>
              </a:ext>
            </a:extLst>
          </p:cNvPr>
          <p:cNvSpPr>
            <a:spLocks/>
          </p:cNvSpPr>
          <p:nvPr/>
        </p:nvSpPr>
        <p:spPr>
          <a:xfrm>
            <a:off x="9229725" y="1781175"/>
            <a:ext cx="18764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尺寸调整</a:t>
            </a:r>
            <a:endParaRPr sz="25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9" name="prep_3_heading">
            <a:extLst>
              <a:ext uri="{FF2B5EF4-FFF2-40B4-BE49-F238E27FC236}">
                <a16:creationId xmlns:a16="http://schemas.microsoft.com/office/drawing/2014/main" id="{BCB1B5EC-A512-4EF4-A971-E03BC9225371}"/>
              </a:ext>
            </a:extLst>
          </p:cNvPr>
          <p:cNvSpPr>
            <a:spLocks/>
          </p:cNvSpPr>
          <p:nvPr/>
        </p:nvSpPr>
        <p:spPr>
          <a:xfrm>
            <a:off x="12077700" y="1781175"/>
            <a:ext cx="3181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归一化</a:t>
            </a:r>
            <a:endParaRPr sz="25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1" name="text_0">
            <a:extLst>
              <a:ext uri="{FF2B5EF4-FFF2-40B4-BE49-F238E27FC236}">
                <a16:creationId xmlns:a16="http://schemas.microsoft.com/office/drawing/2014/main" id="{EE773FFB-F909-4988-B980-235576D05599}"/>
              </a:ext>
            </a:extLst>
          </p:cNvPr>
          <p:cNvSpPr>
            <a:spLocks/>
          </p:cNvSpPr>
          <p:nvPr/>
        </p:nvSpPr>
        <p:spPr>
          <a:xfrm>
            <a:off x="2762250" y="2390775"/>
            <a:ext cx="209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✓</a:t>
            </a:r>
            <a:endParaRPr sz="13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2" name="text_1">
            <a:extLst>
              <a:ext uri="{FF2B5EF4-FFF2-40B4-BE49-F238E27FC236}">
                <a16:creationId xmlns:a16="http://schemas.microsoft.com/office/drawing/2014/main" id="{62177F55-C02B-4AFF-BD45-94D97F7F9A8F}"/>
              </a:ext>
            </a:extLst>
          </p:cNvPr>
          <p:cNvSpPr>
            <a:spLocks/>
          </p:cNvSpPr>
          <p:nvPr/>
        </p:nvSpPr>
        <p:spPr>
          <a:xfrm>
            <a:off x="3067050" y="2362200"/>
            <a:ext cx="13811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图像清晰</a:t>
            </a:r>
            <a:endParaRPr sz="18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4" name="text_2">
            <a:extLst>
              <a:ext uri="{FF2B5EF4-FFF2-40B4-BE49-F238E27FC236}">
                <a16:creationId xmlns:a16="http://schemas.microsoft.com/office/drawing/2014/main" id="{B81C3C43-2B9D-4406-9962-85B2464021A3}"/>
              </a:ext>
            </a:extLst>
          </p:cNvPr>
          <p:cNvSpPr>
            <a:spLocks/>
          </p:cNvSpPr>
          <p:nvPr/>
        </p:nvSpPr>
        <p:spPr>
          <a:xfrm>
            <a:off x="2762250" y="2800350"/>
            <a:ext cx="209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✓</a:t>
            </a:r>
            <a:endParaRPr sz="13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5" name="text_3">
            <a:extLst>
              <a:ext uri="{FF2B5EF4-FFF2-40B4-BE49-F238E27FC236}">
                <a16:creationId xmlns:a16="http://schemas.microsoft.com/office/drawing/2014/main" id="{909CCC88-7173-4855-9B6A-1241E4206E4B}"/>
              </a:ext>
            </a:extLst>
          </p:cNvPr>
          <p:cNvSpPr>
            <a:spLocks/>
          </p:cNvSpPr>
          <p:nvPr/>
        </p:nvSpPr>
        <p:spPr>
          <a:xfrm>
            <a:off x="3067050" y="2771775"/>
            <a:ext cx="13811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视野完整</a:t>
            </a:r>
            <a:endParaRPr sz="18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7" name="text_4">
            <a:extLst>
              <a:ext uri="{FF2B5EF4-FFF2-40B4-BE49-F238E27FC236}">
                <a16:creationId xmlns:a16="http://schemas.microsoft.com/office/drawing/2014/main" id="{253438C4-2327-45FE-9B28-50123CB44A6A}"/>
              </a:ext>
            </a:extLst>
          </p:cNvPr>
          <p:cNvSpPr>
            <a:spLocks/>
          </p:cNvSpPr>
          <p:nvPr/>
        </p:nvSpPr>
        <p:spPr>
          <a:xfrm>
            <a:off x="2762250" y="3209925"/>
            <a:ext cx="209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✓</a:t>
            </a:r>
            <a:endParaRPr sz="13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8" name="text_5">
            <a:extLst>
              <a:ext uri="{FF2B5EF4-FFF2-40B4-BE49-F238E27FC236}">
                <a16:creationId xmlns:a16="http://schemas.microsoft.com/office/drawing/2014/main" id="{0E7DF5C0-E858-46A8-A14A-5B1532C2E9AD}"/>
              </a:ext>
            </a:extLst>
          </p:cNvPr>
          <p:cNvSpPr>
            <a:spLocks/>
          </p:cNvSpPr>
          <p:nvPr/>
        </p:nvSpPr>
        <p:spPr>
          <a:xfrm>
            <a:off x="3067050" y="3181350"/>
            <a:ext cx="13811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曝光适中</a:t>
            </a:r>
            <a:endParaRPr sz="18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0" name="text_6">
            <a:extLst>
              <a:ext uri="{FF2B5EF4-FFF2-40B4-BE49-F238E27FC236}">
                <a16:creationId xmlns:a16="http://schemas.microsoft.com/office/drawing/2014/main" id="{432D5637-8F90-4ACA-ABC0-34B9364A9DF7}"/>
              </a:ext>
            </a:extLst>
          </p:cNvPr>
          <p:cNvSpPr>
            <a:spLocks/>
          </p:cNvSpPr>
          <p:nvPr/>
        </p:nvSpPr>
        <p:spPr>
          <a:xfrm>
            <a:off x="2762250" y="3619500"/>
            <a:ext cx="209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✓</a:t>
            </a:r>
            <a:endParaRPr sz="13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1" name="text_7">
            <a:extLst>
              <a:ext uri="{FF2B5EF4-FFF2-40B4-BE49-F238E27FC236}">
                <a16:creationId xmlns:a16="http://schemas.microsoft.com/office/drawing/2014/main" id="{83A8A362-1451-4317-BDEF-72A93A16B952}"/>
              </a:ext>
            </a:extLst>
          </p:cNvPr>
          <p:cNvSpPr>
            <a:spLocks/>
          </p:cNvSpPr>
          <p:nvPr/>
        </p:nvSpPr>
        <p:spPr>
          <a:xfrm>
            <a:off x="3067050" y="3590925"/>
            <a:ext cx="13811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无严重伪影</a:t>
            </a:r>
            <a:endParaRPr sz="18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3" name="text_8">
            <a:extLst>
              <a:ext uri="{FF2B5EF4-FFF2-40B4-BE49-F238E27FC236}">
                <a16:creationId xmlns:a16="http://schemas.microsoft.com/office/drawing/2014/main" id="{196538B9-ED99-44AE-A718-1D0AFDFAB633}"/>
              </a:ext>
            </a:extLst>
          </p:cNvPr>
          <p:cNvSpPr>
            <a:spLocks/>
          </p:cNvSpPr>
          <p:nvPr/>
        </p:nvSpPr>
        <p:spPr>
          <a:xfrm>
            <a:off x="13944600" y="2400300"/>
            <a:ext cx="2000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✓</a:t>
            </a:r>
            <a:endParaRPr sz="13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4" name="text_9">
            <a:extLst>
              <a:ext uri="{FF2B5EF4-FFF2-40B4-BE49-F238E27FC236}">
                <a16:creationId xmlns:a16="http://schemas.microsoft.com/office/drawing/2014/main" id="{6B69C6CA-39F6-44DD-91A4-37CEE3525ED5}"/>
              </a:ext>
            </a:extLst>
          </p:cNvPr>
          <p:cNvSpPr>
            <a:spLocks/>
          </p:cNvSpPr>
          <p:nvPr/>
        </p:nvSpPr>
        <p:spPr>
          <a:xfrm>
            <a:off x="14239875" y="2362200"/>
            <a:ext cx="1143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颜色归一化</a:t>
            </a:r>
            <a:endParaRPr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6" name="text_10">
            <a:extLst>
              <a:ext uri="{FF2B5EF4-FFF2-40B4-BE49-F238E27FC236}">
                <a16:creationId xmlns:a16="http://schemas.microsoft.com/office/drawing/2014/main" id="{337E0B71-117B-4002-9293-D5DFAA84FA0E}"/>
              </a:ext>
            </a:extLst>
          </p:cNvPr>
          <p:cNvSpPr>
            <a:spLocks/>
          </p:cNvSpPr>
          <p:nvPr/>
        </p:nvSpPr>
        <p:spPr>
          <a:xfrm>
            <a:off x="13944600" y="2809875"/>
            <a:ext cx="2000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✓</a:t>
            </a:r>
            <a:endParaRPr sz="13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7" name="text_11">
            <a:extLst>
              <a:ext uri="{FF2B5EF4-FFF2-40B4-BE49-F238E27FC236}">
                <a16:creationId xmlns:a16="http://schemas.microsoft.com/office/drawing/2014/main" id="{0C4E9E97-5209-421C-AAA6-27EC0087A8CC}"/>
              </a:ext>
            </a:extLst>
          </p:cNvPr>
          <p:cNvSpPr>
            <a:spLocks/>
          </p:cNvSpPr>
          <p:nvPr/>
        </p:nvSpPr>
        <p:spPr>
          <a:xfrm>
            <a:off x="14239875" y="2771775"/>
            <a:ext cx="1143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亮度标准化</a:t>
            </a:r>
            <a:endParaRPr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9" name="text_12">
            <a:extLst>
              <a:ext uri="{FF2B5EF4-FFF2-40B4-BE49-F238E27FC236}">
                <a16:creationId xmlns:a16="http://schemas.microsoft.com/office/drawing/2014/main" id="{EB388BA6-A8D3-4D72-8D02-000FFD3CA9C3}"/>
              </a:ext>
            </a:extLst>
          </p:cNvPr>
          <p:cNvSpPr>
            <a:spLocks/>
          </p:cNvSpPr>
          <p:nvPr/>
        </p:nvSpPr>
        <p:spPr>
          <a:xfrm>
            <a:off x="13944600" y="3219450"/>
            <a:ext cx="2000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✓</a:t>
            </a:r>
            <a:endParaRPr sz="13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0" name="text_13">
            <a:extLst>
              <a:ext uri="{FF2B5EF4-FFF2-40B4-BE49-F238E27FC236}">
                <a16:creationId xmlns:a16="http://schemas.microsoft.com/office/drawing/2014/main" id="{33CF5FE9-8735-4015-B4BB-DF004DFF88BC}"/>
              </a:ext>
            </a:extLst>
          </p:cNvPr>
          <p:cNvSpPr>
            <a:spLocks/>
          </p:cNvSpPr>
          <p:nvPr/>
        </p:nvSpPr>
        <p:spPr>
          <a:xfrm>
            <a:off x="14239875" y="3181350"/>
            <a:ext cx="1143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对比度调整</a:t>
            </a:r>
            <a:endParaRPr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2" name="text_14">
            <a:extLst>
              <a:ext uri="{FF2B5EF4-FFF2-40B4-BE49-F238E27FC236}">
                <a16:creationId xmlns:a16="http://schemas.microsoft.com/office/drawing/2014/main" id="{65287E47-B94B-429A-A5D4-9C2C208D0849}"/>
              </a:ext>
            </a:extLst>
          </p:cNvPr>
          <p:cNvSpPr>
            <a:spLocks/>
          </p:cNvSpPr>
          <p:nvPr/>
        </p:nvSpPr>
        <p:spPr>
          <a:xfrm>
            <a:off x="13944600" y="3629025"/>
            <a:ext cx="2000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✓</a:t>
            </a:r>
            <a:endParaRPr sz="13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3" name="text_15">
            <a:extLst>
              <a:ext uri="{FF2B5EF4-FFF2-40B4-BE49-F238E27FC236}">
                <a16:creationId xmlns:a16="http://schemas.microsoft.com/office/drawing/2014/main" id="{5E856C7B-23FB-4A47-A147-8EC1D77DE913}"/>
              </a:ext>
            </a:extLst>
          </p:cNvPr>
          <p:cNvSpPr>
            <a:spLocks/>
          </p:cNvSpPr>
          <p:nvPr/>
        </p:nvSpPr>
        <p:spPr>
          <a:xfrm>
            <a:off x="14239875" y="3590925"/>
            <a:ext cx="11620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数据格式统一</a:t>
            </a:r>
            <a:endParaRPr sz="15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7" name="cls_input_heading">
            <a:extLst>
              <a:ext uri="{FF2B5EF4-FFF2-40B4-BE49-F238E27FC236}">
                <a16:creationId xmlns:a16="http://schemas.microsoft.com/office/drawing/2014/main" id="{BFD2EB5D-A37E-4970-A139-D083AD273881}"/>
              </a:ext>
            </a:extLst>
          </p:cNvPr>
          <p:cNvSpPr>
            <a:spLocks/>
          </p:cNvSpPr>
          <p:nvPr/>
        </p:nvSpPr>
        <p:spPr>
          <a:xfrm>
            <a:off x="714375" y="472440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3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双筛模型</a:t>
            </a:r>
            <a:endParaRPr sz="2538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8" name="text_16">
            <a:extLst>
              <a:ext uri="{FF2B5EF4-FFF2-40B4-BE49-F238E27FC236}">
                <a16:creationId xmlns:a16="http://schemas.microsoft.com/office/drawing/2014/main" id="{8CE75CCA-68DD-47A8-A20A-1C9921FB82DD}"/>
              </a:ext>
            </a:extLst>
          </p:cNvPr>
          <p:cNvSpPr>
            <a:spLocks/>
          </p:cNvSpPr>
          <p:nvPr/>
        </p:nvSpPr>
        <p:spPr>
          <a:xfrm>
            <a:off x="828675" y="526732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224 × 224</a:t>
            </a:r>
            <a:r>
              <a:rPr lang="zh-CN" altLang="en-US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基线输入</a:t>
            </a:r>
            <a:endParaRPr sz="24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9" name="text_17">
            <a:extLst>
              <a:ext uri="{FF2B5EF4-FFF2-40B4-BE49-F238E27FC236}">
                <a16:creationId xmlns:a16="http://schemas.microsoft.com/office/drawing/2014/main" id="{40FE2D31-0B03-4834-9D63-7C670156A42C}"/>
              </a:ext>
            </a:extLst>
          </p:cNvPr>
          <p:cNvSpPr>
            <a:spLocks/>
          </p:cNvSpPr>
          <p:nvPr/>
        </p:nvSpPr>
        <p:spPr>
          <a:xfrm>
            <a:off x="981075" y="7467600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9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224 × 224</a:t>
            </a:r>
            <a:endParaRPr sz="19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0" name="text_18">
            <a:extLst>
              <a:ext uri="{FF2B5EF4-FFF2-40B4-BE49-F238E27FC236}">
                <a16:creationId xmlns:a16="http://schemas.microsoft.com/office/drawing/2014/main" id="{F47642B1-FD97-47D5-B0A3-1D2DA1604ECC}"/>
              </a:ext>
            </a:extLst>
          </p:cNvPr>
          <p:cNvSpPr>
            <a:spLocks/>
          </p:cNvSpPr>
          <p:nvPr/>
        </p:nvSpPr>
        <p:spPr>
          <a:xfrm>
            <a:off x="3362325" y="7467600"/>
            <a:ext cx="1762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9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224 × 224</a:t>
            </a:r>
            <a:endParaRPr sz="19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3" name="lesion_prep_heading">
            <a:extLst>
              <a:ext uri="{FF2B5EF4-FFF2-40B4-BE49-F238E27FC236}">
                <a16:creationId xmlns:a16="http://schemas.microsoft.com/office/drawing/2014/main" id="{B5B52567-9115-4533-A38B-5AFA5C81F515}"/>
              </a:ext>
            </a:extLst>
          </p:cNvPr>
          <p:cNvSpPr>
            <a:spLocks/>
          </p:cNvSpPr>
          <p:nvPr/>
        </p:nvSpPr>
        <p:spPr>
          <a:xfrm>
            <a:off x="5762625" y="4724400"/>
            <a:ext cx="50196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3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病灶分割</a:t>
            </a:r>
            <a:endParaRPr sz="2538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4" name="text_19">
            <a:extLst>
              <a:ext uri="{FF2B5EF4-FFF2-40B4-BE49-F238E27FC236}">
                <a16:creationId xmlns:a16="http://schemas.microsoft.com/office/drawing/2014/main" id="{99542FA1-BEBA-4B85-9164-2983C635F975}"/>
              </a:ext>
            </a:extLst>
          </p:cNvPr>
          <p:cNvSpPr>
            <a:spLocks/>
          </p:cNvSpPr>
          <p:nvPr/>
        </p:nvSpPr>
        <p:spPr>
          <a:xfrm>
            <a:off x="5772150" y="5238750"/>
            <a:ext cx="50006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高分辨率分块</a:t>
            </a:r>
          </a:p>
          <a:p>
            <a:pPr algn="ctr">
              <a:defRPr sz="19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图像与标注同步裁剪</a:t>
            </a:r>
          </a:p>
          <a:p>
            <a:pPr algn="ctr">
              <a:defRPr sz="19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拼接后计数</a:t>
            </a:r>
            <a:endParaRPr sz="19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7" name="vessel_prep_heading">
            <a:extLst>
              <a:ext uri="{FF2B5EF4-FFF2-40B4-BE49-F238E27FC236}">
                <a16:creationId xmlns:a16="http://schemas.microsoft.com/office/drawing/2014/main" id="{A0215ED8-C8D6-4FB7-98DD-B1959FF557E7}"/>
              </a:ext>
            </a:extLst>
          </p:cNvPr>
          <p:cNvSpPr>
            <a:spLocks/>
          </p:cNvSpPr>
          <p:nvPr/>
        </p:nvSpPr>
        <p:spPr>
          <a:xfrm>
            <a:off x="11325225" y="4724400"/>
            <a:ext cx="39433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38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血管分割</a:t>
            </a:r>
            <a:endParaRPr sz="2538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8" name="text_20">
            <a:extLst>
              <a:ext uri="{FF2B5EF4-FFF2-40B4-BE49-F238E27FC236}">
                <a16:creationId xmlns:a16="http://schemas.microsoft.com/office/drawing/2014/main" id="{B5E0E34D-380B-4E91-9DD9-CFEA515B3210}"/>
              </a:ext>
            </a:extLst>
          </p:cNvPr>
          <p:cNvSpPr>
            <a:spLocks/>
          </p:cNvSpPr>
          <p:nvPr/>
        </p:nvSpPr>
        <p:spPr>
          <a:xfrm>
            <a:off x="11306175" y="5238750"/>
            <a:ext cx="3990975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比较整图与分块</a:t>
            </a:r>
          </a:p>
          <a:p>
            <a:pPr algn="ctr">
              <a:defRPr sz="21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依据验证结果确定</a:t>
            </a:r>
            <a:endParaRPr sz="21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0" name="text_21">
            <a:extLst>
              <a:ext uri="{FF2B5EF4-FFF2-40B4-BE49-F238E27FC236}">
                <a16:creationId xmlns:a16="http://schemas.microsoft.com/office/drawing/2014/main" id="{7C0D94C8-F838-4832-91FC-23351D7FD377}"/>
              </a:ext>
            </a:extLst>
          </p:cNvPr>
          <p:cNvSpPr>
            <a:spLocks/>
          </p:cNvSpPr>
          <p:nvPr/>
        </p:nvSpPr>
        <p:spPr>
          <a:xfrm>
            <a:off x="13220700" y="5838825"/>
            <a:ext cx="19716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整图处理</a:t>
            </a:r>
            <a:endParaRPr sz="18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2" name="text_22">
            <a:extLst>
              <a:ext uri="{FF2B5EF4-FFF2-40B4-BE49-F238E27FC236}">
                <a16:creationId xmlns:a16="http://schemas.microsoft.com/office/drawing/2014/main" id="{CBFAAD44-3D0F-42A6-950C-8CB05D743C5C}"/>
              </a:ext>
            </a:extLst>
          </p:cNvPr>
          <p:cNvSpPr>
            <a:spLocks/>
          </p:cNvSpPr>
          <p:nvPr/>
        </p:nvSpPr>
        <p:spPr>
          <a:xfrm>
            <a:off x="13220700" y="6772275"/>
            <a:ext cx="19716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分块处理</a:t>
            </a:r>
            <a:endParaRPr sz="18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380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creening_retina_image_backplate">
            <a:extLst>
              <a:ext uri="{FF2B5EF4-FFF2-40B4-BE49-F238E27FC236}">
                <a16:creationId xmlns:a16="http://schemas.microsoft.com/office/drawing/2014/main" id="{A2A4B407-400E-4904-8E2E-D2B73EE87AB0}"/>
              </a:ext>
            </a:extLst>
          </p:cNvPr>
          <p:cNvSpPr>
            <a:spLocks/>
          </p:cNvSpPr>
          <p:nvPr/>
        </p:nvSpPr>
        <p:spPr>
          <a:xfrm>
            <a:off x="533400" y="4029075"/>
            <a:ext cx="1943100" cy="1943100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5" name="input_bg">
            <a:extLst>
              <a:ext uri="{FF2B5EF4-FFF2-40B4-BE49-F238E27FC236}">
                <a16:creationId xmlns:a16="http://schemas.microsoft.com/office/drawing/2014/main" id="{B7D2EDC8-6180-4A75-B7F7-E6DE8E8BCA0B}"/>
              </a:ext>
            </a:extLst>
          </p:cNvPr>
          <p:cNvSpPr>
            <a:spLocks/>
          </p:cNvSpPr>
          <p:nvPr/>
        </p:nvSpPr>
        <p:spPr>
          <a:xfrm>
            <a:off x="409575" y="3390900"/>
            <a:ext cx="2190750" cy="2876550"/>
          </a:xfrm>
          <a:prstGeom prst="roundRect">
            <a:avLst>
              <a:gd name="adj" fmla="val 5217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27" name="legend_bg">
            <a:extLst>
              <a:ext uri="{FF2B5EF4-FFF2-40B4-BE49-F238E27FC236}">
                <a16:creationId xmlns:a16="http://schemas.microsoft.com/office/drawing/2014/main" id="{4B85D690-22D2-41A6-8A07-EF11D3E11103}"/>
              </a:ext>
            </a:extLst>
          </p:cNvPr>
          <p:cNvSpPr>
            <a:spLocks/>
          </p:cNvSpPr>
          <p:nvPr/>
        </p:nvSpPr>
        <p:spPr>
          <a:xfrm>
            <a:off x="13239750" y="4257675"/>
            <a:ext cx="2343150" cy="1476375"/>
          </a:xfrm>
          <a:prstGeom prst="roundRect">
            <a:avLst>
              <a:gd name="adj" fmla="val 7742"/>
            </a:avLst>
          </a:prstGeom>
          <a:noFill/>
          <a:ln w="12383">
            <a:solidFill>
              <a:srgbClr val="8593A2"/>
            </a:solidFill>
            <a:prstDash val="dash"/>
          </a:ln>
        </p:spPr>
      </p:sp>
      <p:sp>
        <p:nvSpPr>
          <p:cNvPr id="30" name="summary_bg">
            <a:extLst>
              <a:ext uri="{FF2B5EF4-FFF2-40B4-BE49-F238E27FC236}">
                <a16:creationId xmlns:a16="http://schemas.microsoft.com/office/drawing/2014/main" id="{1344FF28-3249-463F-905F-F9233DA93D6E}"/>
              </a:ext>
            </a:extLst>
          </p:cNvPr>
          <p:cNvSpPr>
            <a:spLocks/>
          </p:cNvSpPr>
          <p:nvPr/>
        </p:nvSpPr>
        <p:spPr>
          <a:xfrm>
            <a:off x="428625" y="7400925"/>
            <a:ext cx="15049500" cy="914400"/>
          </a:xfrm>
          <a:prstGeom prst="roundRect">
            <a:avLst>
              <a:gd name="adj" fmla="val 1250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65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66" name="screening_retina"/>
          <p:cNvPicPr>
            <a:picLocks noChangeAspect="1"/>
          </p:cNvPicPr>
          <p:nvPr/>
        </p:nvPicPr>
        <p:blipFill>
          <a:blip r:embed="rId4"/>
          <a:srcRect l="5792" t="23464" r="15058" b="37616"/>
          <a:stretch/>
        </p:blipFill>
        <p:spPr>
          <a:xfrm>
            <a:off x="533400" y="4029075"/>
            <a:ext cx="1943100" cy="1943100"/>
          </a:xfrm>
          <a:prstGeom prst="rect">
            <a:avLst/>
          </a:prstGeom>
        </p:spPr>
      </p:pic>
      <p:cxnSp>
        <p:nvCxnSpPr>
          <p:cNvPr id="32" name="header_rule">
            <a:extLst>
              <a:ext uri="{FF2B5EF4-FFF2-40B4-BE49-F238E27FC236}">
                <a16:creationId xmlns:a16="http://schemas.microsoft.com/office/drawing/2014/main" id="{D24C3207-CE42-40E6-D2C4-8B714174EEE1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header_accent">
            <a:extLst>
              <a:ext uri="{FF2B5EF4-FFF2-40B4-BE49-F238E27FC236}">
                <a16:creationId xmlns:a16="http://schemas.microsoft.com/office/drawing/2014/main" id="{D623D453-BE38-989C-E99E-69BE04056DEB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footer_rule">
            <a:extLst>
              <a:ext uri="{FF2B5EF4-FFF2-40B4-BE49-F238E27FC236}">
                <a16:creationId xmlns:a16="http://schemas.microsoft.com/office/drawing/2014/main" id="{736FD416-B726-434D-4A8F-14DC755B1631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egend_main">
            <a:extLst>
              <a:ext uri="{FF2B5EF4-FFF2-40B4-BE49-F238E27FC236}">
                <a16:creationId xmlns:a16="http://schemas.microsoft.com/office/drawing/2014/main" id="{74277B9B-0397-C6E0-AE1E-585F8ACE70C1}"/>
              </a:ext>
            </a:extLst>
          </p:cNvPr>
          <p:cNvCxnSpPr/>
          <p:nvPr/>
        </p:nvCxnSpPr>
        <p:spPr>
          <a:xfrm>
            <a:off x="13411200" y="4610100"/>
            <a:ext cx="504825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egend_aux">
            <a:extLst>
              <a:ext uri="{FF2B5EF4-FFF2-40B4-BE49-F238E27FC236}">
                <a16:creationId xmlns:a16="http://schemas.microsoft.com/office/drawing/2014/main" id="{65B18396-88A1-7DD6-4CF2-8A188A29270D}"/>
              </a:ext>
            </a:extLst>
          </p:cNvPr>
          <p:cNvCxnSpPr/>
          <p:nvPr/>
        </p:nvCxnSpPr>
        <p:spPr>
          <a:xfrm>
            <a:off x="13411200" y="5286375"/>
            <a:ext cx="504825" cy="0"/>
          </a:xfrm>
          <a:prstGeom prst="line">
            <a:avLst/>
          </a:prstGeom>
          <a:ln w="28575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_0">
            <a:extLst>
              <a:ext uri="{FF2B5EF4-FFF2-40B4-BE49-F238E27FC236}">
                <a16:creationId xmlns:a16="http://schemas.microsoft.com/office/drawing/2014/main" id="{AEEB3C11-E264-6C72-0386-E4AA3C3080E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600325" y="4829175"/>
            <a:ext cx="314325" cy="66675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_1">
            <a:extLst>
              <a:ext uri="{FF2B5EF4-FFF2-40B4-BE49-F238E27FC236}">
                <a16:creationId xmlns:a16="http://schemas.microsoft.com/office/drawing/2014/main" id="{F5596DA8-FECA-A454-2463-000E4B30F7FA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4438650" y="4895850"/>
            <a:ext cx="38100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_2">
            <a:extLst>
              <a:ext uri="{FF2B5EF4-FFF2-40B4-BE49-F238E27FC236}">
                <a16:creationId xmlns:a16="http://schemas.microsoft.com/office/drawing/2014/main" id="{AD6DB3DF-0BD8-CBD1-6048-086BB6A00A67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6153150" y="4895850"/>
            <a:ext cx="38100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_3">
            <a:extLst>
              <a:ext uri="{FF2B5EF4-FFF2-40B4-BE49-F238E27FC236}">
                <a16:creationId xmlns:a16="http://schemas.microsoft.com/office/drawing/2014/main" id="{5AF55392-35A9-43B8-1E4E-2EBAD6B8A7B9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8258175" y="2843213"/>
            <a:ext cx="581025" cy="2052637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_4">
            <a:extLst>
              <a:ext uri="{FF2B5EF4-FFF2-40B4-BE49-F238E27FC236}">
                <a16:creationId xmlns:a16="http://schemas.microsoft.com/office/drawing/2014/main" id="{4DE47E56-5217-9A64-9191-67F79BF9FB17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>
            <a:off x="8258175" y="4895850"/>
            <a:ext cx="581025" cy="1509713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_5">
            <a:extLst>
              <a:ext uri="{FF2B5EF4-FFF2-40B4-BE49-F238E27FC236}">
                <a16:creationId xmlns:a16="http://schemas.microsoft.com/office/drawing/2014/main" id="{DA1DFE54-6929-2AD7-741F-5CC894E3D841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11029950" y="2843213"/>
            <a:ext cx="40005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_6">
            <a:extLst>
              <a:ext uri="{FF2B5EF4-FFF2-40B4-BE49-F238E27FC236}">
                <a16:creationId xmlns:a16="http://schemas.microsoft.com/office/drawing/2014/main" id="{010F89E4-3D89-1DBC-A862-6CB53AFE3370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13535025" y="2843213"/>
            <a:ext cx="43815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_7">
            <a:extLst>
              <a:ext uri="{FF2B5EF4-FFF2-40B4-BE49-F238E27FC236}">
                <a16:creationId xmlns:a16="http://schemas.microsoft.com/office/drawing/2014/main" id="{E2672C07-57D4-D5D4-C840-FABFB3318A00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11029950" y="6405563"/>
            <a:ext cx="40005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_8">
            <a:extLst>
              <a:ext uri="{FF2B5EF4-FFF2-40B4-BE49-F238E27FC236}">
                <a16:creationId xmlns:a16="http://schemas.microsoft.com/office/drawing/2014/main" id="{4E55BC34-467F-29D1-F2FB-2940D4A5FF30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13535025" y="6405563"/>
            <a:ext cx="43815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_9">
            <a:extLst>
              <a:ext uri="{FF2B5EF4-FFF2-40B4-BE49-F238E27FC236}">
                <a16:creationId xmlns:a16="http://schemas.microsoft.com/office/drawing/2014/main" id="{31E46D67-0D4A-4B8D-28AD-7CB077A9DAE2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rot="16200000" flipH="1">
            <a:off x="10194131" y="3017043"/>
            <a:ext cx="1085850" cy="1604963"/>
          </a:xfrm>
          <a:prstGeom prst="bentConnector3">
            <a:avLst>
              <a:gd name="adj1" fmla="val 50000"/>
            </a:avLst>
          </a:prstGeom>
          <a:ln w="29210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_10">
            <a:extLst>
              <a:ext uri="{FF2B5EF4-FFF2-40B4-BE49-F238E27FC236}">
                <a16:creationId xmlns:a16="http://schemas.microsoft.com/office/drawing/2014/main" id="{1496EEC8-D319-65C7-CE9A-F4F3D9D0C570}"/>
              </a:ext>
            </a:extLst>
          </p:cNvPr>
          <p:cNvCxnSpPr>
            <a:cxnSpLocks/>
            <a:stCxn id="19" idx="0"/>
            <a:endCxn id="25" idx="2"/>
          </p:cNvCxnSpPr>
          <p:nvPr/>
        </p:nvCxnSpPr>
        <p:spPr>
          <a:xfrm rot="5400000" flipH="1" flipV="1">
            <a:off x="10489406" y="4922044"/>
            <a:ext cx="495300" cy="1604963"/>
          </a:xfrm>
          <a:prstGeom prst="bentConnector3">
            <a:avLst>
              <a:gd name="adj1" fmla="val 50000"/>
            </a:avLst>
          </a:prstGeom>
          <a:ln w="29210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_title">
            <a:extLst>
              <a:ext uri="{FF2B5EF4-FFF2-40B4-BE49-F238E27FC236}">
                <a16:creationId xmlns:a16="http://schemas.microsoft.com/office/drawing/2014/main" id="{BE0B6F32-A0E3-491A-B5AD-9FD7D97CEB36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 DR–DKD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双筛网络整体架构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footer_text">
            <a:extLst>
              <a:ext uri="{FF2B5EF4-FFF2-40B4-BE49-F238E27FC236}">
                <a16:creationId xmlns:a16="http://schemas.microsoft.com/office/drawing/2014/main" id="{FD2E45E3-CA78-4BD5-8CF3-AF534553F9DB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" name="page_number">
            <a:extLst>
              <a:ext uri="{FF2B5EF4-FFF2-40B4-BE49-F238E27FC236}">
                <a16:creationId xmlns:a16="http://schemas.microsoft.com/office/drawing/2014/main" id="{8E0C35DD-814D-473E-A5A8-4C0FB6E559E2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08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text_0">
            <a:extLst>
              <a:ext uri="{FF2B5EF4-FFF2-40B4-BE49-F238E27FC236}">
                <a16:creationId xmlns:a16="http://schemas.microsoft.com/office/drawing/2014/main" id="{495D6A90-212B-4C0C-87C1-074F64E8EAED}"/>
              </a:ext>
            </a:extLst>
          </p:cNvPr>
          <p:cNvSpPr>
            <a:spLocks/>
          </p:cNvSpPr>
          <p:nvPr/>
        </p:nvSpPr>
        <p:spPr>
          <a:xfrm>
            <a:off x="523875" y="3505200"/>
            <a:ext cx="1952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RGB</a:t>
            </a:r>
            <a:r>
              <a:rPr lang="zh-CN" altLang="en-US"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眼底</a:t>
            </a:r>
            <a:endParaRPr sz="24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49" name="module_backbone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F40AD59-7B1F-3C09-DF6C-7B353AF0E882}"/>
              </a:ext>
            </a:extLst>
          </p:cNvPr>
          <p:cNvGrpSpPr/>
          <p:nvPr/>
        </p:nvGrpSpPr>
        <p:grpSpPr>
          <a:xfrm>
            <a:off x="2914650" y="3790950"/>
            <a:ext cx="1524000" cy="2209800"/>
            <a:chOff x="2914650" y="3790950"/>
            <a:chExt cx="1524000" cy="2209800"/>
          </a:xfrm>
        </p:grpSpPr>
        <p:sp>
          <p:nvSpPr>
            <p:cNvPr id="7" name="backbone_bg">
              <a:extLst>
                <a:ext uri="{FF2B5EF4-FFF2-40B4-BE49-F238E27FC236}">
                  <a16:creationId xmlns:a16="http://schemas.microsoft.com/office/drawing/2014/main" id="{295D6BC2-D209-4FAA-9C06-DCA6454A903B}"/>
                </a:ext>
              </a:extLst>
            </p:cNvPr>
            <p:cNvSpPr>
              <a:spLocks/>
            </p:cNvSpPr>
            <p:nvPr/>
          </p:nvSpPr>
          <p:spPr>
            <a:xfrm>
              <a:off x="2914650" y="3790950"/>
              <a:ext cx="1524000" cy="2209800"/>
            </a:xfrm>
            <a:prstGeom prst="roundRect">
              <a:avLst>
                <a:gd name="adj" fmla="val 7500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8" name="backbone_text">
              <a:extLst>
                <a:ext uri="{FF2B5EF4-FFF2-40B4-BE49-F238E27FC236}">
                  <a16:creationId xmlns:a16="http://schemas.microsoft.com/office/drawing/2014/main" id="{C8A6EC07-86DE-446A-AC18-75FF6690146A}"/>
                </a:ext>
              </a:extLst>
            </p:cNvPr>
            <p:cNvSpPr>
              <a:spLocks/>
            </p:cNvSpPr>
            <p:nvPr/>
          </p:nvSpPr>
          <p:spPr>
            <a:xfrm>
              <a:off x="2981325" y="3819525"/>
              <a:ext cx="1390650" cy="2152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RETFound</a:t>
              </a:r>
            </a:p>
            <a:p>
              <a:pPr algn="ctr">
                <a:defRPr sz="20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ViT-L/16</a:t>
              </a:r>
              <a:endParaRPr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0" name="module_pool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3D2A4C6-6912-1FDF-D72C-68BB9578C8F5}"/>
              </a:ext>
            </a:extLst>
          </p:cNvPr>
          <p:cNvGrpSpPr/>
          <p:nvPr/>
        </p:nvGrpSpPr>
        <p:grpSpPr>
          <a:xfrm>
            <a:off x="4819650" y="4210050"/>
            <a:ext cx="1333500" cy="1371600"/>
            <a:chOff x="4819650" y="4210050"/>
            <a:chExt cx="1333500" cy="1371600"/>
          </a:xfrm>
        </p:grpSpPr>
        <p:sp>
          <p:nvSpPr>
            <p:cNvPr id="9" name="pool_bg">
              <a:extLst>
                <a:ext uri="{FF2B5EF4-FFF2-40B4-BE49-F238E27FC236}">
                  <a16:creationId xmlns:a16="http://schemas.microsoft.com/office/drawing/2014/main" id="{ABBF855C-F65A-4265-8370-A1D13C88F857}"/>
                </a:ext>
              </a:extLst>
            </p:cNvPr>
            <p:cNvSpPr>
              <a:spLocks/>
            </p:cNvSpPr>
            <p:nvPr/>
          </p:nvSpPr>
          <p:spPr>
            <a:xfrm>
              <a:off x="4819650" y="4210050"/>
              <a:ext cx="1333500" cy="1371600"/>
            </a:xfrm>
            <a:prstGeom prst="roundRect">
              <a:avLst>
                <a:gd name="adj" fmla="val 8571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0" name="pool_text">
              <a:extLst>
                <a:ext uri="{FF2B5EF4-FFF2-40B4-BE49-F238E27FC236}">
                  <a16:creationId xmlns:a16="http://schemas.microsoft.com/office/drawing/2014/main" id="{7D3CF86D-E8E6-4BE9-A724-09067326DDA9}"/>
                </a:ext>
              </a:extLst>
            </p:cNvPr>
            <p:cNvSpPr>
              <a:spLocks/>
            </p:cNvSpPr>
            <p:nvPr/>
          </p:nvSpPr>
          <p:spPr>
            <a:xfrm>
              <a:off x="4886325" y="4238625"/>
              <a:ext cx="1200150" cy="1314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Patch</a:t>
              </a:r>
            </a:p>
            <a:p>
              <a:pPr algn="ctr">
                <a:defRPr sz="20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平均池化</a:t>
              </a:r>
              <a:endParaRPr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1" name="module_sharedG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882D72C-3A6A-7F18-46D0-630D4F2491AC}"/>
              </a:ext>
            </a:extLst>
          </p:cNvPr>
          <p:cNvGrpSpPr/>
          <p:nvPr/>
        </p:nvGrpSpPr>
        <p:grpSpPr>
          <a:xfrm>
            <a:off x="6534150" y="4105275"/>
            <a:ext cx="1724025" cy="1581150"/>
            <a:chOff x="6534150" y="4105275"/>
            <a:chExt cx="1724025" cy="1581150"/>
          </a:xfrm>
        </p:grpSpPr>
        <p:sp>
          <p:nvSpPr>
            <p:cNvPr id="11" name="sharedG_bg">
              <a:extLst>
                <a:ext uri="{FF2B5EF4-FFF2-40B4-BE49-F238E27FC236}">
                  <a16:creationId xmlns:a16="http://schemas.microsoft.com/office/drawing/2014/main" id="{DD69E4B1-3C1E-4596-8845-ABF242833B0F}"/>
                </a:ext>
              </a:extLst>
            </p:cNvPr>
            <p:cNvSpPr>
              <a:spLocks/>
            </p:cNvSpPr>
            <p:nvPr/>
          </p:nvSpPr>
          <p:spPr>
            <a:xfrm>
              <a:off x="6534150" y="4105275"/>
              <a:ext cx="1724025" cy="1581150"/>
            </a:xfrm>
            <a:prstGeom prst="roundRect">
              <a:avLst>
                <a:gd name="adj" fmla="val 7229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2" name="sharedG_text">
              <a:extLst>
                <a:ext uri="{FF2B5EF4-FFF2-40B4-BE49-F238E27FC236}">
                  <a16:creationId xmlns:a16="http://schemas.microsoft.com/office/drawing/2014/main" id="{3E128900-1003-49C3-9EB8-8519251CAC3B}"/>
                </a:ext>
              </a:extLst>
            </p:cNvPr>
            <p:cNvSpPr>
              <a:spLocks/>
            </p:cNvSpPr>
            <p:nvPr/>
          </p:nvSpPr>
          <p:spPr>
            <a:xfrm>
              <a:off x="6600825" y="4133850"/>
              <a:ext cx="1590675" cy="1524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8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FC +</a:t>
              </a:r>
            </a:p>
            <a:p>
              <a:pPr algn="ctr">
                <a:defRPr sz="18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LayerNorm</a:t>
              </a:r>
            </a:p>
            <a:p>
              <a:pPr algn="ctr">
                <a:defRPr sz="18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共享</a:t>
              </a:r>
              <a:r>
                <a:rPr lang="en-US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G：256</a:t>
              </a:r>
              <a:r>
                <a:rPr lang="zh-CN" altLang="en-US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维</a:t>
              </a:r>
              <a:endParaRPr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2" name="module_dr_adapter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DDD4370-0303-03BB-3F48-432BDA1BBBEC}"/>
              </a:ext>
            </a:extLst>
          </p:cNvPr>
          <p:cNvGrpSpPr/>
          <p:nvPr/>
        </p:nvGrpSpPr>
        <p:grpSpPr>
          <a:xfrm>
            <a:off x="8839200" y="2409825"/>
            <a:ext cx="2190750" cy="866775"/>
            <a:chOff x="8839200" y="2409825"/>
            <a:chExt cx="2190750" cy="866775"/>
          </a:xfrm>
        </p:grpSpPr>
        <p:sp>
          <p:nvSpPr>
            <p:cNvPr id="13" name="dr_adapter_bg">
              <a:extLst>
                <a:ext uri="{FF2B5EF4-FFF2-40B4-BE49-F238E27FC236}">
                  <a16:creationId xmlns:a16="http://schemas.microsoft.com/office/drawing/2014/main" id="{0E2DB3D7-615C-4BA8-BF9C-04BBE26E2AF0}"/>
                </a:ext>
              </a:extLst>
            </p:cNvPr>
            <p:cNvSpPr>
              <a:spLocks/>
            </p:cNvSpPr>
            <p:nvPr/>
          </p:nvSpPr>
          <p:spPr>
            <a:xfrm>
              <a:off x="8839200" y="2409825"/>
              <a:ext cx="2190750" cy="866775"/>
            </a:xfrm>
            <a:prstGeom prst="roundRect">
              <a:avLst>
                <a:gd name="adj" fmla="val 1318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4" name="dr_adapter_text">
              <a:extLst>
                <a:ext uri="{FF2B5EF4-FFF2-40B4-BE49-F238E27FC236}">
                  <a16:creationId xmlns:a16="http://schemas.microsoft.com/office/drawing/2014/main" id="{5D140EDA-6511-41F7-B152-80DD01C603E4}"/>
                </a:ext>
              </a:extLst>
            </p:cNvPr>
            <p:cNvSpPr>
              <a:spLocks/>
            </p:cNvSpPr>
            <p:nvPr/>
          </p:nvSpPr>
          <p:spPr>
            <a:xfrm>
              <a:off x="8905875" y="2438400"/>
              <a:ext cx="20574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残差适配器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3" name="module_dr_hea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95E0DC6-9BC4-A063-5CAC-1D52F64B0A4C}"/>
              </a:ext>
            </a:extLst>
          </p:cNvPr>
          <p:cNvGrpSpPr/>
          <p:nvPr/>
        </p:nvGrpSpPr>
        <p:grpSpPr>
          <a:xfrm>
            <a:off x="11430000" y="2409825"/>
            <a:ext cx="2105025" cy="866775"/>
            <a:chOff x="11430000" y="2409825"/>
            <a:chExt cx="2105025" cy="866775"/>
          </a:xfrm>
        </p:grpSpPr>
        <p:sp>
          <p:nvSpPr>
            <p:cNvPr id="15" name="dr_head_bg">
              <a:extLst>
                <a:ext uri="{FF2B5EF4-FFF2-40B4-BE49-F238E27FC236}">
                  <a16:creationId xmlns:a16="http://schemas.microsoft.com/office/drawing/2014/main" id="{91422977-164E-4CF2-A4C6-51F9C52F712C}"/>
                </a:ext>
              </a:extLst>
            </p:cNvPr>
            <p:cNvSpPr>
              <a:spLocks/>
            </p:cNvSpPr>
            <p:nvPr/>
          </p:nvSpPr>
          <p:spPr>
            <a:xfrm>
              <a:off x="11430000" y="2409825"/>
              <a:ext cx="2105025" cy="866775"/>
            </a:xfrm>
            <a:prstGeom prst="roundRect">
              <a:avLst>
                <a:gd name="adj" fmla="val 1318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6" name="dr_head_text">
              <a:extLst>
                <a:ext uri="{FF2B5EF4-FFF2-40B4-BE49-F238E27FC236}">
                  <a16:creationId xmlns:a16="http://schemas.microsoft.com/office/drawing/2014/main" id="{ECD2467E-E2CA-45DC-A8A1-B72F0A205B49}"/>
                </a:ext>
              </a:extLst>
            </p:cNvPr>
            <p:cNvSpPr>
              <a:spLocks/>
            </p:cNvSpPr>
            <p:nvPr/>
          </p:nvSpPr>
          <p:spPr>
            <a:xfrm>
              <a:off x="11496675" y="2438400"/>
              <a:ext cx="1971675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r>
                <a:rPr lang="zh-CN" alt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有序分级头</a:t>
              </a:r>
              <a:endParaRPr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4" name="module_dr_resul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A84E015-302F-7D6E-A26F-623F5DF8ED90}"/>
              </a:ext>
            </a:extLst>
          </p:cNvPr>
          <p:cNvGrpSpPr/>
          <p:nvPr/>
        </p:nvGrpSpPr>
        <p:grpSpPr>
          <a:xfrm>
            <a:off x="13973175" y="2409825"/>
            <a:ext cx="1619250" cy="866775"/>
            <a:chOff x="13973175" y="2409825"/>
            <a:chExt cx="1619250" cy="866775"/>
          </a:xfrm>
        </p:grpSpPr>
        <p:sp>
          <p:nvSpPr>
            <p:cNvPr id="17" name="dr_result_bg">
              <a:extLst>
                <a:ext uri="{FF2B5EF4-FFF2-40B4-BE49-F238E27FC236}">
                  <a16:creationId xmlns:a16="http://schemas.microsoft.com/office/drawing/2014/main" id="{B25B373E-9EF9-448E-AE62-EF2A61D1E596}"/>
                </a:ext>
              </a:extLst>
            </p:cNvPr>
            <p:cNvSpPr>
              <a:spLocks/>
            </p:cNvSpPr>
            <p:nvPr/>
          </p:nvSpPr>
          <p:spPr>
            <a:xfrm>
              <a:off x="13973175" y="2409825"/>
              <a:ext cx="1619250" cy="866775"/>
            </a:xfrm>
            <a:prstGeom prst="roundRect">
              <a:avLst>
                <a:gd name="adj" fmla="val 1318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8" name="dr_result_text">
              <a:extLst>
                <a:ext uri="{FF2B5EF4-FFF2-40B4-BE49-F238E27FC236}">
                  <a16:creationId xmlns:a16="http://schemas.microsoft.com/office/drawing/2014/main" id="{04983321-073B-4A9B-BF80-D68EEB669922}"/>
                </a:ext>
              </a:extLst>
            </p:cNvPr>
            <p:cNvSpPr>
              <a:spLocks/>
            </p:cNvSpPr>
            <p:nvPr/>
          </p:nvSpPr>
          <p:spPr>
            <a:xfrm>
              <a:off x="14039850" y="2438400"/>
              <a:ext cx="14859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C9000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025" b="1">
                  <a:solidFill>
                    <a:srgbClr val="C9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DR：0–4</a:t>
              </a:r>
              <a:r>
                <a:rPr lang="zh-CN" altLang="en-US" sz="2025" b="1">
                  <a:solidFill>
                    <a:srgbClr val="C9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20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5" name="module_dkd_adapter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B489969-269D-B4E2-A84F-AE534537E84A}"/>
              </a:ext>
            </a:extLst>
          </p:cNvPr>
          <p:cNvGrpSpPr/>
          <p:nvPr/>
        </p:nvGrpSpPr>
        <p:grpSpPr>
          <a:xfrm>
            <a:off x="8839200" y="5972175"/>
            <a:ext cx="2190750" cy="866775"/>
            <a:chOff x="8839200" y="5972175"/>
            <a:chExt cx="2190750" cy="866775"/>
          </a:xfrm>
        </p:grpSpPr>
        <p:sp>
          <p:nvSpPr>
            <p:cNvPr id="19" name="dkd_adapter_bg">
              <a:extLst>
                <a:ext uri="{FF2B5EF4-FFF2-40B4-BE49-F238E27FC236}">
                  <a16:creationId xmlns:a16="http://schemas.microsoft.com/office/drawing/2014/main" id="{D552A225-8936-4618-AE47-353C25248A98}"/>
                </a:ext>
              </a:extLst>
            </p:cNvPr>
            <p:cNvSpPr>
              <a:spLocks/>
            </p:cNvSpPr>
            <p:nvPr/>
          </p:nvSpPr>
          <p:spPr>
            <a:xfrm>
              <a:off x="8839200" y="5972175"/>
              <a:ext cx="2190750" cy="866775"/>
            </a:xfrm>
            <a:prstGeom prst="roundRect">
              <a:avLst>
                <a:gd name="adj" fmla="val 1318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0" name="dkd_adapter_text">
              <a:extLst>
                <a:ext uri="{FF2B5EF4-FFF2-40B4-BE49-F238E27FC236}">
                  <a16:creationId xmlns:a16="http://schemas.microsoft.com/office/drawing/2014/main" id="{95296449-4EDC-438D-A8FD-2DB1A14CBD10}"/>
                </a:ext>
              </a:extLst>
            </p:cNvPr>
            <p:cNvSpPr>
              <a:spLocks/>
            </p:cNvSpPr>
            <p:nvPr/>
          </p:nvSpPr>
          <p:spPr>
            <a:xfrm>
              <a:off x="8905875" y="6000750"/>
              <a:ext cx="20574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r>
                <a:rPr lang="zh-CN" alt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残差适配器</a:t>
              </a:r>
              <a:endParaRPr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6" name="module_dkd_hea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2DB8CBE-13FE-3B68-3D01-E47484D00801}"/>
              </a:ext>
            </a:extLst>
          </p:cNvPr>
          <p:cNvGrpSpPr/>
          <p:nvPr/>
        </p:nvGrpSpPr>
        <p:grpSpPr>
          <a:xfrm>
            <a:off x="11430000" y="5972175"/>
            <a:ext cx="2105025" cy="866775"/>
            <a:chOff x="11430000" y="5972175"/>
            <a:chExt cx="2105025" cy="866775"/>
          </a:xfrm>
        </p:grpSpPr>
        <p:sp>
          <p:nvSpPr>
            <p:cNvPr id="21" name="dkd_head_bg">
              <a:extLst>
                <a:ext uri="{FF2B5EF4-FFF2-40B4-BE49-F238E27FC236}">
                  <a16:creationId xmlns:a16="http://schemas.microsoft.com/office/drawing/2014/main" id="{DAAD9461-5608-4532-9FB2-78BE84F28A1B}"/>
                </a:ext>
              </a:extLst>
            </p:cNvPr>
            <p:cNvSpPr>
              <a:spLocks/>
            </p:cNvSpPr>
            <p:nvPr/>
          </p:nvSpPr>
          <p:spPr>
            <a:xfrm>
              <a:off x="11430000" y="5972175"/>
              <a:ext cx="2105025" cy="866775"/>
            </a:xfrm>
            <a:prstGeom prst="roundRect">
              <a:avLst>
                <a:gd name="adj" fmla="val 1318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2" name="dkd_head_text">
              <a:extLst>
                <a:ext uri="{FF2B5EF4-FFF2-40B4-BE49-F238E27FC236}">
                  <a16:creationId xmlns:a16="http://schemas.microsoft.com/office/drawing/2014/main" id="{B7084F26-F83C-4F38-A9C8-42FD4921B36B}"/>
                </a:ext>
              </a:extLst>
            </p:cNvPr>
            <p:cNvSpPr>
              <a:spLocks/>
            </p:cNvSpPr>
            <p:nvPr/>
          </p:nvSpPr>
          <p:spPr>
            <a:xfrm>
              <a:off x="11496675" y="6000750"/>
              <a:ext cx="1971675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9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9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r>
                <a:rPr lang="zh-CN" altLang="en-US" sz="19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二元预测头</a:t>
              </a:r>
              <a:endParaRPr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7" name="module_dkd_resul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B40DC3C-ABA7-AB0A-E93B-80D94A2D5D79}"/>
              </a:ext>
            </a:extLst>
          </p:cNvPr>
          <p:cNvGrpSpPr/>
          <p:nvPr/>
        </p:nvGrpSpPr>
        <p:grpSpPr>
          <a:xfrm>
            <a:off x="13973175" y="5972175"/>
            <a:ext cx="1619250" cy="866775"/>
            <a:chOff x="13973175" y="5972175"/>
            <a:chExt cx="1619250" cy="866775"/>
          </a:xfrm>
        </p:grpSpPr>
        <p:sp>
          <p:nvSpPr>
            <p:cNvPr id="23" name="dkd_result_bg">
              <a:extLst>
                <a:ext uri="{FF2B5EF4-FFF2-40B4-BE49-F238E27FC236}">
                  <a16:creationId xmlns:a16="http://schemas.microsoft.com/office/drawing/2014/main" id="{8F0F0A41-F9E0-4F52-BEC4-553514B24CF3}"/>
                </a:ext>
              </a:extLst>
            </p:cNvPr>
            <p:cNvSpPr>
              <a:spLocks/>
            </p:cNvSpPr>
            <p:nvPr/>
          </p:nvSpPr>
          <p:spPr>
            <a:xfrm>
              <a:off x="13973175" y="5972175"/>
              <a:ext cx="1619250" cy="866775"/>
            </a:xfrm>
            <a:prstGeom prst="roundRect">
              <a:avLst>
                <a:gd name="adj" fmla="val 1318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4" name="dkd_result_text">
              <a:extLst>
                <a:ext uri="{FF2B5EF4-FFF2-40B4-BE49-F238E27FC236}">
                  <a16:creationId xmlns:a16="http://schemas.microsoft.com/office/drawing/2014/main" id="{9D29FFCC-B4BA-4FA8-A8A4-3D4D1E34BEA7}"/>
                </a:ext>
              </a:extLst>
            </p:cNvPr>
            <p:cNvSpPr>
              <a:spLocks/>
            </p:cNvSpPr>
            <p:nvPr/>
          </p:nvSpPr>
          <p:spPr>
            <a:xfrm>
              <a:off x="14039850" y="6000750"/>
              <a:ext cx="1485900" cy="8096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C90000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025" b="1">
                  <a:solidFill>
                    <a:srgbClr val="C9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P(DKD)</a:t>
              </a:r>
              <a:endParaRPr sz="20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8" name="module_aux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3313B8A-14AC-EA5C-6D8C-12DDAD85B0DC}"/>
              </a:ext>
            </a:extLst>
          </p:cNvPr>
          <p:cNvGrpSpPr/>
          <p:nvPr/>
        </p:nvGrpSpPr>
        <p:grpSpPr>
          <a:xfrm>
            <a:off x="10363200" y="4362450"/>
            <a:ext cx="2352675" cy="1114425"/>
            <a:chOff x="10363200" y="4362450"/>
            <a:chExt cx="2352675" cy="1114425"/>
          </a:xfrm>
        </p:grpSpPr>
        <p:sp>
          <p:nvSpPr>
            <p:cNvPr id="25" name="aux_bg">
              <a:extLst>
                <a:ext uri="{FF2B5EF4-FFF2-40B4-BE49-F238E27FC236}">
                  <a16:creationId xmlns:a16="http://schemas.microsoft.com/office/drawing/2014/main" id="{1AE8FAC4-007B-4DF9-9FC0-91CCF74481EE}"/>
                </a:ext>
              </a:extLst>
            </p:cNvPr>
            <p:cNvSpPr>
              <a:spLocks/>
            </p:cNvSpPr>
            <p:nvPr/>
          </p:nvSpPr>
          <p:spPr>
            <a:xfrm>
              <a:off x="10363200" y="4362450"/>
              <a:ext cx="2352675" cy="1114425"/>
            </a:xfrm>
            <a:prstGeom prst="roundRect">
              <a:avLst>
                <a:gd name="adj" fmla="val 10256"/>
              </a:avLst>
            </a:prstGeom>
            <a:gradFill flip="none" rotWithShape="1">
              <a:gsLst>
                <a:gs pos="0">
                  <a:srgbClr val="FFF9E4"/>
                </a:gs>
                <a:gs pos="100000">
                  <a:srgbClr val="FFEAB4"/>
                </a:gs>
              </a:gsLst>
              <a:lin ang="5400000" scaled="1"/>
              <a:tileRect/>
            </a:gradFill>
            <a:ln w="12383">
              <a:solidFill>
                <a:srgbClr val="C49B25"/>
              </a:solidFill>
            </a:ln>
          </p:spPr>
        </p:sp>
        <p:sp>
          <p:nvSpPr>
            <p:cNvPr id="26" name="aux_text">
              <a:extLst>
                <a:ext uri="{FF2B5EF4-FFF2-40B4-BE49-F238E27FC236}">
                  <a16:creationId xmlns:a16="http://schemas.microsoft.com/office/drawing/2014/main" id="{BF71ABDD-7C40-4AB8-8161-8E2952E293C9}"/>
                </a:ext>
              </a:extLst>
            </p:cNvPr>
            <p:cNvSpPr>
              <a:spLocks/>
            </p:cNvSpPr>
            <p:nvPr/>
          </p:nvSpPr>
          <p:spPr>
            <a:xfrm>
              <a:off x="10429875" y="4391025"/>
              <a:ext cx="2219325" cy="1057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四状态辅助头</a:t>
              </a:r>
            </a:p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仅训练使用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28" name="text_1">
            <a:extLst>
              <a:ext uri="{FF2B5EF4-FFF2-40B4-BE49-F238E27FC236}">
                <a16:creationId xmlns:a16="http://schemas.microsoft.com/office/drawing/2014/main" id="{0EDB56A5-FB8F-4682-A046-311022E1EF55}"/>
              </a:ext>
            </a:extLst>
          </p:cNvPr>
          <p:cNvSpPr>
            <a:spLocks/>
          </p:cNvSpPr>
          <p:nvPr/>
        </p:nvSpPr>
        <p:spPr>
          <a:xfrm>
            <a:off x="14001750" y="4410075"/>
            <a:ext cx="133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主预测</a:t>
            </a:r>
            <a:endParaRPr sz="17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9" name="text_2">
            <a:extLst>
              <a:ext uri="{FF2B5EF4-FFF2-40B4-BE49-F238E27FC236}">
                <a16:creationId xmlns:a16="http://schemas.microsoft.com/office/drawing/2014/main" id="{C18FD65B-212B-4E8D-96F9-13EE0C201FC2}"/>
              </a:ext>
            </a:extLst>
          </p:cNvPr>
          <p:cNvSpPr>
            <a:spLocks/>
          </p:cNvSpPr>
          <p:nvPr/>
        </p:nvSpPr>
        <p:spPr>
          <a:xfrm>
            <a:off x="13982700" y="5076825"/>
            <a:ext cx="1333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辅助监督</a:t>
            </a:r>
            <a:endParaRPr sz="17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1" name="summary_text">
            <a:extLst>
              <a:ext uri="{FF2B5EF4-FFF2-40B4-BE49-F238E27FC236}">
                <a16:creationId xmlns:a16="http://schemas.microsoft.com/office/drawing/2014/main" id="{63A68E15-261E-4151-A409-01B5CEB7F63C}"/>
              </a:ext>
            </a:extLst>
          </p:cNvPr>
          <p:cNvSpPr>
            <a:spLocks/>
          </p:cNvSpPr>
          <p:nvPr/>
        </p:nvSpPr>
        <p:spPr>
          <a:xfrm>
            <a:off x="685800" y="7534275"/>
            <a:ext cx="14573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共享编码器，</a:t>
            </a:r>
            <a:r>
              <a:rPr lang="zh-CN" altLang="en-US" sz="27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两个主任任务并行输出</a:t>
            </a:r>
            <a:endParaRPr sz="27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2881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apter_panel_bg">
            <a:extLst>
              <a:ext uri="{FF2B5EF4-FFF2-40B4-BE49-F238E27FC236}">
                <a16:creationId xmlns:a16="http://schemas.microsoft.com/office/drawing/2014/main" id="{7E0CAC7A-953B-4DE2-9562-8947A67363DB}"/>
              </a:ext>
            </a:extLst>
          </p:cNvPr>
          <p:cNvSpPr>
            <a:spLocks/>
          </p:cNvSpPr>
          <p:nvPr/>
        </p:nvSpPr>
        <p:spPr>
          <a:xfrm>
            <a:off x="533400" y="2085975"/>
            <a:ext cx="10801350" cy="3733800"/>
          </a:xfrm>
          <a:prstGeom prst="roundRect">
            <a:avLst>
              <a:gd name="adj" fmla="val 3061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" name="adapter_panel_head">
            <a:extLst>
              <a:ext uri="{FF2B5EF4-FFF2-40B4-BE49-F238E27FC236}">
                <a16:creationId xmlns:a16="http://schemas.microsoft.com/office/drawing/2014/main" id="{D0C260A2-5EFB-48ED-AED1-6BAD44ECDE8D}"/>
              </a:ext>
            </a:extLst>
          </p:cNvPr>
          <p:cNvSpPr>
            <a:spLocks/>
          </p:cNvSpPr>
          <p:nvPr/>
        </p:nvSpPr>
        <p:spPr>
          <a:xfrm>
            <a:off x="542925" y="2095500"/>
            <a:ext cx="10782300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7" name="adapter_points_bg">
            <a:extLst>
              <a:ext uri="{FF2B5EF4-FFF2-40B4-BE49-F238E27FC236}">
                <a16:creationId xmlns:a16="http://schemas.microsoft.com/office/drawing/2014/main" id="{881ACB24-A94E-4DA6-98ED-273D97F3D1D1}"/>
              </a:ext>
            </a:extLst>
          </p:cNvPr>
          <p:cNvSpPr>
            <a:spLocks/>
          </p:cNvSpPr>
          <p:nvPr/>
        </p:nvSpPr>
        <p:spPr>
          <a:xfrm>
            <a:off x="11534775" y="2085975"/>
            <a:ext cx="3857625" cy="3733800"/>
          </a:xfrm>
          <a:prstGeom prst="roundRect">
            <a:avLst>
              <a:gd name="adj" fmla="val 3061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8" name="adapter_points_head">
            <a:extLst>
              <a:ext uri="{FF2B5EF4-FFF2-40B4-BE49-F238E27FC236}">
                <a16:creationId xmlns:a16="http://schemas.microsoft.com/office/drawing/2014/main" id="{98902CFE-D4B6-42AF-9A0F-7355E530EC34}"/>
              </a:ext>
            </a:extLst>
          </p:cNvPr>
          <p:cNvSpPr>
            <a:spLocks/>
          </p:cNvSpPr>
          <p:nvPr/>
        </p:nvSpPr>
        <p:spPr>
          <a:xfrm>
            <a:off x="11544300" y="2095500"/>
            <a:ext cx="3838575" cy="533400"/>
          </a:xfrm>
          <a:prstGeom prst="roundRect">
            <a:avLst>
              <a:gd name="adj" fmla="val 21429"/>
            </a:avLst>
          </a:prstGeom>
          <a:gradFill flip="none" rotWithShape="1">
            <a:gsLst>
              <a:gs pos="0">
                <a:srgbClr val="0070CD"/>
              </a:gs>
              <a:gs pos="100000">
                <a:srgbClr val="064A9D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10" name="adapter_group_bg">
            <a:extLst>
              <a:ext uri="{FF2B5EF4-FFF2-40B4-BE49-F238E27FC236}">
                <a16:creationId xmlns:a16="http://schemas.microsoft.com/office/drawing/2014/main" id="{CCEAF2DC-330A-4335-909E-9AA753CA0F7F}"/>
              </a:ext>
            </a:extLst>
          </p:cNvPr>
          <p:cNvSpPr>
            <a:spLocks/>
          </p:cNvSpPr>
          <p:nvPr/>
        </p:nvSpPr>
        <p:spPr>
          <a:xfrm>
            <a:off x="2324100" y="2924175"/>
            <a:ext cx="7105650" cy="1943100"/>
          </a:xfrm>
          <a:prstGeom prst="roundRect">
            <a:avLst>
              <a:gd name="adj" fmla="val 5882"/>
            </a:avLst>
          </a:prstGeom>
          <a:noFill/>
          <a:ln w="12383">
            <a:solidFill>
              <a:srgbClr val="0865BE"/>
            </a:solidFill>
            <a:prstDash val="dash"/>
          </a:ln>
        </p:spPr>
      </p:sp>
      <p:sp>
        <p:nvSpPr>
          <p:cNvPr id="35" name="equation_bg">
            <a:extLst>
              <a:ext uri="{FF2B5EF4-FFF2-40B4-BE49-F238E27FC236}">
                <a16:creationId xmlns:a16="http://schemas.microsoft.com/office/drawing/2014/main" id="{14556A45-B58F-4DD0-AE4F-7B83EF970AAF}"/>
              </a:ext>
            </a:extLst>
          </p:cNvPr>
          <p:cNvSpPr>
            <a:spLocks/>
          </p:cNvSpPr>
          <p:nvPr/>
        </p:nvSpPr>
        <p:spPr>
          <a:xfrm>
            <a:off x="533400" y="6019800"/>
            <a:ext cx="14859000" cy="1190625"/>
          </a:xfrm>
          <a:prstGeom prst="roundRect">
            <a:avLst>
              <a:gd name="adj" fmla="val 960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36" name="equation_head">
            <a:extLst>
              <a:ext uri="{FF2B5EF4-FFF2-40B4-BE49-F238E27FC236}">
                <a16:creationId xmlns:a16="http://schemas.microsoft.com/office/drawing/2014/main" id="{50D508E3-94A0-4C2F-99CC-EDC12DB3783A}"/>
              </a:ext>
            </a:extLst>
          </p:cNvPr>
          <p:cNvSpPr>
            <a:spLocks/>
          </p:cNvSpPr>
          <p:nvPr/>
        </p:nvSpPr>
        <p:spPr>
          <a:xfrm>
            <a:off x="542925" y="6029325"/>
            <a:ext cx="3314700" cy="1171575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38" name="equation_tint">
            <a:extLst>
              <a:ext uri="{FF2B5EF4-FFF2-40B4-BE49-F238E27FC236}">
                <a16:creationId xmlns:a16="http://schemas.microsoft.com/office/drawing/2014/main" id="{80B8CB5E-6718-45EC-9FD2-3240CC48D554}"/>
              </a:ext>
            </a:extLst>
          </p:cNvPr>
          <p:cNvSpPr>
            <a:spLocks/>
          </p:cNvSpPr>
          <p:nvPr/>
        </p:nvSpPr>
        <p:spPr>
          <a:xfrm>
            <a:off x="4848225" y="6143625"/>
            <a:ext cx="7762875" cy="923925"/>
          </a:xfrm>
          <a:prstGeom prst="roundRect">
            <a:avLst>
              <a:gd name="adj" fmla="val 12371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40" name="summary_bg">
            <a:extLst>
              <a:ext uri="{FF2B5EF4-FFF2-40B4-BE49-F238E27FC236}">
                <a16:creationId xmlns:a16="http://schemas.microsoft.com/office/drawing/2014/main" id="{CA4B3AAB-DF83-42AC-B7BC-08A74C012485}"/>
              </a:ext>
            </a:extLst>
          </p:cNvPr>
          <p:cNvSpPr>
            <a:spLocks/>
          </p:cNvSpPr>
          <p:nvPr/>
        </p:nvSpPr>
        <p:spPr>
          <a:xfrm>
            <a:off x="428625" y="7429500"/>
            <a:ext cx="15049500" cy="914400"/>
          </a:xfrm>
          <a:prstGeom prst="roundRect">
            <a:avLst>
              <a:gd name="adj" fmla="val 1250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42" name="adapter_footer_tag">
            <a:extLst>
              <a:ext uri="{FF2B5EF4-FFF2-40B4-BE49-F238E27FC236}">
                <a16:creationId xmlns:a16="http://schemas.microsoft.com/office/drawing/2014/main" id="{60DDECD3-7E97-4B16-84BE-452155141A04}"/>
              </a:ext>
            </a:extLst>
          </p:cNvPr>
          <p:cNvSpPr>
            <a:spLocks/>
          </p:cNvSpPr>
          <p:nvPr/>
        </p:nvSpPr>
        <p:spPr>
          <a:xfrm>
            <a:off x="533400" y="7429500"/>
            <a:ext cx="1762125" cy="914400"/>
          </a:xfrm>
          <a:prstGeom prst="roundRect">
            <a:avLst>
              <a:gd name="adj" fmla="val 12500"/>
            </a:avLst>
          </a:prstGeom>
          <a:solidFill>
            <a:srgbClr val="064A9D"/>
          </a:solidFill>
          <a:ln w="0">
            <a:noFill/>
          </a:ln>
        </p:spPr>
      </p:sp>
      <p:pic>
        <p:nvPicPr>
          <p:cNvPr id="86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sp>
        <p:nvSpPr>
          <p:cNvPr id="26" name="adapter_num_bg_0">
            <a:extLst>
              <a:ext uri="{FF2B5EF4-FFF2-40B4-BE49-F238E27FC236}">
                <a16:creationId xmlns:a16="http://schemas.microsoft.com/office/drawing/2014/main" id="{4D70CEBA-7F57-40F6-BA34-F47BDCD689A4}"/>
              </a:ext>
            </a:extLst>
          </p:cNvPr>
          <p:cNvSpPr>
            <a:spLocks/>
          </p:cNvSpPr>
          <p:nvPr/>
        </p:nvSpPr>
        <p:spPr>
          <a:xfrm>
            <a:off x="11782425" y="2990850"/>
            <a:ext cx="542925" cy="542925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9" name="adapter_num_bg_1">
            <a:extLst>
              <a:ext uri="{FF2B5EF4-FFF2-40B4-BE49-F238E27FC236}">
                <a16:creationId xmlns:a16="http://schemas.microsoft.com/office/drawing/2014/main" id="{833F3475-C108-4F2B-AF05-4AB7477EC091}"/>
              </a:ext>
            </a:extLst>
          </p:cNvPr>
          <p:cNvSpPr>
            <a:spLocks/>
          </p:cNvSpPr>
          <p:nvPr/>
        </p:nvSpPr>
        <p:spPr>
          <a:xfrm>
            <a:off x="11782425" y="3838575"/>
            <a:ext cx="542925" cy="542925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2" name="adapter_num_bg_2">
            <a:extLst>
              <a:ext uri="{FF2B5EF4-FFF2-40B4-BE49-F238E27FC236}">
                <a16:creationId xmlns:a16="http://schemas.microsoft.com/office/drawing/2014/main" id="{5D988259-6ECC-44F4-9DAC-4D20992D127E}"/>
              </a:ext>
            </a:extLst>
          </p:cNvPr>
          <p:cNvSpPr>
            <a:spLocks/>
          </p:cNvSpPr>
          <p:nvPr/>
        </p:nvSpPr>
        <p:spPr>
          <a:xfrm>
            <a:off x="11782425" y="4686300"/>
            <a:ext cx="542925" cy="542925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cxnSp>
        <p:nvCxnSpPr>
          <p:cNvPr id="43" name="header_rule">
            <a:extLst>
              <a:ext uri="{FF2B5EF4-FFF2-40B4-BE49-F238E27FC236}">
                <a16:creationId xmlns:a16="http://schemas.microsoft.com/office/drawing/2014/main" id="{CCEA8683-3C1C-9DE2-1102-D464B2DA4D27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header_accent">
            <a:extLst>
              <a:ext uri="{FF2B5EF4-FFF2-40B4-BE49-F238E27FC236}">
                <a16:creationId xmlns:a16="http://schemas.microsoft.com/office/drawing/2014/main" id="{285A7E58-7E2A-DBB7-E73E-F8C0D142A6E5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footer_rule">
            <a:extLst>
              <a:ext uri="{FF2B5EF4-FFF2-40B4-BE49-F238E27FC236}">
                <a16:creationId xmlns:a16="http://schemas.microsoft.com/office/drawing/2014/main" id="{F91E06F7-382F-23D3-0C1F-FD2DD7BE0753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dapter_identity_1">
            <a:extLst>
              <a:ext uri="{FF2B5EF4-FFF2-40B4-BE49-F238E27FC236}">
                <a16:creationId xmlns:a16="http://schemas.microsoft.com/office/drawing/2014/main" id="{1D9AC393-264B-355D-8A23-18D40E708C53}"/>
              </a:ext>
            </a:extLst>
          </p:cNvPr>
          <p:cNvCxnSpPr/>
          <p:nvPr/>
        </p:nvCxnSpPr>
        <p:spPr>
          <a:xfrm>
            <a:off x="1362075" y="4591050"/>
            <a:ext cx="0" cy="619125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dapter_identity_2">
            <a:extLst>
              <a:ext uri="{FF2B5EF4-FFF2-40B4-BE49-F238E27FC236}">
                <a16:creationId xmlns:a16="http://schemas.microsoft.com/office/drawing/2014/main" id="{15022402-3177-2CB0-04CD-5BE73F326CB8}"/>
              </a:ext>
            </a:extLst>
          </p:cNvPr>
          <p:cNvCxnSpPr/>
          <p:nvPr/>
        </p:nvCxnSpPr>
        <p:spPr>
          <a:xfrm>
            <a:off x="1362075" y="5210175"/>
            <a:ext cx="8067675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adapter_identity_3">
            <a:extLst>
              <a:ext uri="{FF2B5EF4-FFF2-40B4-BE49-F238E27FC236}">
                <a16:creationId xmlns:a16="http://schemas.microsoft.com/office/drawing/2014/main" id="{22685123-DEB6-4FCD-A42B-2883C03FAAA7}"/>
              </a:ext>
            </a:extLst>
          </p:cNvPr>
          <p:cNvCxnSpPr/>
          <p:nvPr/>
        </p:nvCxnSpPr>
        <p:spPr>
          <a:xfrm flipV="1">
            <a:off x="9429750" y="4391025"/>
            <a:ext cx="0" cy="81915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adapter_footer_sep">
            <a:extLst>
              <a:ext uri="{FF2B5EF4-FFF2-40B4-BE49-F238E27FC236}">
                <a16:creationId xmlns:a16="http://schemas.microsoft.com/office/drawing/2014/main" id="{1937058B-7650-8CD7-D358-6847CBF4612C}"/>
              </a:ext>
            </a:extLst>
          </p:cNvPr>
          <p:cNvCxnSpPr/>
          <p:nvPr/>
        </p:nvCxnSpPr>
        <p:spPr>
          <a:xfrm>
            <a:off x="2562225" y="7696200"/>
            <a:ext cx="0" cy="371475"/>
          </a:xfrm>
          <a:prstGeom prst="line">
            <a:avLst/>
          </a:prstGeom>
          <a:ln w="14288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_0">
            <a:extLst>
              <a:ext uri="{FF2B5EF4-FFF2-40B4-BE49-F238E27FC236}">
                <a16:creationId xmlns:a16="http://schemas.microsoft.com/office/drawing/2014/main" id="{93DAC60D-0722-C73B-75C5-A8A110EBD33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1914525" y="4095750"/>
            <a:ext cx="62865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_1">
            <a:extLst>
              <a:ext uri="{FF2B5EF4-FFF2-40B4-BE49-F238E27FC236}">
                <a16:creationId xmlns:a16="http://schemas.microsoft.com/office/drawing/2014/main" id="{281393AB-05AE-1562-7C84-60D2C71164E0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924300" y="4095750"/>
            <a:ext cx="314325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_2">
            <a:extLst>
              <a:ext uri="{FF2B5EF4-FFF2-40B4-BE49-F238E27FC236}">
                <a16:creationId xmlns:a16="http://schemas.microsoft.com/office/drawing/2014/main" id="{6635468A-9097-F144-5149-DD11B9E2C929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619750" y="4095750"/>
            <a:ext cx="30480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_3">
            <a:extLst>
              <a:ext uri="{FF2B5EF4-FFF2-40B4-BE49-F238E27FC236}">
                <a16:creationId xmlns:a16="http://schemas.microsoft.com/office/drawing/2014/main" id="{D6183F9C-DFDD-E84D-3108-C94B6D49A145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7172325" y="4095750"/>
            <a:ext cx="295275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_4">
            <a:extLst>
              <a:ext uri="{FF2B5EF4-FFF2-40B4-BE49-F238E27FC236}">
                <a16:creationId xmlns:a16="http://schemas.microsoft.com/office/drawing/2014/main" id="{07D849F5-5F1E-B0D2-8AC1-560384F22ABE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 flipV="1">
            <a:off x="8848725" y="3821918"/>
            <a:ext cx="345293" cy="273832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_5">
            <a:extLst>
              <a:ext uri="{FF2B5EF4-FFF2-40B4-BE49-F238E27FC236}">
                <a16:creationId xmlns:a16="http://schemas.microsoft.com/office/drawing/2014/main" id="{3BD8FC49-5B8D-31AA-3E43-465A93E4E93B}"/>
              </a:ext>
            </a:extLst>
          </p:cNvPr>
          <p:cNvCxnSpPr>
            <a:cxnSpLocks/>
            <a:stCxn id="24" idx="3"/>
            <a:endCxn id="22" idx="1"/>
          </p:cNvCxnSpPr>
          <p:nvPr/>
        </p:nvCxnSpPr>
        <p:spPr>
          <a:xfrm flipV="1">
            <a:off x="9194018" y="4095750"/>
            <a:ext cx="969157" cy="197632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lide_title">
            <a:extLst>
              <a:ext uri="{FF2B5EF4-FFF2-40B4-BE49-F238E27FC236}">
                <a16:creationId xmlns:a16="http://schemas.microsoft.com/office/drawing/2014/main" id="{95152F1F-C54F-46F0-B94E-1B275E5607DD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任务专属残差适配器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403E81DF-B159-42F9-B434-02E2D90B9887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B5A83621-62F1-42D5-B05B-3CB287EE10A3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09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adapter_panel_heading">
            <a:extLst>
              <a:ext uri="{FF2B5EF4-FFF2-40B4-BE49-F238E27FC236}">
                <a16:creationId xmlns:a16="http://schemas.microsoft.com/office/drawing/2014/main" id="{B08920D0-CB62-41F0-94DF-FB7CFB5594DD}"/>
              </a:ext>
            </a:extLst>
          </p:cNvPr>
          <p:cNvSpPr>
            <a:spLocks/>
          </p:cNvSpPr>
          <p:nvPr/>
        </p:nvSpPr>
        <p:spPr>
          <a:xfrm>
            <a:off x="676275" y="213360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任务专属残差适配器结构</a:t>
            </a:r>
            <a:endParaRPr sz="25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adapter_points_heading">
            <a:extLst>
              <a:ext uri="{FF2B5EF4-FFF2-40B4-BE49-F238E27FC236}">
                <a16:creationId xmlns:a16="http://schemas.microsoft.com/office/drawing/2014/main" id="{9F56BD78-B1C6-465D-8915-6F87CE0D46B7}"/>
              </a:ext>
            </a:extLst>
          </p:cNvPr>
          <p:cNvSpPr>
            <a:spLocks/>
          </p:cNvSpPr>
          <p:nvPr/>
        </p:nvSpPr>
        <p:spPr>
          <a:xfrm>
            <a:off x="11677650" y="2133600"/>
            <a:ext cx="3571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关键设计要点</a:t>
            </a:r>
            <a:endParaRPr sz="25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adapter_group_label">
            <a:extLst>
              <a:ext uri="{FF2B5EF4-FFF2-40B4-BE49-F238E27FC236}">
                <a16:creationId xmlns:a16="http://schemas.microsoft.com/office/drawing/2014/main" id="{F15D2556-2C49-4EF1-962A-1A76A267C8BC}"/>
              </a:ext>
            </a:extLst>
          </p:cNvPr>
          <p:cNvSpPr>
            <a:spLocks/>
          </p:cNvSpPr>
          <p:nvPr/>
        </p:nvSpPr>
        <p:spPr>
          <a:xfrm>
            <a:off x="3038475" y="3057525"/>
            <a:ext cx="54578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75" b="1">
                <a:solidFill>
                  <a:srgbClr val="0865B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775" b="1">
                <a:solidFill>
                  <a:srgbClr val="0865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Adapter_task(G)</a:t>
            </a:r>
            <a:endParaRPr sz="2775" b="1">
              <a:solidFill>
                <a:srgbClr val="0865B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57" name="module_ag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7CF6EAF-CE97-40CD-3E36-BBA5E423028C}"/>
              </a:ext>
            </a:extLst>
          </p:cNvPr>
          <p:cNvGrpSpPr/>
          <p:nvPr/>
        </p:nvGrpSpPr>
        <p:grpSpPr>
          <a:xfrm>
            <a:off x="790575" y="3600450"/>
            <a:ext cx="1123950" cy="990600"/>
            <a:chOff x="790575" y="3600450"/>
            <a:chExt cx="1123950" cy="990600"/>
          </a:xfrm>
        </p:grpSpPr>
        <p:sp>
          <p:nvSpPr>
            <p:cNvPr id="12" name="ag_bg">
              <a:extLst>
                <a:ext uri="{FF2B5EF4-FFF2-40B4-BE49-F238E27FC236}">
                  <a16:creationId xmlns:a16="http://schemas.microsoft.com/office/drawing/2014/main" id="{7783F882-BF60-4E80-A074-68771F9F990C}"/>
                </a:ext>
              </a:extLst>
            </p:cNvPr>
            <p:cNvSpPr>
              <a:spLocks/>
            </p:cNvSpPr>
            <p:nvPr/>
          </p:nvSpPr>
          <p:spPr>
            <a:xfrm>
              <a:off x="790575" y="3600450"/>
              <a:ext cx="1123950" cy="990600"/>
            </a:xfrm>
            <a:prstGeom prst="roundRect">
              <a:avLst>
                <a:gd name="adj" fmla="val 115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3" name="ag_text">
              <a:extLst>
                <a:ext uri="{FF2B5EF4-FFF2-40B4-BE49-F238E27FC236}">
                  <a16:creationId xmlns:a16="http://schemas.microsoft.com/office/drawing/2014/main" id="{06A1A0F7-3756-4736-B3F5-24138B36CEBC}"/>
                </a:ext>
              </a:extLst>
            </p:cNvPr>
            <p:cNvSpPr>
              <a:spLocks/>
            </p:cNvSpPr>
            <p:nvPr/>
          </p:nvSpPr>
          <p:spPr>
            <a:xfrm>
              <a:off x="857250" y="3629025"/>
              <a:ext cx="990600" cy="933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G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256</a:t>
              </a: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维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8" name="module_aln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9F02DA6-2996-8383-8D0F-BDC2F30E4E17}"/>
              </a:ext>
            </a:extLst>
          </p:cNvPr>
          <p:cNvGrpSpPr/>
          <p:nvPr/>
        </p:nvGrpSpPr>
        <p:grpSpPr>
          <a:xfrm>
            <a:off x="2543175" y="3600450"/>
            <a:ext cx="1381125" cy="990600"/>
            <a:chOff x="2543175" y="3600450"/>
            <a:chExt cx="1381125" cy="990600"/>
          </a:xfrm>
        </p:grpSpPr>
        <p:sp>
          <p:nvSpPr>
            <p:cNvPr id="14" name="aln_bg">
              <a:extLst>
                <a:ext uri="{FF2B5EF4-FFF2-40B4-BE49-F238E27FC236}">
                  <a16:creationId xmlns:a16="http://schemas.microsoft.com/office/drawing/2014/main" id="{5F0BCE0A-AAAD-4FBD-B71E-EBA7FBCEE041}"/>
                </a:ext>
              </a:extLst>
            </p:cNvPr>
            <p:cNvSpPr>
              <a:spLocks/>
            </p:cNvSpPr>
            <p:nvPr/>
          </p:nvSpPr>
          <p:spPr>
            <a:xfrm>
              <a:off x="2543175" y="3600450"/>
              <a:ext cx="1381125" cy="990600"/>
            </a:xfrm>
            <a:prstGeom prst="roundRect">
              <a:avLst>
                <a:gd name="adj" fmla="val 115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5" name="aln_text">
              <a:extLst>
                <a:ext uri="{FF2B5EF4-FFF2-40B4-BE49-F238E27FC236}">
                  <a16:creationId xmlns:a16="http://schemas.microsoft.com/office/drawing/2014/main" id="{009BF4FE-58B8-43B9-AB6B-428C34F2925F}"/>
                </a:ext>
              </a:extLst>
            </p:cNvPr>
            <p:cNvSpPr>
              <a:spLocks/>
            </p:cNvSpPr>
            <p:nvPr/>
          </p:nvSpPr>
          <p:spPr>
            <a:xfrm>
              <a:off x="2609850" y="3629025"/>
              <a:ext cx="1247775" cy="933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LayerNorm</a:t>
              </a:r>
              <a:endParaRPr sz="15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9" name="module_afc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9FB30F1-7B6D-2955-431A-2058578037D7}"/>
              </a:ext>
            </a:extLst>
          </p:cNvPr>
          <p:cNvGrpSpPr/>
          <p:nvPr/>
        </p:nvGrpSpPr>
        <p:grpSpPr>
          <a:xfrm>
            <a:off x="4238625" y="3600450"/>
            <a:ext cx="1381125" cy="990600"/>
            <a:chOff x="4238625" y="3600450"/>
            <a:chExt cx="1381125" cy="990600"/>
          </a:xfrm>
        </p:grpSpPr>
        <p:sp>
          <p:nvSpPr>
            <p:cNvPr id="16" name="afc1_bg">
              <a:extLst>
                <a:ext uri="{FF2B5EF4-FFF2-40B4-BE49-F238E27FC236}">
                  <a16:creationId xmlns:a16="http://schemas.microsoft.com/office/drawing/2014/main" id="{28F47B0F-5CD7-489D-B0FE-FBB39FEEA59D}"/>
                </a:ext>
              </a:extLst>
            </p:cNvPr>
            <p:cNvSpPr>
              <a:spLocks/>
            </p:cNvSpPr>
            <p:nvPr/>
          </p:nvSpPr>
          <p:spPr>
            <a:xfrm>
              <a:off x="4238625" y="3600450"/>
              <a:ext cx="1381125" cy="990600"/>
            </a:xfrm>
            <a:prstGeom prst="roundRect">
              <a:avLst>
                <a:gd name="adj" fmla="val 115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7" name="afc1_text">
              <a:extLst>
                <a:ext uri="{FF2B5EF4-FFF2-40B4-BE49-F238E27FC236}">
                  <a16:creationId xmlns:a16="http://schemas.microsoft.com/office/drawing/2014/main" id="{AD608240-0694-4291-8744-107B560FD168}"/>
                </a:ext>
              </a:extLst>
            </p:cNvPr>
            <p:cNvSpPr>
              <a:spLocks/>
            </p:cNvSpPr>
            <p:nvPr/>
          </p:nvSpPr>
          <p:spPr>
            <a:xfrm>
              <a:off x="4305300" y="3629025"/>
              <a:ext cx="1247775" cy="933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FC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256→64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0" name="module_agelu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7998E81-0C8C-4286-AAFD-61B29843736D}"/>
              </a:ext>
            </a:extLst>
          </p:cNvPr>
          <p:cNvGrpSpPr/>
          <p:nvPr/>
        </p:nvGrpSpPr>
        <p:grpSpPr>
          <a:xfrm>
            <a:off x="5924550" y="3600450"/>
            <a:ext cx="1247775" cy="990600"/>
            <a:chOff x="5924550" y="3600450"/>
            <a:chExt cx="1247775" cy="990600"/>
          </a:xfrm>
        </p:grpSpPr>
        <p:sp>
          <p:nvSpPr>
            <p:cNvPr id="18" name="agelu_bg">
              <a:extLst>
                <a:ext uri="{FF2B5EF4-FFF2-40B4-BE49-F238E27FC236}">
                  <a16:creationId xmlns:a16="http://schemas.microsoft.com/office/drawing/2014/main" id="{01475007-023C-473B-89D4-33CBD13FB886}"/>
                </a:ext>
              </a:extLst>
            </p:cNvPr>
            <p:cNvSpPr>
              <a:spLocks/>
            </p:cNvSpPr>
            <p:nvPr/>
          </p:nvSpPr>
          <p:spPr>
            <a:xfrm>
              <a:off x="5924550" y="3600450"/>
              <a:ext cx="1247775" cy="990600"/>
            </a:xfrm>
            <a:prstGeom prst="roundRect">
              <a:avLst>
                <a:gd name="adj" fmla="val 115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9" name="agelu_text">
              <a:extLst>
                <a:ext uri="{FF2B5EF4-FFF2-40B4-BE49-F238E27FC236}">
                  <a16:creationId xmlns:a16="http://schemas.microsoft.com/office/drawing/2014/main" id="{52AF6D23-D5B2-41C0-B549-5345195C1201}"/>
                </a:ext>
              </a:extLst>
            </p:cNvPr>
            <p:cNvSpPr>
              <a:spLocks/>
            </p:cNvSpPr>
            <p:nvPr/>
          </p:nvSpPr>
          <p:spPr>
            <a:xfrm>
              <a:off x="5991225" y="3629025"/>
              <a:ext cx="1114425" cy="933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GELU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1" name="module_afc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A8A81F4-3251-9269-3127-2BD48AE9594E}"/>
              </a:ext>
            </a:extLst>
          </p:cNvPr>
          <p:cNvGrpSpPr/>
          <p:nvPr/>
        </p:nvGrpSpPr>
        <p:grpSpPr>
          <a:xfrm>
            <a:off x="7467600" y="3600450"/>
            <a:ext cx="1381125" cy="990600"/>
            <a:chOff x="7467600" y="3600450"/>
            <a:chExt cx="1381125" cy="990600"/>
          </a:xfrm>
        </p:grpSpPr>
        <p:sp>
          <p:nvSpPr>
            <p:cNvPr id="20" name="afc2_bg">
              <a:extLst>
                <a:ext uri="{FF2B5EF4-FFF2-40B4-BE49-F238E27FC236}">
                  <a16:creationId xmlns:a16="http://schemas.microsoft.com/office/drawing/2014/main" id="{E8A1C6FA-9862-45D5-B546-1E3EB1F1AFF8}"/>
                </a:ext>
              </a:extLst>
            </p:cNvPr>
            <p:cNvSpPr>
              <a:spLocks/>
            </p:cNvSpPr>
            <p:nvPr/>
          </p:nvSpPr>
          <p:spPr>
            <a:xfrm>
              <a:off x="7467600" y="3600450"/>
              <a:ext cx="1381125" cy="990600"/>
            </a:xfrm>
            <a:prstGeom prst="roundRect">
              <a:avLst>
                <a:gd name="adj" fmla="val 115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1" name="afc2_text">
              <a:extLst>
                <a:ext uri="{FF2B5EF4-FFF2-40B4-BE49-F238E27FC236}">
                  <a16:creationId xmlns:a16="http://schemas.microsoft.com/office/drawing/2014/main" id="{994A8460-A714-4607-955C-34E67C95F6CC}"/>
                </a:ext>
              </a:extLst>
            </p:cNvPr>
            <p:cNvSpPr>
              <a:spLocks/>
            </p:cNvSpPr>
            <p:nvPr/>
          </p:nvSpPr>
          <p:spPr>
            <a:xfrm>
              <a:off x="7534275" y="3629025"/>
              <a:ext cx="1247775" cy="933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FC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64→256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2" name="module_az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48D4940-34A8-48C0-B6CB-9D4D6245EC0E}"/>
              </a:ext>
            </a:extLst>
          </p:cNvPr>
          <p:cNvGrpSpPr/>
          <p:nvPr/>
        </p:nvGrpSpPr>
        <p:grpSpPr>
          <a:xfrm>
            <a:off x="10163175" y="3600450"/>
            <a:ext cx="1133475" cy="990600"/>
            <a:chOff x="10163175" y="3600450"/>
            <a:chExt cx="1133475" cy="990600"/>
          </a:xfrm>
        </p:grpSpPr>
        <p:sp>
          <p:nvSpPr>
            <p:cNvPr id="22" name="az_bg">
              <a:extLst>
                <a:ext uri="{FF2B5EF4-FFF2-40B4-BE49-F238E27FC236}">
                  <a16:creationId xmlns:a16="http://schemas.microsoft.com/office/drawing/2014/main" id="{402128A7-2E5E-4BC3-9C3C-CC9996588821}"/>
                </a:ext>
              </a:extLst>
            </p:cNvPr>
            <p:cNvSpPr>
              <a:spLocks/>
            </p:cNvSpPr>
            <p:nvPr/>
          </p:nvSpPr>
          <p:spPr>
            <a:xfrm>
              <a:off x="10163175" y="3600450"/>
              <a:ext cx="1133475" cy="990600"/>
            </a:xfrm>
            <a:prstGeom prst="roundRect">
              <a:avLst>
                <a:gd name="adj" fmla="val 115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3" name="az_text">
              <a:extLst>
                <a:ext uri="{FF2B5EF4-FFF2-40B4-BE49-F238E27FC236}">
                  <a16:creationId xmlns:a16="http://schemas.microsoft.com/office/drawing/2014/main" id="{04A0CF21-BD04-4592-BE9E-FB8B3A9F0EBC}"/>
                </a:ext>
              </a:extLst>
            </p:cNvPr>
            <p:cNvSpPr>
              <a:spLocks/>
            </p:cNvSpPr>
            <p:nvPr/>
          </p:nvSpPr>
          <p:spPr>
            <a:xfrm>
              <a:off x="10229850" y="3629025"/>
              <a:ext cx="1000125" cy="933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z_task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256</a:t>
              </a: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维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3" name="module_adapter_sum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384A1EF-2C53-1189-1E74-1F3A3ED417A1}"/>
              </a:ext>
            </a:extLst>
          </p:cNvPr>
          <p:cNvGrpSpPr/>
          <p:nvPr/>
        </p:nvGrpSpPr>
        <p:grpSpPr>
          <a:xfrm>
            <a:off x="9096375" y="3724275"/>
            <a:ext cx="666750" cy="666750"/>
            <a:chOff x="9096375" y="3724275"/>
            <a:chExt cx="666750" cy="666750"/>
          </a:xfrm>
        </p:grpSpPr>
        <p:sp>
          <p:nvSpPr>
            <p:cNvPr id="24" name="adapter_sum_bg">
              <a:extLst>
                <a:ext uri="{FF2B5EF4-FFF2-40B4-BE49-F238E27FC236}">
                  <a16:creationId xmlns:a16="http://schemas.microsoft.com/office/drawing/2014/main" id="{1AEAEED6-44CA-4127-9FF7-FC11C219ADDF}"/>
                </a:ext>
              </a:extLst>
            </p:cNvPr>
            <p:cNvSpPr>
              <a:spLocks/>
            </p:cNvSpPr>
            <p:nvPr/>
          </p:nvSpPr>
          <p:spPr>
            <a:xfrm>
              <a:off x="9096375" y="3724275"/>
              <a:ext cx="666750" cy="666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865BE"/>
              </a:solidFill>
            </a:ln>
          </p:spPr>
        </p:sp>
        <p:sp>
          <p:nvSpPr>
            <p:cNvPr id="25" name="adapter_sum_text">
              <a:extLst>
                <a:ext uri="{FF2B5EF4-FFF2-40B4-BE49-F238E27FC236}">
                  <a16:creationId xmlns:a16="http://schemas.microsoft.com/office/drawing/2014/main" id="{3F6BD750-AA4C-4B16-BA67-9B22CDC57730}"/>
                </a:ext>
              </a:extLst>
            </p:cNvPr>
            <p:cNvSpPr>
              <a:spLocks/>
            </p:cNvSpPr>
            <p:nvPr/>
          </p:nvSpPr>
          <p:spPr>
            <a:xfrm>
              <a:off x="9096375" y="3752850"/>
              <a:ext cx="666750" cy="590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675" b="1">
                  <a:solidFill>
                    <a:srgbClr val="0865B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3675" b="1">
                  <a:solidFill>
                    <a:srgbClr val="0865BE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+</a:t>
              </a:r>
              <a:endParaRPr sz="3675" b="1">
                <a:solidFill>
                  <a:srgbClr val="0865B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27" name="adapter_num_0">
            <a:extLst>
              <a:ext uri="{FF2B5EF4-FFF2-40B4-BE49-F238E27FC236}">
                <a16:creationId xmlns:a16="http://schemas.microsoft.com/office/drawing/2014/main" id="{18354BFA-2684-4FAC-9A4A-961A15707893}"/>
              </a:ext>
            </a:extLst>
          </p:cNvPr>
          <p:cNvSpPr>
            <a:spLocks/>
          </p:cNvSpPr>
          <p:nvPr/>
        </p:nvSpPr>
        <p:spPr>
          <a:xfrm>
            <a:off x="11782425" y="3028950"/>
            <a:ext cx="5429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6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  <a:endParaRPr sz="262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8" name="text_0">
            <a:extLst>
              <a:ext uri="{FF2B5EF4-FFF2-40B4-BE49-F238E27FC236}">
                <a16:creationId xmlns:a16="http://schemas.microsoft.com/office/drawing/2014/main" id="{F6E34ED2-4156-4005-9F2A-920F2582A94B}"/>
              </a:ext>
            </a:extLst>
          </p:cNvPr>
          <p:cNvSpPr>
            <a:spLocks/>
          </p:cNvSpPr>
          <p:nvPr/>
        </p:nvSpPr>
        <p:spPr>
          <a:xfrm>
            <a:off x="12496800" y="3048000"/>
            <a:ext cx="2647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结构相同，参数独立</a:t>
            </a:r>
            <a:endParaRPr sz="21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0" name="adapter_num_1">
            <a:extLst>
              <a:ext uri="{FF2B5EF4-FFF2-40B4-BE49-F238E27FC236}">
                <a16:creationId xmlns:a16="http://schemas.microsoft.com/office/drawing/2014/main" id="{738A5B4B-C13B-4A08-948E-CCE98990382D}"/>
              </a:ext>
            </a:extLst>
          </p:cNvPr>
          <p:cNvSpPr>
            <a:spLocks/>
          </p:cNvSpPr>
          <p:nvPr/>
        </p:nvSpPr>
        <p:spPr>
          <a:xfrm>
            <a:off x="11782425" y="3876675"/>
            <a:ext cx="5429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6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</a:t>
            </a:r>
            <a:endParaRPr sz="262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1" name="text_1">
            <a:extLst>
              <a:ext uri="{FF2B5EF4-FFF2-40B4-BE49-F238E27FC236}">
                <a16:creationId xmlns:a16="http://schemas.microsoft.com/office/drawing/2014/main" id="{D13CB137-50CC-4F6C-BB18-A6D2F8B06CA6}"/>
              </a:ext>
            </a:extLst>
          </p:cNvPr>
          <p:cNvSpPr>
            <a:spLocks/>
          </p:cNvSpPr>
          <p:nvPr/>
        </p:nvSpPr>
        <p:spPr>
          <a:xfrm>
            <a:off x="12496800" y="3895725"/>
            <a:ext cx="2647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末端</a:t>
            </a:r>
            <a:r>
              <a:rPr 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FC</a:t>
            </a: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零初始化</a:t>
            </a:r>
            <a:endParaRPr sz="21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3" name="adapter_num_2">
            <a:extLst>
              <a:ext uri="{FF2B5EF4-FFF2-40B4-BE49-F238E27FC236}">
                <a16:creationId xmlns:a16="http://schemas.microsoft.com/office/drawing/2014/main" id="{624DE483-9564-446D-B06D-2452DD957E01}"/>
              </a:ext>
            </a:extLst>
          </p:cNvPr>
          <p:cNvSpPr>
            <a:spLocks/>
          </p:cNvSpPr>
          <p:nvPr/>
        </p:nvSpPr>
        <p:spPr>
          <a:xfrm>
            <a:off x="11782425" y="4724400"/>
            <a:ext cx="5429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6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3</a:t>
            </a:r>
            <a:endParaRPr sz="262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4" name="text_2">
            <a:extLst>
              <a:ext uri="{FF2B5EF4-FFF2-40B4-BE49-F238E27FC236}">
                <a16:creationId xmlns:a16="http://schemas.microsoft.com/office/drawing/2014/main" id="{C31A89D0-4682-4280-A502-E3C59D4B768F}"/>
              </a:ext>
            </a:extLst>
          </p:cNvPr>
          <p:cNvSpPr>
            <a:spLocks/>
          </p:cNvSpPr>
          <p:nvPr/>
        </p:nvSpPr>
        <p:spPr>
          <a:xfrm>
            <a:off x="12496800" y="4743450"/>
            <a:ext cx="2647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初始保留共享表征</a:t>
            </a:r>
            <a:endParaRPr sz="21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7" name="equation_heading">
            <a:extLst>
              <a:ext uri="{FF2B5EF4-FFF2-40B4-BE49-F238E27FC236}">
                <a16:creationId xmlns:a16="http://schemas.microsoft.com/office/drawing/2014/main" id="{B9055AEA-FB31-4D10-954B-BB7ACB63B98A}"/>
              </a:ext>
            </a:extLst>
          </p:cNvPr>
          <p:cNvSpPr>
            <a:spLocks/>
          </p:cNvSpPr>
          <p:nvPr/>
        </p:nvSpPr>
        <p:spPr>
          <a:xfrm>
            <a:off x="695325" y="6229350"/>
            <a:ext cx="30099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数学表达式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9" name="equation_text">
            <a:extLst>
              <a:ext uri="{FF2B5EF4-FFF2-40B4-BE49-F238E27FC236}">
                <a16:creationId xmlns:a16="http://schemas.microsoft.com/office/drawing/2014/main" id="{6190432F-562F-4252-87ED-90E356D0063A}"/>
              </a:ext>
            </a:extLst>
          </p:cNvPr>
          <p:cNvSpPr>
            <a:spLocks/>
          </p:cNvSpPr>
          <p:nvPr/>
        </p:nvSpPr>
        <p:spPr>
          <a:xfrm>
            <a:off x="5067300" y="6191250"/>
            <a:ext cx="73342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nb-NO" sz="27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z_task = G + Adapter_task(G)</a:t>
            </a:r>
            <a:endParaRPr sz="27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1" name="summary_text">
            <a:extLst>
              <a:ext uri="{FF2B5EF4-FFF2-40B4-BE49-F238E27FC236}">
                <a16:creationId xmlns:a16="http://schemas.microsoft.com/office/drawing/2014/main" id="{6220B936-5C1F-41A0-9FB2-DB96BF4FDE3D}"/>
              </a:ext>
            </a:extLst>
          </p:cNvPr>
          <p:cNvSpPr>
            <a:spLocks/>
          </p:cNvSpPr>
          <p:nvPr/>
        </p:nvSpPr>
        <p:spPr>
          <a:xfrm>
            <a:off x="3048000" y="7562850"/>
            <a:ext cx="11811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通过残差适配学习任</a:t>
            </a:r>
            <a:r>
              <a:rPr lang="zh-CN" altLang="en-US" sz="27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务专属特征</a:t>
            </a:r>
            <a:endParaRPr sz="27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1356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x_container">
            <a:extLst>
              <a:ext uri="{FF2B5EF4-FFF2-40B4-BE49-F238E27FC236}">
                <a16:creationId xmlns:a16="http://schemas.microsoft.com/office/drawing/2014/main" id="{87E0CB4A-FAA9-4E16-9869-F79E88EE1740}"/>
              </a:ext>
            </a:extLst>
          </p:cNvPr>
          <p:cNvSpPr>
            <a:spLocks/>
          </p:cNvSpPr>
          <p:nvPr/>
        </p:nvSpPr>
        <p:spPr>
          <a:xfrm>
            <a:off x="457200" y="2181225"/>
            <a:ext cx="9658350" cy="4695825"/>
          </a:xfrm>
          <a:prstGeom prst="roundRect">
            <a:avLst>
              <a:gd name="adj" fmla="val 2434"/>
            </a:avLst>
          </a:prstGeom>
          <a:noFill/>
          <a:ln w="12383">
            <a:solidFill>
              <a:srgbClr val="DABD55"/>
            </a:solidFill>
            <a:prstDash val="dash"/>
          </a:ln>
        </p:spPr>
      </p:sp>
      <p:sp>
        <p:nvSpPr>
          <p:cNvPr id="5" name="aux_title_bg">
            <a:extLst>
              <a:ext uri="{FF2B5EF4-FFF2-40B4-BE49-F238E27FC236}">
                <a16:creationId xmlns:a16="http://schemas.microsoft.com/office/drawing/2014/main" id="{3C0D56ED-EA9D-4254-A810-1C1D8746D4FD}"/>
              </a:ext>
            </a:extLst>
          </p:cNvPr>
          <p:cNvSpPr>
            <a:spLocks/>
          </p:cNvSpPr>
          <p:nvPr/>
        </p:nvSpPr>
        <p:spPr>
          <a:xfrm>
            <a:off x="647700" y="2038350"/>
            <a:ext cx="6953250" cy="714375"/>
          </a:xfrm>
          <a:prstGeom prst="roundRect">
            <a:avLst>
              <a:gd name="adj" fmla="val 16000"/>
            </a:avLst>
          </a:prstGeom>
          <a:solidFill>
            <a:srgbClr val="FFF1C7"/>
          </a:solidFill>
          <a:ln w="0">
            <a:noFill/>
          </a:ln>
        </p:spPr>
      </p:sp>
      <p:sp>
        <p:nvSpPr>
          <p:cNvPr id="33" name="state_title">
            <a:extLst>
              <a:ext uri="{FF2B5EF4-FFF2-40B4-BE49-F238E27FC236}">
                <a16:creationId xmlns:a16="http://schemas.microsoft.com/office/drawing/2014/main" id="{12462F93-9500-4C7B-8994-D963F14A2203}"/>
              </a:ext>
            </a:extLst>
          </p:cNvPr>
          <p:cNvSpPr>
            <a:spLocks/>
          </p:cNvSpPr>
          <p:nvPr/>
        </p:nvSpPr>
        <p:spPr>
          <a:xfrm>
            <a:off x="10487025" y="2076450"/>
            <a:ext cx="4981575" cy="666750"/>
          </a:xfrm>
          <a:prstGeom prst="roundRect">
            <a:avLst>
              <a:gd name="adj" fmla="val 17143"/>
            </a:avLst>
          </a:prstGeom>
          <a:solidFill>
            <a:srgbClr val="EAF6FD"/>
          </a:solidFill>
          <a:ln w="0">
            <a:noFill/>
          </a:ln>
        </p:spPr>
      </p:sp>
      <p:grpSp>
        <p:nvGrpSpPr>
          <p:cNvPr id="75" name="module_states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AB801C7-A2AB-696E-EC2F-C5709180D331}"/>
              </a:ext>
            </a:extLst>
          </p:cNvPr>
          <p:cNvGrpSpPr/>
          <p:nvPr/>
        </p:nvGrpSpPr>
        <p:grpSpPr>
          <a:xfrm>
            <a:off x="10487025" y="2876550"/>
            <a:ext cx="1666875" cy="847725"/>
            <a:chOff x="10487025" y="2876550"/>
            <a:chExt cx="1666875" cy="847725"/>
          </a:xfrm>
        </p:grpSpPr>
        <p:sp>
          <p:nvSpPr>
            <p:cNvPr id="35" name="states_0_0_bg">
              <a:extLst>
                <a:ext uri="{FF2B5EF4-FFF2-40B4-BE49-F238E27FC236}">
                  <a16:creationId xmlns:a16="http://schemas.microsoft.com/office/drawing/2014/main" id="{47809CA4-917B-4040-B045-CFFD6BA1BA2B}"/>
                </a:ext>
              </a:extLst>
            </p:cNvPr>
            <p:cNvSpPr>
              <a:spLocks/>
            </p:cNvSpPr>
            <p:nvPr/>
          </p:nvSpPr>
          <p:spPr>
            <a:xfrm>
              <a:off x="10487025" y="2876550"/>
              <a:ext cx="1666875" cy="8477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36" name="states_0_0_text">
              <a:extLst>
                <a:ext uri="{FF2B5EF4-FFF2-40B4-BE49-F238E27FC236}">
                  <a16:creationId xmlns:a16="http://schemas.microsoft.com/office/drawing/2014/main" id="{96E44521-C2B6-4C3E-9BDC-20D22E4EEB4D}"/>
                </a:ext>
              </a:extLst>
            </p:cNvPr>
            <p:cNvSpPr>
              <a:spLocks/>
            </p:cNvSpPr>
            <p:nvPr/>
          </p:nvSpPr>
          <p:spPr>
            <a:xfrm>
              <a:off x="10572750" y="2943225"/>
              <a:ext cx="1495425" cy="714375"/>
            </a:xfrm>
            <a:prstGeom prst="rect">
              <a:avLst/>
            </a:prstGeom>
            <a:noFill/>
            <a:ln w="0">
              <a:noFill/>
            </a:ln>
          </p:spPr>
        </p:sp>
      </p:grpSp>
      <p:sp>
        <p:nvSpPr>
          <p:cNvPr id="53" name="truth_bg">
            <a:extLst>
              <a:ext uri="{FF2B5EF4-FFF2-40B4-BE49-F238E27FC236}">
                <a16:creationId xmlns:a16="http://schemas.microsoft.com/office/drawing/2014/main" id="{10C440C1-40E7-4B56-8474-BF8A706CE024}"/>
              </a:ext>
            </a:extLst>
          </p:cNvPr>
          <p:cNvSpPr>
            <a:spLocks/>
          </p:cNvSpPr>
          <p:nvPr/>
        </p:nvSpPr>
        <p:spPr>
          <a:xfrm>
            <a:off x="10487025" y="5676900"/>
            <a:ext cx="4981575" cy="1104900"/>
          </a:xfrm>
          <a:prstGeom prst="roundRect">
            <a:avLst>
              <a:gd name="adj" fmla="val 10345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55" name="summary_bg">
            <a:extLst>
              <a:ext uri="{FF2B5EF4-FFF2-40B4-BE49-F238E27FC236}">
                <a16:creationId xmlns:a16="http://schemas.microsoft.com/office/drawing/2014/main" id="{09C22C6D-B389-46A9-B155-601D472F1B9E}"/>
              </a:ext>
            </a:extLst>
          </p:cNvPr>
          <p:cNvSpPr>
            <a:spLocks/>
          </p:cNvSpPr>
          <p:nvPr/>
        </p:nvSpPr>
        <p:spPr>
          <a:xfrm>
            <a:off x="428625" y="7324725"/>
            <a:ext cx="15049500" cy="914400"/>
          </a:xfrm>
          <a:prstGeom prst="roundRect">
            <a:avLst>
              <a:gd name="adj" fmla="val 1250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114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sp>
        <p:nvSpPr>
          <p:cNvPr id="57" name="aux_footer_corner">
            <a:extLst>
              <a:ext uri="{FF2B5EF4-FFF2-40B4-BE49-F238E27FC236}">
                <a16:creationId xmlns:a16="http://schemas.microsoft.com/office/drawing/2014/main" id="{B75A0C56-9521-4923-9068-D615ADB201E9}"/>
              </a:ext>
            </a:extLst>
          </p:cNvPr>
          <p:cNvSpPr/>
          <p:nvPr/>
        </p:nvSpPr>
        <p:spPr>
          <a:xfrm>
            <a:off x="428625" y="7324725"/>
            <a:ext cx="2924176" cy="914401"/>
          </a:xfrm>
          <a:custGeom>
            <a:avLst/>
            <a:gdLst/>
            <a:ahLst/>
            <a:cxnLst/>
            <a:rect l="0" t="0" r="0" b="0"/>
            <a:pathLst>
              <a:path w="2924176" h="914401">
                <a:moveTo>
                  <a:pt x="0" y="0"/>
                </a:moveTo>
                <a:lnTo>
                  <a:pt x="2590800" y="0"/>
                </a:lnTo>
                <a:lnTo>
                  <a:pt x="2924175" y="457200"/>
                </a:lnTo>
                <a:lnTo>
                  <a:pt x="25908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64A9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header_rule">
            <a:extLst>
              <a:ext uri="{FF2B5EF4-FFF2-40B4-BE49-F238E27FC236}">
                <a16:creationId xmlns:a16="http://schemas.microsoft.com/office/drawing/2014/main" id="{3F724BF6-6084-A35A-E6BF-8FC6A21A0325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header_accent">
            <a:extLst>
              <a:ext uri="{FF2B5EF4-FFF2-40B4-BE49-F238E27FC236}">
                <a16:creationId xmlns:a16="http://schemas.microsoft.com/office/drawing/2014/main" id="{3DB6F406-396F-7667-6090-121E215A3728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footer_rule">
            <a:extLst>
              <a:ext uri="{FF2B5EF4-FFF2-40B4-BE49-F238E27FC236}">
                <a16:creationId xmlns:a16="http://schemas.microsoft.com/office/drawing/2014/main" id="{34C3984F-0A4C-7017-23A2-A1B370032797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_0">
            <a:extLst>
              <a:ext uri="{FF2B5EF4-FFF2-40B4-BE49-F238E27FC236}">
                <a16:creationId xmlns:a16="http://schemas.microsoft.com/office/drawing/2014/main" id="{890A6CA7-FD80-38DB-D380-772C493BE30E}"/>
              </a:ext>
            </a:extLst>
          </p:cNvPr>
          <p:cNvCxnSpPr>
            <a:cxnSpLocks/>
            <a:stCxn id="7" idx="3"/>
            <a:endCxn id="23" idx="1"/>
          </p:cNvCxnSpPr>
          <p:nvPr/>
        </p:nvCxnSpPr>
        <p:spPr>
          <a:xfrm>
            <a:off x="2819400" y="4024313"/>
            <a:ext cx="390525" cy="785812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_1">
            <a:extLst>
              <a:ext uri="{FF2B5EF4-FFF2-40B4-BE49-F238E27FC236}">
                <a16:creationId xmlns:a16="http://schemas.microsoft.com/office/drawing/2014/main" id="{1EAA8FDD-6D0A-DB56-9005-1C9AFC23EE6C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 flipV="1">
            <a:off x="2819400" y="4810125"/>
            <a:ext cx="390525" cy="738188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_2">
            <a:extLst>
              <a:ext uri="{FF2B5EF4-FFF2-40B4-BE49-F238E27FC236}">
                <a16:creationId xmlns:a16="http://schemas.microsoft.com/office/drawing/2014/main" id="{2D0DE12A-D992-8154-39FA-45D2E76A995F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4324350" y="4810125"/>
            <a:ext cx="34290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_3">
            <a:extLst>
              <a:ext uri="{FF2B5EF4-FFF2-40B4-BE49-F238E27FC236}">
                <a16:creationId xmlns:a16="http://schemas.microsoft.com/office/drawing/2014/main" id="{A66136D3-7D23-6CD9-AA1B-0F69EA080BF2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5800725" y="4810125"/>
            <a:ext cx="314325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_4">
            <a:extLst>
              <a:ext uri="{FF2B5EF4-FFF2-40B4-BE49-F238E27FC236}">
                <a16:creationId xmlns:a16="http://schemas.microsoft.com/office/drawing/2014/main" id="{00C9D233-4A80-B764-D463-1CC2B7B8EA55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7248525" y="4810125"/>
            <a:ext cx="32385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_5">
            <a:extLst>
              <a:ext uri="{FF2B5EF4-FFF2-40B4-BE49-F238E27FC236}">
                <a16:creationId xmlns:a16="http://schemas.microsoft.com/office/drawing/2014/main" id="{233C0001-867D-AEF9-5309-62807D1B39F6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8705850" y="4810125"/>
            <a:ext cx="295275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lide_title">
            <a:extLst>
              <a:ext uri="{FF2B5EF4-FFF2-40B4-BE49-F238E27FC236}">
                <a16:creationId xmlns:a16="http://schemas.microsoft.com/office/drawing/2014/main" id="{AB551127-7809-4AA5-9D41-D22F54C77636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四状态联合辅助学习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FE1700B2-1279-4387-86E8-613A13E20CFB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7F305454-FEA9-4F0F-861A-C77122CCD2A1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10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text_0">
            <a:extLst>
              <a:ext uri="{FF2B5EF4-FFF2-40B4-BE49-F238E27FC236}">
                <a16:creationId xmlns:a16="http://schemas.microsoft.com/office/drawing/2014/main" id="{4C75F3F8-AAFB-4880-B73F-313BE8AB7D7D}"/>
              </a:ext>
            </a:extLst>
          </p:cNvPr>
          <p:cNvSpPr>
            <a:spLocks/>
          </p:cNvSpPr>
          <p:nvPr/>
        </p:nvSpPr>
        <p:spPr>
          <a:xfrm>
            <a:off x="866775" y="2133600"/>
            <a:ext cx="65436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6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四状态辅助分类头（仅训练阶段使用）</a:t>
            </a:r>
            <a:endParaRPr sz="26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68" name="module_zdr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BDAED90-3405-C392-FF5F-3E0BC62B3C65}"/>
              </a:ext>
            </a:extLst>
          </p:cNvPr>
          <p:cNvGrpSpPr/>
          <p:nvPr/>
        </p:nvGrpSpPr>
        <p:grpSpPr>
          <a:xfrm>
            <a:off x="742950" y="3448050"/>
            <a:ext cx="2076450" cy="1152525"/>
            <a:chOff x="742950" y="3448050"/>
            <a:chExt cx="2076450" cy="1152525"/>
          </a:xfrm>
        </p:grpSpPr>
        <p:sp>
          <p:nvSpPr>
            <p:cNvPr id="7" name="zdr_bg">
              <a:extLst>
                <a:ext uri="{FF2B5EF4-FFF2-40B4-BE49-F238E27FC236}">
                  <a16:creationId xmlns:a16="http://schemas.microsoft.com/office/drawing/2014/main" id="{86024751-B41D-4E49-8093-E97B6673F379}"/>
                </a:ext>
              </a:extLst>
            </p:cNvPr>
            <p:cNvSpPr>
              <a:spLocks/>
            </p:cNvSpPr>
            <p:nvPr/>
          </p:nvSpPr>
          <p:spPr>
            <a:xfrm>
              <a:off x="742950" y="3448050"/>
              <a:ext cx="2076450" cy="1152525"/>
            </a:xfrm>
            <a:prstGeom prst="roundRect">
              <a:avLst>
                <a:gd name="adj" fmla="val 991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1" name="zdr_tile_0">
              <a:extLst>
                <a:ext uri="{FF2B5EF4-FFF2-40B4-BE49-F238E27FC236}">
                  <a16:creationId xmlns:a16="http://schemas.microsoft.com/office/drawing/2014/main" id="{46CD0007-3DAF-49D2-A6F6-81894D6316F5}"/>
                </a:ext>
              </a:extLst>
            </p:cNvPr>
            <p:cNvSpPr>
              <a:spLocks/>
            </p:cNvSpPr>
            <p:nvPr/>
          </p:nvSpPr>
          <p:spPr>
            <a:xfrm>
              <a:off x="857250" y="4219575"/>
              <a:ext cx="238125" cy="238125"/>
            </a:xfrm>
            <a:prstGeom prst="rect">
              <a:avLst/>
            </a:prstGeom>
            <a:solidFill>
              <a:srgbClr val="59ACEC"/>
            </a:solidFill>
            <a:ln w="0">
              <a:noFill/>
            </a:ln>
          </p:spPr>
        </p:sp>
        <p:sp>
          <p:nvSpPr>
            <p:cNvPr id="13" name="zdr_tile_1">
              <a:extLst>
                <a:ext uri="{FF2B5EF4-FFF2-40B4-BE49-F238E27FC236}">
                  <a16:creationId xmlns:a16="http://schemas.microsoft.com/office/drawing/2014/main" id="{346C3647-B16F-42AF-9028-8E63D30E0A37}"/>
                </a:ext>
              </a:extLst>
            </p:cNvPr>
            <p:cNvSpPr>
              <a:spLocks/>
            </p:cNvSpPr>
            <p:nvPr/>
          </p:nvSpPr>
          <p:spPr>
            <a:xfrm>
              <a:off x="1114425" y="4219575"/>
              <a:ext cx="238125" cy="238125"/>
            </a:xfrm>
            <a:prstGeom prst="rect">
              <a:avLst/>
            </a:prstGeom>
            <a:solidFill>
              <a:srgbClr val="59ACEC"/>
            </a:solidFill>
            <a:ln w="0">
              <a:noFill/>
            </a:ln>
          </p:spPr>
        </p:sp>
        <p:sp>
          <p:nvSpPr>
            <p:cNvPr id="15" name="zdr_tile_2">
              <a:extLst>
                <a:ext uri="{FF2B5EF4-FFF2-40B4-BE49-F238E27FC236}">
                  <a16:creationId xmlns:a16="http://schemas.microsoft.com/office/drawing/2014/main" id="{E0E8AC41-24A3-4150-B762-2195566705DA}"/>
                </a:ext>
              </a:extLst>
            </p:cNvPr>
            <p:cNvSpPr>
              <a:spLocks/>
            </p:cNvSpPr>
            <p:nvPr/>
          </p:nvSpPr>
          <p:spPr>
            <a:xfrm>
              <a:off x="1371600" y="4219575"/>
              <a:ext cx="238125" cy="238125"/>
            </a:xfrm>
            <a:prstGeom prst="rect">
              <a:avLst/>
            </a:prstGeom>
            <a:solidFill>
              <a:srgbClr val="59ACEC"/>
            </a:solidFill>
            <a:ln w="0">
              <a:noFill/>
            </a:ln>
          </p:spPr>
        </p:sp>
        <p:sp>
          <p:nvSpPr>
            <p:cNvPr id="17" name="zdr_tile_3">
              <a:extLst>
                <a:ext uri="{FF2B5EF4-FFF2-40B4-BE49-F238E27FC236}">
                  <a16:creationId xmlns:a16="http://schemas.microsoft.com/office/drawing/2014/main" id="{FF9406B8-B8C9-4313-BAEA-1B16706391F7}"/>
                </a:ext>
              </a:extLst>
            </p:cNvPr>
            <p:cNvSpPr>
              <a:spLocks/>
            </p:cNvSpPr>
            <p:nvPr/>
          </p:nvSpPr>
          <p:spPr>
            <a:xfrm>
              <a:off x="1628775" y="4219575"/>
              <a:ext cx="238125" cy="238125"/>
            </a:xfrm>
            <a:prstGeom prst="rect">
              <a:avLst/>
            </a:prstGeom>
            <a:solidFill>
              <a:srgbClr val="59ACEC"/>
            </a:solidFill>
            <a:ln w="0">
              <a:noFill/>
            </a:ln>
          </p:spPr>
        </p:sp>
        <p:sp>
          <p:nvSpPr>
            <p:cNvPr id="19" name="zdr_tile_4">
              <a:extLst>
                <a:ext uri="{FF2B5EF4-FFF2-40B4-BE49-F238E27FC236}">
                  <a16:creationId xmlns:a16="http://schemas.microsoft.com/office/drawing/2014/main" id="{7F1F9D51-B129-4411-A8EE-8D75632882B7}"/>
                </a:ext>
              </a:extLst>
            </p:cNvPr>
            <p:cNvSpPr>
              <a:spLocks/>
            </p:cNvSpPr>
            <p:nvPr/>
          </p:nvSpPr>
          <p:spPr>
            <a:xfrm>
              <a:off x="1885950" y="4219575"/>
              <a:ext cx="238125" cy="238125"/>
            </a:xfrm>
            <a:prstGeom prst="rect">
              <a:avLst/>
            </a:prstGeom>
            <a:solidFill>
              <a:srgbClr val="59ACEC"/>
            </a:solidFill>
            <a:ln w="0">
              <a:noFill/>
            </a:ln>
          </p:spPr>
        </p:sp>
        <p:sp>
          <p:nvSpPr>
            <p:cNvPr id="21" name="zdr_tile_5">
              <a:extLst>
                <a:ext uri="{FF2B5EF4-FFF2-40B4-BE49-F238E27FC236}">
                  <a16:creationId xmlns:a16="http://schemas.microsoft.com/office/drawing/2014/main" id="{F2727FB7-B024-4650-8C5C-C09D1AD12524}"/>
                </a:ext>
              </a:extLst>
            </p:cNvPr>
            <p:cNvSpPr>
              <a:spLocks/>
            </p:cNvSpPr>
            <p:nvPr/>
          </p:nvSpPr>
          <p:spPr>
            <a:xfrm>
              <a:off x="2143125" y="4219575"/>
              <a:ext cx="238125" cy="238125"/>
            </a:xfrm>
            <a:prstGeom prst="rect">
              <a:avLst/>
            </a:prstGeom>
            <a:solidFill>
              <a:srgbClr val="59ACEC"/>
            </a:solidFill>
            <a:ln w="0">
              <a:noFill/>
            </a:ln>
          </p:spPr>
        </p:sp>
        <p:sp>
          <p:nvSpPr>
            <p:cNvPr id="8" name="zdr_text">
              <a:extLst>
                <a:ext uri="{FF2B5EF4-FFF2-40B4-BE49-F238E27FC236}">
                  <a16:creationId xmlns:a16="http://schemas.microsoft.com/office/drawing/2014/main" id="{13071903-0F59-4268-8BF0-51507E5F66CC}"/>
                </a:ext>
              </a:extLst>
            </p:cNvPr>
            <p:cNvSpPr>
              <a:spLocks/>
            </p:cNvSpPr>
            <p:nvPr/>
          </p:nvSpPr>
          <p:spPr>
            <a:xfrm>
              <a:off x="809625" y="3514725"/>
              <a:ext cx="1943100" cy="4476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zDR：256</a:t>
              </a:r>
              <a:r>
                <a:rPr lang="zh-CN" alt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维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9" name="module_zdk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83B8EC1-6C72-B0A7-2F6C-EB6732DA251D}"/>
              </a:ext>
            </a:extLst>
          </p:cNvPr>
          <p:cNvGrpSpPr/>
          <p:nvPr/>
        </p:nvGrpSpPr>
        <p:grpSpPr>
          <a:xfrm>
            <a:off x="742950" y="4972050"/>
            <a:ext cx="2076450" cy="1152525"/>
            <a:chOff x="742950" y="4972050"/>
            <a:chExt cx="2076450" cy="1152525"/>
          </a:xfrm>
        </p:grpSpPr>
        <p:sp>
          <p:nvSpPr>
            <p:cNvPr id="9" name="zdkd_bg">
              <a:extLst>
                <a:ext uri="{FF2B5EF4-FFF2-40B4-BE49-F238E27FC236}">
                  <a16:creationId xmlns:a16="http://schemas.microsoft.com/office/drawing/2014/main" id="{F21D520A-83DB-43BF-97AC-960064E781C9}"/>
                </a:ext>
              </a:extLst>
            </p:cNvPr>
            <p:cNvSpPr>
              <a:spLocks/>
            </p:cNvSpPr>
            <p:nvPr/>
          </p:nvSpPr>
          <p:spPr>
            <a:xfrm>
              <a:off x="742950" y="4972050"/>
              <a:ext cx="2076450" cy="1152525"/>
            </a:xfrm>
            <a:prstGeom prst="roundRect">
              <a:avLst>
                <a:gd name="adj" fmla="val 991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2" name="zdkd_tile_0">
              <a:extLst>
                <a:ext uri="{FF2B5EF4-FFF2-40B4-BE49-F238E27FC236}">
                  <a16:creationId xmlns:a16="http://schemas.microsoft.com/office/drawing/2014/main" id="{46874F0D-D1BD-4A91-8410-09A7CBA7317D}"/>
                </a:ext>
              </a:extLst>
            </p:cNvPr>
            <p:cNvSpPr>
              <a:spLocks/>
            </p:cNvSpPr>
            <p:nvPr/>
          </p:nvSpPr>
          <p:spPr>
            <a:xfrm>
              <a:off x="857250" y="5734050"/>
              <a:ext cx="238125" cy="238125"/>
            </a:xfrm>
            <a:prstGeom prst="rect">
              <a:avLst/>
            </a:prstGeom>
            <a:solidFill>
              <a:srgbClr val="F1C095"/>
            </a:solidFill>
            <a:ln w="0">
              <a:noFill/>
            </a:ln>
          </p:spPr>
        </p:sp>
        <p:sp>
          <p:nvSpPr>
            <p:cNvPr id="14" name="zdkd_tile_1">
              <a:extLst>
                <a:ext uri="{FF2B5EF4-FFF2-40B4-BE49-F238E27FC236}">
                  <a16:creationId xmlns:a16="http://schemas.microsoft.com/office/drawing/2014/main" id="{69844940-4C30-4E78-A909-BC940B4317C7}"/>
                </a:ext>
              </a:extLst>
            </p:cNvPr>
            <p:cNvSpPr>
              <a:spLocks/>
            </p:cNvSpPr>
            <p:nvPr/>
          </p:nvSpPr>
          <p:spPr>
            <a:xfrm>
              <a:off x="1114425" y="5734050"/>
              <a:ext cx="238125" cy="238125"/>
            </a:xfrm>
            <a:prstGeom prst="rect">
              <a:avLst/>
            </a:prstGeom>
            <a:solidFill>
              <a:srgbClr val="F1C095"/>
            </a:solidFill>
            <a:ln w="0">
              <a:noFill/>
            </a:ln>
          </p:spPr>
        </p:sp>
        <p:sp>
          <p:nvSpPr>
            <p:cNvPr id="16" name="zdkd_tile_2">
              <a:extLst>
                <a:ext uri="{FF2B5EF4-FFF2-40B4-BE49-F238E27FC236}">
                  <a16:creationId xmlns:a16="http://schemas.microsoft.com/office/drawing/2014/main" id="{8DDEC4E4-EA42-4D92-AFBB-FB613C249E99}"/>
                </a:ext>
              </a:extLst>
            </p:cNvPr>
            <p:cNvSpPr>
              <a:spLocks/>
            </p:cNvSpPr>
            <p:nvPr/>
          </p:nvSpPr>
          <p:spPr>
            <a:xfrm>
              <a:off x="1371600" y="5734050"/>
              <a:ext cx="238125" cy="238125"/>
            </a:xfrm>
            <a:prstGeom prst="rect">
              <a:avLst/>
            </a:prstGeom>
            <a:solidFill>
              <a:srgbClr val="F1C095"/>
            </a:solidFill>
            <a:ln w="0">
              <a:noFill/>
            </a:ln>
          </p:spPr>
        </p:sp>
        <p:sp>
          <p:nvSpPr>
            <p:cNvPr id="18" name="zdkd_tile_3">
              <a:extLst>
                <a:ext uri="{FF2B5EF4-FFF2-40B4-BE49-F238E27FC236}">
                  <a16:creationId xmlns:a16="http://schemas.microsoft.com/office/drawing/2014/main" id="{B9FE63B6-E871-4B45-892A-80B6BA81197D}"/>
                </a:ext>
              </a:extLst>
            </p:cNvPr>
            <p:cNvSpPr>
              <a:spLocks/>
            </p:cNvSpPr>
            <p:nvPr/>
          </p:nvSpPr>
          <p:spPr>
            <a:xfrm>
              <a:off x="1628775" y="5734050"/>
              <a:ext cx="238125" cy="238125"/>
            </a:xfrm>
            <a:prstGeom prst="rect">
              <a:avLst/>
            </a:prstGeom>
            <a:solidFill>
              <a:srgbClr val="F1C095"/>
            </a:solidFill>
            <a:ln w="0">
              <a:noFill/>
            </a:ln>
          </p:spPr>
        </p:sp>
        <p:sp>
          <p:nvSpPr>
            <p:cNvPr id="20" name="zdkd_tile_4">
              <a:extLst>
                <a:ext uri="{FF2B5EF4-FFF2-40B4-BE49-F238E27FC236}">
                  <a16:creationId xmlns:a16="http://schemas.microsoft.com/office/drawing/2014/main" id="{178443FC-4E73-4E2B-8E42-C14994E625B5}"/>
                </a:ext>
              </a:extLst>
            </p:cNvPr>
            <p:cNvSpPr>
              <a:spLocks/>
            </p:cNvSpPr>
            <p:nvPr/>
          </p:nvSpPr>
          <p:spPr>
            <a:xfrm>
              <a:off x="1885950" y="5734050"/>
              <a:ext cx="238125" cy="238125"/>
            </a:xfrm>
            <a:prstGeom prst="rect">
              <a:avLst/>
            </a:prstGeom>
            <a:solidFill>
              <a:srgbClr val="F1C095"/>
            </a:solidFill>
            <a:ln w="0">
              <a:noFill/>
            </a:ln>
          </p:spPr>
        </p:sp>
        <p:sp>
          <p:nvSpPr>
            <p:cNvPr id="22" name="zdkd_tile_5">
              <a:extLst>
                <a:ext uri="{FF2B5EF4-FFF2-40B4-BE49-F238E27FC236}">
                  <a16:creationId xmlns:a16="http://schemas.microsoft.com/office/drawing/2014/main" id="{8D95F798-49C0-49DB-B8E6-24A1BCEFE461}"/>
                </a:ext>
              </a:extLst>
            </p:cNvPr>
            <p:cNvSpPr>
              <a:spLocks/>
            </p:cNvSpPr>
            <p:nvPr/>
          </p:nvSpPr>
          <p:spPr>
            <a:xfrm>
              <a:off x="2143125" y="5734050"/>
              <a:ext cx="238125" cy="238125"/>
            </a:xfrm>
            <a:prstGeom prst="rect">
              <a:avLst/>
            </a:prstGeom>
            <a:solidFill>
              <a:srgbClr val="F1C095"/>
            </a:solidFill>
            <a:ln w="0">
              <a:noFill/>
            </a:ln>
          </p:spPr>
        </p:sp>
        <p:sp>
          <p:nvSpPr>
            <p:cNvPr id="10" name="zdkd_text">
              <a:extLst>
                <a:ext uri="{FF2B5EF4-FFF2-40B4-BE49-F238E27FC236}">
                  <a16:creationId xmlns:a16="http://schemas.microsoft.com/office/drawing/2014/main" id="{07445CEF-15AA-442C-A788-7503E90300CA}"/>
                </a:ext>
              </a:extLst>
            </p:cNvPr>
            <p:cNvSpPr>
              <a:spLocks/>
            </p:cNvSpPr>
            <p:nvPr/>
          </p:nvSpPr>
          <p:spPr>
            <a:xfrm>
              <a:off x="809625" y="5038725"/>
              <a:ext cx="1943100" cy="4476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zDKD：256</a:t>
              </a:r>
              <a:r>
                <a:rPr lang="zh-CN" alt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维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0" name="module_aux_conca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891E44B-63FE-70E6-B3A9-2BE35A125BD0}"/>
              </a:ext>
            </a:extLst>
          </p:cNvPr>
          <p:cNvGrpSpPr/>
          <p:nvPr/>
        </p:nvGrpSpPr>
        <p:grpSpPr>
          <a:xfrm>
            <a:off x="3209925" y="3962400"/>
            <a:ext cx="1114425" cy="1695450"/>
            <a:chOff x="3209925" y="3962400"/>
            <a:chExt cx="1114425" cy="1695450"/>
          </a:xfrm>
        </p:grpSpPr>
        <p:sp>
          <p:nvSpPr>
            <p:cNvPr id="23" name="aux_concat_bg">
              <a:extLst>
                <a:ext uri="{FF2B5EF4-FFF2-40B4-BE49-F238E27FC236}">
                  <a16:creationId xmlns:a16="http://schemas.microsoft.com/office/drawing/2014/main" id="{703ADE40-059A-4C43-A33B-2AC0EAEF12C4}"/>
                </a:ext>
              </a:extLst>
            </p:cNvPr>
            <p:cNvSpPr>
              <a:spLocks/>
            </p:cNvSpPr>
            <p:nvPr/>
          </p:nvSpPr>
          <p:spPr>
            <a:xfrm>
              <a:off x="3209925" y="3962400"/>
              <a:ext cx="1114425" cy="1695450"/>
            </a:xfrm>
            <a:prstGeom prst="roundRect">
              <a:avLst>
                <a:gd name="adj" fmla="val 10256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4" name="aux_concat_text">
              <a:extLst>
                <a:ext uri="{FF2B5EF4-FFF2-40B4-BE49-F238E27FC236}">
                  <a16:creationId xmlns:a16="http://schemas.microsoft.com/office/drawing/2014/main" id="{D1DD9E30-7BB0-4B93-8720-D30FEF5C7B62}"/>
                </a:ext>
              </a:extLst>
            </p:cNvPr>
            <p:cNvSpPr>
              <a:spLocks/>
            </p:cNvSpPr>
            <p:nvPr/>
          </p:nvSpPr>
          <p:spPr>
            <a:xfrm>
              <a:off x="3276600" y="3990975"/>
              <a:ext cx="981075" cy="1638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拼接：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512</a:t>
              </a: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维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1" name="module_aux_fc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643AC6D-7A9A-62C1-103A-72B0A77FD473}"/>
              </a:ext>
            </a:extLst>
          </p:cNvPr>
          <p:cNvGrpSpPr/>
          <p:nvPr/>
        </p:nvGrpSpPr>
        <p:grpSpPr>
          <a:xfrm>
            <a:off x="4667250" y="3962400"/>
            <a:ext cx="1133475" cy="1695450"/>
            <a:chOff x="4667250" y="3962400"/>
            <a:chExt cx="1133475" cy="1695450"/>
          </a:xfrm>
        </p:grpSpPr>
        <p:sp>
          <p:nvSpPr>
            <p:cNvPr id="25" name="aux_fc1_bg">
              <a:extLst>
                <a:ext uri="{FF2B5EF4-FFF2-40B4-BE49-F238E27FC236}">
                  <a16:creationId xmlns:a16="http://schemas.microsoft.com/office/drawing/2014/main" id="{23280416-CAB2-4053-A9A1-4D66EE675BE2}"/>
                </a:ext>
              </a:extLst>
            </p:cNvPr>
            <p:cNvSpPr>
              <a:spLocks/>
            </p:cNvSpPr>
            <p:nvPr/>
          </p:nvSpPr>
          <p:spPr>
            <a:xfrm>
              <a:off x="4667250" y="3962400"/>
              <a:ext cx="1133475" cy="1695450"/>
            </a:xfrm>
            <a:prstGeom prst="roundRect">
              <a:avLst>
                <a:gd name="adj" fmla="val 10084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6" name="aux_fc1_text">
              <a:extLst>
                <a:ext uri="{FF2B5EF4-FFF2-40B4-BE49-F238E27FC236}">
                  <a16:creationId xmlns:a16="http://schemas.microsoft.com/office/drawing/2014/main" id="{E3F16F12-4573-4C11-AE04-0F8020751401}"/>
                </a:ext>
              </a:extLst>
            </p:cNvPr>
            <p:cNvSpPr>
              <a:spLocks/>
            </p:cNvSpPr>
            <p:nvPr/>
          </p:nvSpPr>
          <p:spPr>
            <a:xfrm>
              <a:off x="4733925" y="3990975"/>
              <a:ext cx="1000125" cy="1638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FC：</a:t>
              </a:r>
            </a:p>
            <a:p>
              <a:pPr algn="ctr">
                <a:defRPr sz="15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512→128</a:t>
              </a:r>
              <a:endParaRPr sz="15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2" name="module_aux_ac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0322726-8708-703E-2877-0B744D101146}"/>
              </a:ext>
            </a:extLst>
          </p:cNvPr>
          <p:cNvGrpSpPr/>
          <p:nvPr/>
        </p:nvGrpSpPr>
        <p:grpSpPr>
          <a:xfrm>
            <a:off x="6115050" y="3962400"/>
            <a:ext cx="1133475" cy="1695450"/>
            <a:chOff x="6115050" y="3962400"/>
            <a:chExt cx="1133475" cy="1695450"/>
          </a:xfrm>
        </p:grpSpPr>
        <p:sp>
          <p:nvSpPr>
            <p:cNvPr id="27" name="aux_act_bg">
              <a:extLst>
                <a:ext uri="{FF2B5EF4-FFF2-40B4-BE49-F238E27FC236}">
                  <a16:creationId xmlns:a16="http://schemas.microsoft.com/office/drawing/2014/main" id="{8FFAF98F-0F2B-4045-8B87-9157B58C0C85}"/>
                </a:ext>
              </a:extLst>
            </p:cNvPr>
            <p:cNvSpPr>
              <a:spLocks/>
            </p:cNvSpPr>
            <p:nvPr/>
          </p:nvSpPr>
          <p:spPr>
            <a:xfrm>
              <a:off x="6115050" y="3962400"/>
              <a:ext cx="1133475" cy="1695450"/>
            </a:xfrm>
            <a:prstGeom prst="roundRect">
              <a:avLst>
                <a:gd name="adj" fmla="val 10084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8" name="aux_act_text">
              <a:extLst>
                <a:ext uri="{FF2B5EF4-FFF2-40B4-BE49-F238E27FC236}">
                  <a16:creationId xmlns:a16="http://schemas.microsoft.com/office/drawing/2014/main" id="{C78A155F-9C9E-4D4F-80FC-9BC8BF8C7CED}"/>
                </a:ext>
              </a:extLst>
            </p:cNvPr>
            <p:cNvSpPr>
              <a:spLocks/>
            </p:cNvSpPr>
            <p:nvPr/>
          </p:nvSpPr>
          <p:spPr>
            <a:xfrm>
              <a:off x="6181725" y="3990975"/>
              <a:ext cx="1000125" cy="1638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GELU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3" name="module_aux_fc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5EF4BB7-B33D-C93B-7514-08CEA6C3D790}"/>
              </a:ext>
            </a:extLst>
          </p:cNvPr>
          <p:cNvGrpSpPr/>
          <p:nvPr/>
        </p:nvGrpSpPr>
        <p:grpSpPr>
          <a:xfrm>
            <a:off x="7572375" y="3962400"/>
            <a:ext cx="1133475" cy="1695450"/>
            <a:chOff x="7572375" y="3962400"/>
            <a:chExt cx="1133475" cy="1695450"/>
          </a:xfrm>
        </p:grpSpPr>
        <p:sp>
          <p:nvSpPr>
            <p:cNvPr id="29" name="aux_fc2_bg">
              <a:extLst>
                <a:ext uri="{FF2B5EF4-FFF2-40B4-BE49-F238E27FC236}">
                  <a16:creationId xmlns:a16="http://schemas.microsoft.com/office/drawing/2014/main" id="{567FE94B-D186-4647-9131-94C779B9EAC8}"/>
                </a:ext>
              </a:extLst>
            </p:cNvPr>
            <p:cNvSpPr>
              <a:spLocks/>
            </p:cNvSpPr>
            <p:nvPr/>
          </p:nvSpPr>
          <p:spPr>
            <a:xfrm>
              <a:off x="7572375" y="3962400"/>
              <a:ext cx="1133475" cy="1695450"/>
            </a:xfrm>
            <a:prstGeom prst="roundRect">
              <a:avLst>
                <a:gd name="adj" fmla="val 10084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0" name="aux_fc2_text">
              <a:extLst>
                <a:ext uri="{FF2B5EF4-FFF2-40B4-BE49-F238E27FC236}">
                  <a16:creationId xmlns:a16="http://schemas.microsoft.com/office/drawing/2014/main" id="{F16239ED-D583-47D9-A695-747D2A7B7051}"/>
                </a:ext>
              </a:extLst>
            </p:cNvPr>
            <p:cNvSpPr>
              <a:spLocks/>
            </p:cNvSpPr>
            <p:nvPr/>
          </p:nvSpPr>
          <p:spPr>
            <a:xfrm>
              <a:off x="7639050" y="3990975"/>
              <a:ext cx="1000125" cy="1638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FC：</a:t>
              </a:r>
            </a:p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128→4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4" name="module_aux_sm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378A081-8937-9D31-049A-BB9C2E81A12F}"/>
              </a:ext>
            </a:extLst>
          </p:cNvPr>
          <p:cNvGrpSpPr/>
          <p:nvPr/>
        </p:nvGrpSpPr>
        <p:grpSpPr>
          <a:xfrm>
            <a:off x="9001125" y="3962400"/>
            <a:ext cx="1019175" cy="1695450"/>
            <a:chOff x="9001125" y="3962400"/>
            <a:chExt cx="1019175" cy="1695450"/>
          </a:xfrm>
        </p:grpSpPr>
        <p:sp>
          <p:nvSpPr>
            <p:cNvPr id="31" name="aux_sm_bg">
              <a:extLst>
                <a:ext uri="{FF2B5EF4-FFF2-40B4-BE49-F238E27FC236}">
                  <a16:creationId xmlns:a16="http://schemas.microsoft.com/office/drawing/2014/main" id="{3CBC77E7-48B9-4F27-AC2A-65BDE5FB62E7}"/>
                </a:ext>
              </a:extLst>
            </p:cNvPr>
            <p:cNvSpPr>
              <a:spLocks/>
            </p:cNvSpPr>
            <p:nvPr/>
          </p:nvSpPr>
          <p:spPr>
            <a:xfrm>
              <a:off x="9001125" y="3962400"/>
              <a:ext cx="1019175" cy="1695450"/>
            </a:xfrm>
            <a:prstGeom prst="roundRect">
              <a:avLst>
                <a:gd name="adj" fmla="val 11215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2" name="aux_sm_text">
              <a:extLst>
                <a:ext uri="{FF2B5EF4-FFF2-40B4-BE49-F238E27FC236}">
                  <a16:creationId xmlns:a16="http://schemas.microsoft.com/office/drawing/2014/main" id="{8F30332E-C3F7-4146-8AC4-DCE9DDF0F54B}"/>
                </a:ext>
              </a:extLst>
            </p:cNvPr>
            <p:cNvSpPr>
              <a:spLocks/>
            </p:cNvSpPr>
            <p:nvPr/>
          </p:nvSpPr>
          <p:spPr>
            <a:xfrm>
              <a:off x="9067800" y="3990975"/>
              <a:ext cx="885825" cy="1638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Softmax</a:t>
              </a:r>
              <a:endParaRPr sz="15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4" name="text_1">
            <a:extLst>
              <a:ext uri="{FF2B5EF4-FFF2-40B4-BE49-F238E27FC236}">
                <a16:creationId xmlns:a16="http://schemas.microsoft.com/office/drawing/2014/main" id="{3D3F7657-4A8D-4C23-8292-4D876D2753DD}"/>
              </a:ext>
            </a:extLst>
          </p:cNvPr>
          <p:cNvSpPr>
            <a:spLocks/>
          </p:cNvSpPr>
          <p:nvPr/>
        </p:nvSpPr>
        <p:spPr>
          <a:xfrm>
            <a:off x="10706100" y="2190750"/>
            <a:ext cx="45434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7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四种状态的定义</a:t>
            </a:r>
            <a:endParaRPr sz="27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76" name="module_states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3AD330A-6688-86C3-F56B-F86E2698F2A1}"/>
              </a:ext>
            </a:extLst>
          </p:cNvPr>
          <p:cNvGrpSpPr/>
          <p:nvPr/>
        </p:nvGrpSpPr>
        <p:grpSpPr>
          <a:xfrm>
            <a:off x="12153900" y="2876550"/>
            <a:ext cx="1657350" cy="847725"/>
            <a:chOff x="12153900" y="2876550"/>
            <a:chExt cx="1657350" cy="847725"/>
          </a:xfrm>
        </p:grpSpPr>
        <p:sp>
          <p:nvSpPr>
            <p:cNvPr id="37" name="states_0_1_bg">
              <a:extLst>
                <a:ext uri="{FF2B5EF4-FFF2-40B4-BE49-F238E27FC236}">
                  <a16:creationId xmlns:a16="http://schemas.microsoft.com/office/drawing/2014/main" id="{B3F7581B-1EFD-4BD3-B67A-0F38E5143D5B}"/>
                </a:ext>
              </a:extLst>
            </p:cNvPr>
            <p:cNvSpPr>
              <a:spLocks/>
            </p:cNvSpPr>
            <p:nvPr/>
          </p:nvSpPr>
          <p:spPr>
            <a:xfrm>
              <a:off x="12153900" y="2876550"/>
              <a:ext cx="1657350" cy="8477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38" name="states_0_1_text">
              <a:extLst>
                <a:ext uri="{FF2B5EF4-FFF2-40B4-BE49-F238E27FC236}">
                  <a16:creationId xmlns:a16="http://schemas.microsoft.com/office/drawing/2014/main" id="{EC7E1EA0-A8D0-40DE-90D5-CBD02E7B0BC5}"/>
                </a:ext>
              </a:extLst>
            </p:cNvPr>
            <p:cNvSpPr>
              <a:spLocks/>
            </p:cNvSpPr>
            <p:nvPr/>
          </p:nvSpPr>
          <p:spPr>
            <a:xfrm>
              <a:off x="12239625" y="2943225"/>
              <a:ext cx="1485900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无</a:t>
              </a:r>
              <a:r>
                <a:rPr 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7" name="module_states_0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8BA38DD-459B-46A6-3E32-DB28DAF61EC0}"/>
              </a:ext>
            </a:extLst>
          </p:cNvPr>
          <p:cNvGrpSpPr/>
          <p:nvPr/>
        </p:nvGrpSpPr>
        <p:grpSpPr>
          <a:xfrm>
            <a:off x="13811250" y="2876550"/>
            <a:ext cx="1657350" cy="847725"/>
            <a:chOff x="13811250" y="2876550"/>
            <a:chExt cx="1657350" cy="847725"/>
          </a:xfrm>
        </p:grpSpPr>
        <p:sp>
          <p:nvSpPr>
            <p:cNvPr id="39" name="states_0_2_bg">
              <a:extLst>
                <a:ext uri="{FF2B5EF4-FFF2-40B4-BE49-F238E27FC236}">
                  <a16:creationId xmlns:a16="http://schemas.microsoft.com/office/drawing/2014/main" id="{14E3720F-FCAF-4D2D-8256-2316AD5C8717}"/>
                </a:ext>
              </a:extLst>
            </p:cNvPr>
            <p:cNvSpPr>
              <a:spLocks/>
            </p:cNvSpPr>
            <p:nvPr/>
          </p:nvSpPr>
          <p:spPr>
            <a:xfrm>
              <a:off x="13811250" y="2876550"/>
              <a:ext cx="1657350" cy="8477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40" name="states_0_2_text">
              <a:extLst>
                <a:ext uri="{FF2B5EF4-FFF2-40B4-BE49-F238E27FC236}">
                  <a16:creationId xmlns:a16="http://schemas.microsoft.com/office/drawing/2014/main" id="{FCC7DDC4-4243-4081-9726-0E58A61D4B9E}"/>
                </a:ext>
              </a:extLst>
            </p:cNvPr>
            <p:cNvSpPr>
              <a:spLocks/>
            </p:cNvSpPr>
            <p:nvPr/>
          </p:nvSpPr>
          <p:spPr>
            <a:xfrm>
              <a:off x="13896975" y="2943225"/>
              <a:ext cx="1485900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有</a:t>
              </a:r>
              <a:r>
                <a:rPr 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8" name="module_states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26377B1-C51E-E600-CB63-8189063987FF}"/>
              </a:ext>
            </a:extLst>
          </p:cNvPr>
          <p:cNvGrpSpPr/>
          <p:nvPr/>
        </p:nvGrpSpPr>
        <p:grpSpPr>
          <a:xfrm>
            <a:off x="10487025" y="3724275"/>
            <a:ext cx="1666875" cy="847725"/>
            <a:chOff x="10487025" y="3724275"/>
            <a:chExt cx="1666875" cy="847725"/>
          </a:xfrm>
        </p:grpSpPr>
        <p:sp>
          <p:nvSpPr>
            <p:cNvPr id="41" name="states_1_0_bg">
              <a:extLst>
                <a:ext uri="{FF2B5EF4-FFF2-40B4-BE49-F238E27FC236}">
                  <a16:creationId xmlns:a16="http://schemas.microsoft.com/office/drawing/2014/main" id="{E8BBDF90-BF72-41D2-8360-5219A6D57AE6}"/>
                </a:ext>
              </a:extLst>
            </p:cNvPr>
            <p:cNvSpPr>
              <a:spLocks/>
            </p:cNvSpPr>
            <p:nvPr/>
          </p:nvSpPr>
          <p:spPr>
            <a:xfrm>
              <a:off x="10487025" y="3724275"/>
              <a:ext cx="1666875" cy="8477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2" name="states_1_0_text">
              <a:extLst>
                <a:ext uri="{FF2B5EF4-FFF2-40B4-BE49-F238E27FC236}">
                  <a16:creationId xmlns:a16="http://schemas.microsoft.com/office/drawing/2014/main" id="{567B457D-4DD2-4969-838D-27FEE0AAA342}"/>
                </a:ext>
              </a:extLst>
            </p:cNvPr>
            <p:cNvSpPr>
              <a:spLocks/>
            </p:cNvSpPr>
            <p:nvPr/>
          </p:nvSpPr>
          <p:spPr>
            <a:xfrm>
              <a:off x="10572750" y="3790950"/>
              <a:ext cx="1495425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无</a:t>
              </a: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9" name="module_states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C6D59EC-5FA0-2F4E-7030-D72731807F89}"/>
              </a:ext>
            </a:extLst>
          </p:cNvPr>
          <p:cNvGrpSpPr/>
          <p:nvPr/>
        </p:nvGrpSpPr>
        <p:grpSpPr>
          <a:xfrm>
            <a:off x="12153900" y="3724275"/>
            <a:ext cx="1657350" cy="847725"/>
            <a:chOff x="12153900" y="3724275"/>
            <a:chExt cx="1657350" cy="847725"/>
          </a:xfrm>
        </p:grpSpPr>
        <p:sp>
          <p:nvSpPr>
            <p:cNvPr id="43" name="states_1_1_bg">
              <a:extLst>
                <a:ext uri="{FF2B5EF4-FFF2-40B4-BE49-F238E27FC236}">
                  <a16:creationId xmlns:a16="http://schemas.microsoft.com/office/drawing/2014/main" id="{298E2C97-8F0D-40B8-8F82-CEBA67785523}"/>
                </a:ext>
              </a:extLst>
            </p:cNvPr>
            <p:cNvSpPr>
              <a:spLocks/>
            </p:cNvSpPr>
            <p:nvPr/>
          </p:nvSpPr>
          <p:spPr>
            <a:xfrm>
              <a:off x="12153900" y="3724275"/>
              <a:ext cx="1657350" cy="8477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4" name="states_1_1_text">
              <a:extLst>
                <a:ext uri="{FF2B5EF4-FFF2-40B4-BE49-F238E27FC236}">
                  <a16:creationId xmlns:a16="http://schemas.microsoft.com/office/drawing/2014/main" id="{19392705-8049-4F15-8866-46940868A70E}"/>
                </a:ext>
              </a:extLst>
            </p:cNvPr>
            <p:cNvSpPr>
              <a:spLocks/>
            </p:cNvSpPr>
            <p:nvPr/>
          </p:nvSpPr>
          <p:spPr>
            <a:xfrm>
              <a:off x="12239625" y="3790950"/>
              <a:ext cx="1485900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无两病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0" name="module_states_1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690EB5E-20CD-9E0B-3777-CAD01500FF83}"/>
              </a:ext>
            </a:extLst>
          </p:cNvPr>
          <p:cNvGrpSpPr/>
          <p:nvPr/>
        </p:nvGrpSpPr>
        <p:grpSpPr>
          <a:xfrm>
            <a:off x="13811250" y="3724275"/>
            <a:ext cx="1657350" cy="847725"/>
            <a:chOff x="13811250" y="3724275"/>
            <a:chExt cx="1657350" cy="847725"/>
          </a:xfrm>
        </p:grpSpPr>
        <p:sp>
          <p:nvSpPr>
            <p:cNvPr id="45" name="states_1_2_bg">
              <a:extLst>
                <a:ext uri="{FF2B5EF4-FFF2-40B4-BE49-F238E27FC236}">
                  <a16:creationId xmlns:a16="http://schemas.microsoft.com/office/drawing/2014/main" id="{A70EAA7D-8C21-4FC1-B5CA-ABA342F1F365}"/>
                </a:ext>
              </a:extLst>
            </p:cNvPr>
            <p:cNvSpPr>
              <a:spLocks/>
            </p:cNvSpPr>
            <p:nvPr/>
          </p:nvSpPr>
          <p:spPr>
            <a:xfrm>
              <a:off x="13811250" y="3724275"/>
              <a:ext cx="1657350" cy="8477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6" name="states_1_2_text">
              <a:extLst>
                <a:ext uri="{FF2B5EF4-FFF2-40B4-BE49-F238E27FC236}">
                  <a16:creationId xmlns:a16="http://schemas.microsoft.com/office/drawing/2014/main" id="{A7EA40CC-2EA9-4E6F-8F6A-06822615E23B}"/>
                </a:ext>
              </a:extLst>
            </p:cNvPr>
            <p:cNvSpPr>
              <a:spLocks/>
            </p:cNvSpPr>
            <p:nvPr/>
          </p:nvSpPr>
          <p:spPr>
            <a:xfrm>
              <a:off x="13896975" y="3790950"/>
              <a:ext cx="1485900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仅</a:t>
              </a:r>
              <a:r>
                <a:rPr 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1" name="module_states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3CB8F0B-BD48-7B12-6C56-FC39FFDA5AA9}"/>
              </a:ext>
            </a:extLst>
          </p:cNvPr>
          <p:cNvGrpSpPr/>
          <p:nvPr/>
        </p:nvGrpSpPr>
        <p:grpSpPr>
          <a:xfrm>
            <a:off x="10487025" y="4572000"/>
            <a:ext cx="1666875" cy="847725"/>
            <a:chOff x="10487025" y="4572000"/>
            <a:chExt cx="1666875" cy="847725"/>
          </a:xfrm>
        </p:grpSpPr>
        <p:sp>
          <p:nvSpPr>
            <p:cNvPr id="47" name="states_2_0_bg">
              <a:extLst>
                <a:ext uri="{FF2B5EF4-FFF2-40B4-BE49-F238E27FC236}">
                  <a16:creationId xmlns:a16="http://schemas.microsoft.com/office/drawing/2014/main" id="{15019A64-CEAF-4A91-B7C8-DE451A21D4F1}"/>
                </a:ext>
              </a:extLst>
            </p:cNvPr>
            <p:cNvSpPr>
              <a:spLocks/>
            </p:cNvSpPr>
            <p:nvPr/>
          </p:nvSpPr>
          <p:spPr>
            <a:xfrm>
              <a:off x="10487025" y="4572000"/>
              <a:ext cx="1666875" cy="8477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48" name="states_2_0_text">
              <a:extLst>
                <a:ext uri="{FF2B5EF4-FFF2-40B4-BE49-F238E27FC236}">
                  <a16:creationId xmlns:a16="http://schemas.microsoft.com/office/drawing/2014/main" id="{0051A292-3047-4B27-935B-95B809F8DEF5}"/>
                </a:ext>
              </a:extLst>
            </p:cNvPr>
            <p:cNvSpPr>
              <a:spLocks/>
            </p:cNvSpPr>
            <p:nvPr/>
          </p:nvSpPr>
          <p:spPr>
            <a:xfrm>
              <a:off x="10572750" y="4638675"/>
              <a:ext cx="1495425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有</a:t>
              </a: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2" name="module_states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BB22907-3224-9F1B-5257-A898C505B350}"/>
              </a:ext>
            </a:extLst>
          </p:cNvPr>
          <p:cNvGrpSpPr/>
          <p:nvPr/>
        </p:nvGrpSpPr>
        <p:grpSpPr>
          <a:xfrm>
            <a:off x="12153900" y="4572000"/>
            <a:ext cx="1657350" cy="847725"/>
            <a:chOff x="12153900" y="4572000"/>
            <a:chExt cx="1657350" cy="847725"/>
          </a:xfrm>
        </p:grpSpPr>
        <p:sp>
          <p:nvSpPr>
            <p:cNvPr id="49" name="states_2_1_bg">
              <a:extLst>
                <a:ext uri="{FF2B5EF4-FFF2-40B4-BE49-F238E27FC236}">
                  <a16:creationId xmlns:a16="http://schemas.microsoft.com/office/drawing/2014/main" id="{AFAA92E4-521A-44CA-BFF7-E0B50B728FF7}"/>
                </a:ext>
              </a:extLst>
            </p:cNvPr>
            <p:cNvSpPr>
              <a:spLocks/>
            </p:cNvSpPr>
            <p:nvPr/>
          </p:nvSpPr>
          <p:spPr>
            <a:xfrm>
              <a:off x="12153900" y="4572000"/>
              <a:ext cx="1657350" cy="8477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0" name="states_2_1_text">
              <a:extLst>
                <a:ext uri="{FF2B5EF4-FFF2-40B4-BE49-F238E27FC236}">
                  <a16:creationId xmlns:a16="http://schemas.microsoft.com/office/drawing/2014/main" id="{902280C1-B637-465B-B8F1-93BD4A15E0E4}"/>
                </a:ext>
              </a:extLst>
            </p:cNvPr>
            <p:cNvSpPr>
              <a:spLocks/>
            </p:cNvSpPr>
            <p:nvPr/>
          </p:nvSpPr>
          <p:spPr>
            <a:xfrm>
              <a:off x="12239625" y="4638675"/>
              <a:ext cx="1485900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仅</a:t>
              </a:r>
              <a:r>
                <a:rPr 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3" name="module_states_2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C2CC17F-9C6E-1B2C-ECD2-462484C587D2}"/>
              </a:ext>
            </a:extLst>
          </p:cNvPr>
          <p:cNvGrpSpPr/>
          <p:nvPr/>
        </p:nvGrpSpPr>
        <p:grpSpPr>
          <a:xfrm>
            <a:off x="13811250" y="4572000"/>
            <a:ext cx="1657350" cy="847725"/>
            <a:chOff x="13811250" y="4572000"/>
            <a:chExt cx="1657350" cy="847725"/>
          </a:xfrm>
        </p:grpSpPr>
        <p:sp>
          <p:nvSpPr>
            <p:cNvPr id="51" name="states_2_2_bg">
              <a:extLst>
                <a:ext uri="{FF2B5EF4-FFF2-40B4-BE49-F238E27FC236}">
                  <a16:creationId xmlns:a16="http://schemas.microsoft.com/office/drawing/2014/main" id="{576F0800-F3BA-42F7-966F-629F3A01D19E}"/>
                </a:ext>
              </a:extLst>
            </p:cNvPr>
            <p:cNvSpPr>
              <a:spLocks/>
            </p:cNvSpPr>
            <p:nvPr/>
          </p:nvSpPr>
          <p:spPr>
            <a:xfrm>
              <a:off x="13811250" y="4572000"/>
              <a:ext cx="1657350" cy="8477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2" name="states_2_2_text">
              <a:extLst>
                <a:ext uri="{FF2B5EF4-FFF2-40B4-BE49-F238E27FC236}">
                  <a16:creationId xmlns:a16="http://schemas.microsoft.com/office/drawing/2014/main" id="{8E6317F5-C8DB-45BA-A9BF-A594D7B72029}"/>
                </a:ext>
              </a:extLst>
            </p:cNvPr>
            <p:cNvSpPr>
              <a:spLocks/>
            </p:cNvSpPr>
            <p:nvPr/>
          </p:nvSpPr>
          <p:spPr>
            <a:xfrm>
              <a:off x="13896975" y="4638675"/>
              <a:ext cx="1485900" cy="7143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两病并存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54" name="text_2">
            <a:extLst>
              <a:ext uri="{FF2B5EF4-FFF2-40B4-BE49-F238E27FC236}">
                <a16:creationId xmlns:a16="http://schemas.microsoft.com/office/drawing/2014/main" id="{C5323F0B-26BE-4D6D-B2B2-334C141052CA}"/>
              </a:ext>
            </a:extLst>
          </p:cNvPr>
          <p:cNvSpPr>
            <a:spLocks/>
          </p:cNvSpPr>
          <p:nvPr/>
        </p:nvSpPr>
        <p:spPr>
          <a:xfrm>
            <a:off x="10668000" y="5810250"/>
            <a:ext cx="46482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真值：对应眼底等级≥</a:t>
            </a:r>
            <a:r>
              <a:rPr lang="en-US" altLang="zh-CN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</a:p>
          <a:p>
            <a:pPr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真值：病例标签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6" name="summary_text">
            <a:extLst>
              <a:ext uri="{FF2B5EF4-FFF2-40B4-BE49-F238E27FC236}">
                <a16:creationId xmlns:a16="http://schemas.microsoft.com/office/drawing/2014/main" id="{CC71D6C5-29CE-4A5B-BEB3-1BE698A1D2AC}"/>
              </a:ext>
            </a:extLst>
          </p:cNvPr>
          <p:cNvSpPr>
            <a:spLocks/>
          </p:cNvSpPr>
          <p:nvPr/>
        </p:nvSpPr>
        <p:spPr>
          <a:xfrm>
            <a:off x="3629025" y="7458075"/>
            <a:ext cx="1152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C9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真实标签仅用于损失计算，推理移除辅助头。</a:t>
            </a:r>
            <a:endParaRPr sz="27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78616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dinal_bg">
            <a:extLst>
              <a:ext uri="{FF2B5EF4-FFF2-40B4-BE49-F238E27FC236}">
                <a16:creationId xmlns:a16="http://schemas.microsoft.com/office/drawing/2014/main" id="{965CCAF2-03CB-4DAC-A480-0BF2F093B3EF}"/>
              </a:ext>
            </a:extLst>
          </p:cNvPr>
          <p:cNvSpPr>
            <a:spLocks/>
          </p:cNvSpPr>
          <p:nvPr/>
        </p:nvSpPr>
        <p:spPr>
          <a:xfrm>
            <a:off x="485775" y="2143125"/>
            <a:ext cx="7810500" cy="5391150"/>
          </a:xfrm>
          <a:prstGeom prst="roundRect">
            <a:avLst>
              <a:gd name="adj" fmla="val 212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" name="ordinal_head">
            <a:extLst>
              <a:ext uri="{FF2B5EF4-FFF2-40B4-BE49-F238E27FC236}">
                <a16:creationId xmlns:a16="http://schemas.microsoft.com/office/drawing/2014/main" id="{1092E903-E835-4A0A-BA02-1F70150E6364}"/>
              </a:ext>
            </a:extLst>
          </p:cNvPr>
          <p:cNvSpPr>
            <a:spLocks/>
          </p:cNvSpPr>
          <p:nvPr/>
        </p:nvSpPr>
        <p:spPr>
          <a:xfrm>
            <a:off x="495300" y="2152650"/>
            <a:ext cx="7791450" cy="7620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7" name="binary_bg">
            <a:extLst>
              <a:ext uri="{FF2B5EF4-FFF2-40B4-BE49-F238E27FC236}">
                <a16:creationId xmlns:a16="http://schemas.microsoft.com/office/drawing/2014/main" id="{C11A5870-F597-41C7-8CC4-10BF3D62ED6B}"/>
              </a:ext>
            </a:extLst>
          </p:cNvPr>
          <p:cNvSpPr>
            <a:spLocks/>
          </p:cNvSpPr>
          <p:nvPr/>
        </p:nvSpPr>
        <p:spPr>
          <a:xfrm>
            <a:off x="8629650" y="2143125"/>
            <a:ext cx="6772275" cy="5391150"/>
          </a:xfrm>
          <a:prstGeom prst="roundRect">
            <a:avLst>
              <a:gd name="adj" fmla="val 212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8" name="binary_head">
            <a:extLst>
              <a:ext uri="{FF2B5EF4-FFF2-40B4-BE49-F238E27FC236}">
                <a16:creationId xmlns:a16="http://schemas.microsoft.com/office/drawing/2014/main" id="{5AE860EE-5C17-49E2-84BA-4CC063993144}"/>
              </a:ext>
            </a:extLst>
          </p:cNvPr>
          <p:cNvSpPr>
            <a:spLocks/>
          </p:cNvSpPr>
          <p:nvPr/>
        </p:nvSpPr>
        <p:spPr>
          <a:xfrm>
            <a:off x="8639175" y="2152650"/>
            <a:ext cx="6753225" cy="7620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30" name="ordinal_note_bg">
            <a:extLst>
              <a:ext uri="{FF2B5EF4-FFF2-40B4-BE49-F238E27FC236}">
                <a16:creationId xmlns:a16="http://schemas.microsoft.com/office/drawing/2014/main" id="{E17F2348-20FF-4C9A-9018-30E48A8D40EF}"/>
              </a:ext>
            </a:extLst>
          </p:cNvPr>
          <p:cNvSpPr>
            <a:spLocks/>
          </p:cNvSpPr>
          <p:nvPr/>
        </p:nvSpPr>
        <p:spPr>
          <a:xfrm>
            <a:off x="914400" y="6924675"/>
            <a:ext cx="7134225" cy="1028700"/>
          </a:xfrm>
          <a:prstGeom prst="roundRect">
            <a:avLst>
              <a:gd name="adj" fmla="val 11111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31" name="bullet_2">
            <a:extLst>
              <a:ext uri="{FF2B5EF4-FFF2-40B4-BE49-F238E27FC236}">
                <a16:creationId xmlns:a16="http://schemas.microsoft.com/office/drawing/2014/main" id="{5E83BBA5-3D88-4F8B-9B47-E70F3E0E1C95}"/>
              </a:ext>
            </a:extLst>
          </p:cNvPr>
          <p:cNvSpPr>
            <a:spLocks/>
          </p:cNvSpPr>
          <p:nvPr/>
        </p:nvSpPr>
        <p:spPr>
          <a:xfrm>
            <a:off x="1000125" y="7181850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3" name="bullet_4">
            <a:extLst>
              <a:ext uri="{FF2B5EF4-FFF2-40B4-BE49-F238E27FC236}">
                <a16:creationId xmlns:a16="http://schemas.microsoft.com/office/drawing/2014/main" id="{5594F905-F77E-4F9E-8DAC-44807FB8DCD4}"/>
              </a:ext>
            </a:extLst>
          </p:cNvPr>
          <p:cNvSpPr>
            <a:spLocks/>
          </p:cNvSpPr>
          <p:nvPr/>
        </p:nvSpPr>
        <p:spPr>
          <a:xfrm>
            <a:off x="1000125" y="7591425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6" name="binary_feature_dot_0">
            <a:extLst>
              <a:ext uri="{FF2B5EF4-FFF2-40B4-BE49-F238E27FC236}">
                <a16:creationId xmlns:a16="http://schemas.microsoft.com/office/drawing/2014/main" id="{967B2C92-868A-46BB-AEB3-03DFE8045C18}"/>
              </a:ext>
            </a:extLst>
          </p:cNvPr>
          <p:cNvSpPr>
            <a:spLocks/>
          </p:cNvSpPr>
          <p:nvPr/>
        </p:nvSpPr>
        <p:spPr>
          <a:xfrm>
            <a:off x="9496425" y="4572000"/>
            <a:ext cx="266700" cy="266700"/>
          </a:xfrm>
          <a:prstGeom prst="ellipse">
            <a:avLst/>
          </a:prstGeom>
          <a:solidFill>
            <a:srgbClr val="C9EBFA"/>
          </a:solidFill>
          <a:ln w="19050">
            <a:solidFill>
              <a:srgbClr val="0865BE"/>
            </a:solidFill>
          </a:ln>
        </p:spPr>
      </p:sp>
      <p:sp>
        <p:nvSpPr>
          <p:cNvPr id="37" name="binary_feature_dot_1">
            <a:extLst>
              <a:ext uri="{FF2B5EF4-FFF2-40B4-BE49-F238E27FC236}">
                <a16:creationId xmlns:a16="http://schemas.microsoft.com/office/drawing/2014/main" id="{75B9C2EB-201A-4606-972B-AF0BAEDCF40F}"/>
              </a:ext>
            </a:extLst>
          </p:cNvPr>
          <p:cNvSpPr>
            <a:spLocks/>
          </p:cNvSpPr>
          <p:nvPr/>
        </p:nvSpPr>
        <p:spPr>
          <a:xfrm>
            <a:off x="9496425" y="5057775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65BE"/>
            </a:solidFill>
          </a:ln>
        </p:spPr>
      </p:sp>
      <p:sp>
        <p:nvSpPr>
          <p:cNvPr id="38" name="binary_feature_dot_2">
            <a:extLst>
              <a:ext uri="{FF2B5EF4-FFF2-40B4-BE49-F238E27FC236}">
                <a16:creationId xmlns:a16="http://schemas.microsoft.com/office/drawing/2014/main" id="{A2E42D59-8164-4F3F-854F-4587EF26B8A0}"/>
              </a:ext>
            </a:extLst>
          </p:cNvPr>
          <p:cNvSpPr>
            <a:spLocks/>
          </p:cNvSpPr>
          <p:nvPr/>
        </p:nvSpPr>
        <p:spPr>
          <a:xfrm>
            <a:off x="9496425" y="554355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65BE"/>
            </a:solidFill>
          </a:ln>
        </p:spPr>
      </p:sp>
      <p:sp>
        <p:nvSpPr>
          <p:cNvPr id="39" name="binary_feature_dot_3">
            <a:extLst>
              <a:ext uri="{FF2B5EF4-FFF2-40B4-BE49-F238E27FC236}">
                <a16:creationId xmlns:a16="http://schemas.microsoft.com/office/drawing/2014/main" id="{71F676BA-A8C0-440F-81E7-2D0B900A1262}"/>
              </a:ext>
            </a:extLst>
          </p:cNvPr>
          <p:cNvSpPr>
            <a:spLocks/>
          </p:cNvSpPr>
          <p:nvPr/>
        </p:nvSpPr>
        <p:spPr>
          <a:xfrm>
            <a:off x="9496425" y="6029325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65BE"/>
            </a:solidFill>
          </a:ln>
        </p:spPr>
      </p:sp>
      <p:sp>
        <p:nvSpPr>
          <p:cNvPr id="44" name="sigmoid_dot_0">
            <a:extLst>
              <a:ext uri="{FF2B5EF4-FFF2-40B4-BE49-F238E27FC236}">
                <a16:creationId xmlns:a16="http://schemas.microsoft.com/office/drawing/2014/main" id="{B4F092E1-1E8C-4866-87DC-6726807963A7}"/>
              </a:ext>
            </a:extLst>
          </p:cNvPr>
          <p:cNvSpPr>
            <a:spLocks/>
          </p:cNvSpPr>
          <p:nvPr/>
        </p:nvSpPr>
        <p:spPr>
          <a:xfrm>
            <a:off x="13106400" y="4572000"/>
            <a:ext cx="266700" cy="266700"/>
          </a:xfrm>
          <a:prstGeom prst="ellipse">
            <a:avLst/>
          </a:prstGeom>
          <a:solidFill>
            <a:srgbClr val="D4ECFE"/>
          </a:solidFill>
          <a:ln w="19050">
            <a:solidFill>
              <a:srgbClr val="0865BE"/>
            </a:solidFill>
          </a:ln>
        </p:spPr>
      </p:sp>
      <p:sp>
        <p:nvSpPr>
          <p:cNvPr id="45" name="sigmoid_dot_1">
            <a:extLst>
              <a:ext uri="{FF2B5EF4-FFF2-40B4-BE49-F238E27FC236}">
                <a16:creationId xmlns:a16="http://schemas.microsoft.com/office/drawing/2014/main" id="{CED60F44-78E3-4F53-904B-A58DB4ABFEB3}"/>
              </a:ext>
            </a:extLst>
          </p:cNvPr>
          <p:cNvSpPr>
            <a:spLocks/>
          </p:cNvSpPr>
          <p:nvPr/>
        </p:nvSpPr>
        <p:spPr>
          <a:xfrm>
            <a:off x="13106400" y="5057775"/>
            <a:ext cx="266700" cy="266700"/>
          </a:xfrm>
          <a:prstGeom prst="ellipse">
            <a:avLst/>
          </a:prstGeom>
          <a:solidFill>
            <a:srgbClr val="85B9EF"/>
          </a:solidFill>
          <a:ln w="19050">
            <a:solidFill>
              <a:srgbClr val="0865BE"/>
            </a:solidFill>
          </a:ln>
        </p:spPr>
      </p:sp>
      <p:sp>
        <p:nvSpPr>
          <p:cNvPr id="46" name="sigmoid_dot_2">
            <a:extLst>
              <a:ext uri="{FF2B5EF4-FFF2-40B4-BE49-F238E27FC236}">
                <a16:creationId xmlns:a16="http://schemas.microsoft.com/office/drawing/2014/main" id="{E315A293-6D62-43E1-9038-F2A421A7DC5A}"/>
              </a:ext>
            </a:extLst>
          </p:cNvPr>
          <p:cNvSpPr>
            <a:spLocks/>
          </p:cNvSpPr>
          <p:nvPr/>
        </p:nvSpPr>
        <p:spPr>
          <a:xfrm>
            <a:off x="13106400" y="5543550"/>
            <a:ext cx="266700" cy="266700"/>
          </a:xfrm>
          <a:prstGeom prst="ellipse">
            <a:avLst/>
          </a:prstGeom>
          <a:solidFill>
            <a:srgbClr val="D4ECFE"/>
          </a:solidFill>
          <a:ln w="19050">
            <a:solidFill>
              <a:srgbClr val="0865BE"/>
            </a:solidFill>
          </a:ln>
        </p:spPr>
      </p:sp>
      <p:sp>
        <p:nvSpPr>
          <p:cNvPr id="47" name="sigmoid_dot_3">
            <a:extLst>
              <a:ext uri="{FF2B5EF4-FFF2-40B4-BE49-F238E27FC236}">
                <a16:creationId xmlns:a16="http://schemas.microsoft.com/office/drawing/2014/main" id="{682F2737-08B1-4398-A18D-7ED9884BA3E8}"/>
              </a:ext>
            </a:extLst>
          </p:cNvPr>
          <p:cNvSpPr>
            <a:spLocks/>
          </p:cNvSpPr>
          <p:nvPr/>
        </p:nvSpPr>
        <p:spPr>
          <a:xfrm>
            <a:off x="13106400" y="6029325"/>
            <a:ext cx="266700" cy="266700"/>
          </a:xfrm>
          <a:prstGeom prst="ellipse">
            <a:avLst/>
          </a:prstGeom>
          <a:solidFill>
            <a:srgbClr val="85B9EF"/>
          </a:solidFill>
          <a:ln w="19050">
            <a:solidFill>
              <a:srgbClr val="0865BE"/>
            </a:solidFill>
          </a:ln>
        </p:spPr>
      </p:sp>
      <p:pic>
        <p:nvPicPr>
          <p:cNvPr id="118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grpSp>
        <p:nvGrpSpPr>
          <p:cNvPr id="90" name="module_binary_fc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A4701F9-A117-DC7D-CA30-9B6FBFCB2C54}"/>
              </a:ext>
            </a:extLst>
          </p:cNvPr>
          <p:cNvGrpSpPr/>
          <p:nvPr/>
        </p:nvGrpSpPr>
        <p:grpSpPr>
          <a:xfrm>
            <a:off x="10763250" y="4705350"/>
            <a:ext cx="600076" cy="1438276"/>
            <a:chOff x="10763250" y="4705350"/>
            <a:chExt cx="600076" cy="1438276"/>
          </a:xfrm>
        </p:grpSpPr>
        <p:sp>
          <p:nvSpPr>
            <p:cNvPr id="41" name="binary_fc_0_bg">
              <a:extLst>
                <a:ext uri="{FF2B5EF4-FFF2-40B4-BE49-F238E27FC236}">
                  <a16:creationId xmlns:a16="http://schemas.microsoft.com/office/drawing/2014/main" id="{078116C8-D5FE-4FF4-9E45-9148F4CF9CD6}"/>
                </a:ext>
              </a:extLst>
            </p:cNvPr>
            <p:cNvSpPr>
              <a:spLocks/>
            </p:cNvSpPr>
            <p:nvPr/>
          </p:nvSpPr>
          <p:spPr>
            <a:xfrm>
              <a:off x="10763250" y="4867275"/>
              <a:ext cx="438150" cy="127635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6" name="binary_fc_0_out">
              <a:extLst>
                <a:ext uri="{FF2B5EF4-FFF2-40B4-BE49-F238E27FC236}">
                  <a16:creationId xmlns:a16="http://schemas.microsoft.com/office/drawing/2014/main" id="{DC831E55-3B13-4DB0-82EA-69DB2F9F0CCD}"/>
                </a:ext>
              </a:extLst>
            </p:cNvPr>
            <p:cNvSpPr>
              <a:spLocks/>
            </p:cNvSpPr>
            <p:nvPr/>
          </p:nvSpPr>
          <p:spPr>
            <a:xfrm>
              <a:off x="11344275" y="54959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9" name="binary_fc_0_top">
              <a:extLst>
                <a:ext uri="{FF2B5EF4-FFF2-40B4-BE49-F238E27FC236}">
                  <a16:creationId xmlns:a16="http://schemas.microsoft.com/office/drawing/2014/main" id="{73F37967-7CAA-6959-3A81-49C2CA6ABE74}"/>
                </a:ext>
              </a:extLst>
            </p:cNvPr>
            <p:cNvSpPr/>
            <p:nvPr/>
          </p:nvSpPr>
          <p:spPr>
            <a:xfrm>
              <a:off x="10763250" y="4705350"/>
              <a:ext cx="600076" cy="161926"/>
            </a:xfrm>
            <a:custGeom>
              <a:avLst/>
              <a:gdLst/>
              <a:ahLst/>
              <a:cxnLst/>
              <a:rect l="0" t="0" r="0" b="0"/>
              <a:pathLst>
                <a:path w="600076" h="161926">
                  <a:moveTo>
                    <a:pt x="0" y="161925"/>
                  </a:moveTo>
                  <a:lnTo>
                    <a:pt x="161925" y="0"/>
                  </a:lnTo>
                  <a:lnTo>
                    <a:pt x="600075" y="0"/>
                  </a:lnTo>
                  <a:lnTo>
                    <a:pt x="438150" y="1619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binary_fc_0_side">
              <a:extLst>
                <a:ext uri="{FF2B5EF4-FFF2-40B4-BE49-F238E27FC236}">
                  <a16:creationId xmlns:a16="http://schemas.microsoft.com/office/drawing/2014/main" id="{B75A1376-5032-8A25-103F-5F22E014F033}"/>
                </a:ext>
              </a:extLst>
            </p:cNvPr>
            <p:cNvSpPr/>
            <p:nvPr/>
          </p:nvSpPr>
          <p:spPr>
            <a:xfrm>
              <a:off x="11201400" y="4705350"/>
              <a:ext cx="161926" cy="1438276"/>
            </a:xfrm>
            <a:custGeom>
              <a:avLst/>
              <a:gdLst/>
              <a:ahLst/>
              <a:cxnLst/>
              <a:rect l="0" t="0" r="0" b="0"/>
              <a:pathLst>
                <a:path w="161926" h="1438276">
                  <a:moveTo>
                    <a:pt x="0" y="161925"/>
                  </a:moveTo>
                  <a:lnTo>
                    <a:pt x="161925" y="0"/>
                  </a:lnTo>
                  <a:lnTo>
                    <a:pt x="161925" y="1276350"/>
                  </a:lnTo>
                  <a:lnTo>
                    <a:pt x="0" y="143827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" name="module_binary_fc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2CE5B02-61FC-CCBD-8A65-19ABE9B60209}"/>
              </a:ext>
            </a:extLst>
          </p:cNvPr>
          <p:cNvGrpSpPr/>
          <p:nvPr/>
        </p:nvGrpSpPr>
        <p:grpSpPr>
          <a:xfrm>
            <a:off x="11287125" y="4795838"/>
            <a:ext cx="600076" cy="1257301"/>
            <a:chOff x="11287125" y="4795838"/>
            <a:chExt cx="600076" cy="1257301"/>
          </a:xfrm>
        </p:grpSpPr>
        <p:sp>
          <p:nvSpPr>
            <p:cNvPr id="42" name="binary_fc_1_bg">
              <a:extLst>
                <a:ext uri="{FF2B5EF4-FFF2-40B4-BE49-F238E27FC236}">
                  <a16:creationId xmlns:a16="http://schemas.microsoft.com/office/drawing/2014/main" id="{498164F7-7501-4F2D-9C2D-D98DABF06D08}"/>
                </a:ext>
              </a:extLst>
            </p:cNvPr>
            <p:cNvSpPr>
              <a:spLocks/>
            </p:cNvSpPr>
            <p:nvPr/>
          </p:nvSpPr>
          <p:spPr>
            <a:xfrm>
              <a:off x="11287125" y="4957763"/>
              <a:ext cx="438150" cy="109537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7" name="binary_fc_1_out">
              <a:extLst>
                <a:ext uri="{FF2B5EF4-FFF2-40B4-BE49-F238E27FC236}">
                  <a16:creationId xmlns:a16="http://schemas.microsoft.com/office/drawing/2014/main" id="{78A4746D-F4B0-4BED-97AC-692FD9B383F7}"/>
                </a:ext>
              </a:extLst>
            </p:cNvPr>
            <p:cNvSpPr>
              <a:spLocks/>
            </p:cNvSpPr>
            <p:nvPr/>
          </p:nvSpPr>
          <p:spPr>
            <a:xfrm>
              <a:off x="11868150" y="54959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2" name="binary_fc_1_top">
              <a:extLst>
                <a:ext uri="{FF2B5EF4-FFF2-40B4-BE49-F238E27FC236}">
                  <a16:creationId xmlns:a16="http://schemas.microsoft.com/office/drawing/2014/main" id="{2105CFB8-7840-C402-4F4B-0EF75BCD7E6F}"/>
                </a:ext>
              </a:extLst>
            </p:cNvPr>
            <p:cNvSpPr/>
            <p:nvPr/>
          </p:nvSpPr>
          <p:spPr>
            <a:xfrm>
              <a:off x="11287125" y="4795838"/>
              <a:ext cx="600076" cy="161926"/>
            </a:xfrm>
            <a:custGeom>
              <a:avLst/>
              <a:gdLst/>
              <a:ahLst/>
              <a:cxnLst/>
              <a:rect l="0" t="0" r="0" b="0"/>
              <a:pathLst>
                <a:path w="600076" h="161926">
                  <a:moveTo>
                    <a:pt x="0" y="161925"/>
                  </a:moveTo>
                  <a:lnTo>
                    <a:pt x="161925" y="0"/>
                  </a:lnTo>
                  <a:lnTo>
                    <a:pt x="600075" y="0"/>
                  </a:lnTo>
                  <a:lnTo>
                    <a:pt x="438150" y="1619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binary_fc_1_side">
              <a:extLst>
                <a:ext uri="{FF2B5EF4-FFF2-40B4-BE49-F238E27FC236}">
                  <a16:creationId xmlns:a16="http://schemas.microsoft.com/office/drawing/2014/main" id="{667B7CF3-1B7A-B7EC-474E-E4C16E48EFEF}"/>
                </a:ext>
              </a:extLst>
            </p:cNvPr>
            <p:cNvSpPr/>
            <p:nvPr/>
          </p:nvSpPr>
          <p:spPr>
            <a:xfrm>
              <a:off x="11725275" y="4795838"/>
              <a:ext cx="161926" cy="1257301"/>
            </a:xfrm>
            <a:custGeom>
              <a:avLst/>
              <a:gdLst/>
              <a:ahLst/>
              <a:cxnLst/>
              <a:rect l="0" t="0" r="0" b="0"/>
              <a:pathLst>
                <a:path w="161926" h="1257301">
                  <a:moveTo>
                    <a:pt x="0" y="161925"/>
                  </a:moveTo>
                  <a:lnTo>
                    <a:pt x="161925" y="0"/>
                  </a:lnTo>
                  <a:lnTo>
                    <a:pt x="161925" y="1095375"/>
                  </a:lnTo>
                  <a:lnTo>
                    <a:pt x="0" y="125730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module_binary_fc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524368B-D6A5-CE51-DB07-12AD76716CA4}"/>
              </a:ext>
            </a:extLst>
          </p:cNvPr>
          <p:cNvGrpSpPr/>
          <p:nvPr/>
        </p:nvGrpSpPr>
        <p:grpSpPr>
          <a:xfrm>
            <a:off x="11811000" y="4895850"/>
            <a:ext cx="600076" cy="1057276"/>
            <a:chOff x="11811000" y="4895850"/>
            <a:chExt cx="600076" cy="1057276"/>
          </a:xfrm>
        </p:grpSpPr>
        <p:sp>
          <p:nvSpPr>
            <p:cNvPr id="43" name="binary_fc_2_bg">
              <a:extLst>
                <a:ext uri="{FF2B5EF4-FFF2-40B4-BE49-F238E27FC236}">
                  <a16:creationId xmlns:a16="http://schemas.microsoft.com/office/drawing/2014/main" id="{2A060626-A229-4AA0-A9CD-CA6A70583102}"/>
                </a:ext>
              </a:extLst>
            </p:cNvPr>
            <p:cNvSpPr>
              <a:spLocks/>
            </p:cNvSpPr>
            <p:nvPr/>
          </p:nvSpPr>
          <p:spPr>
            <a:xfrm>
              <a:off x="11811000" y="5057775"/>
              <a:ext cx="438150" cy="89535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8" name="binary_fc_2_out">
              <a:extLst>
                <a:ext uri="{FF2B5EF4-FFF2-40B4-BE49-F238E27FC236}">
                  <a16:creationId xmlns:a16="http://schemas.microsoft.com/office/drawing/2014/main" id="{0AC51E99-0685-41A3-B757-E87950348C17}"/>
                </a:ext>
              </a:extLst>
            </p:cNvPr>
            <p:cNvSpPr>
              <a:spLocks/>
            </p:cNvSpPr>
            <p:nvPr/>
          </p:nvSpPr>
          <p:spPr>
            <a:xfrm>
              <a:off x="12392025" y="54959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4" name="binary_fc_2_top">
              <a:extLst>
                <a:ext uri="{FF2B5EF4-FFF2-40B4-BE49-F238E27FC236}">
                  <a16:creationId xmlns:a16="http://schemas.microsoft.com/office/drawing/2014/main" id="{88C83F3A-A32B-927A-7378-165CD818C078}"/>
                </a:ext>
              </a:extLst>
            </p:cNvPr>
            <p:cNvSpPr/>
            <p:nvPr/>
          </p:nvSpPr>
          <p:spPr>
            <a:xfrm>
              <a:off x="11811000" y="4895850"/>
              <a:ext cx="600076" cy="161926"/>
            </a:xfrm>
            <a:custGeom>
              <a:avLst/>
              <a:gdLst/>
              <a:ahLst/>
              <a:cxnLst/>
              <a:rect l="0" t="0" r="0" b="0"/>
              <a:pathLst>
                <a:path w="600076" h="161926">
                  <a:moveTo>
                    <a:pt x="0" y="161925"/>
                  </a:moveTo>
                  <a:lnTo>
                    <a:pt x="161925" y="0"/>
                  </a:lnTo>
                  <a:lnTo>
                    <a:pt x="600075" y="0"/>
                  </a:lnTo>
                  <a:lnTo>
                    <a:pt x="438150" y="1619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binary_fc_2_side">
              <a:extLst>
                <a:ext uri="{FF2B5EF4-FFF2-40B4-BE49-F238E27FC236}">
                  <a16:creationId xmlns:a16="http://schemas.microsoft.com/office/drawing/2014/main" id="{99846CAB-3032-3FB1-6DDF-B0B68D9D0CD0}"/>
                </a:ext>
              </a:extLst>
            </p:cNvPr>
            <p:cNvSpPr/>
            <p:nvPr/>
          </p:nvSpPr>
          <p:spPr>
            <a:xfrm>
              <a:off x="12249150" y="4895850"/>
              <a:ext cx="161926" cy="1057276"/>
            </a:xfrm>
            <a:custGeom>
              <a:avLst/>
              <a:gdLst/>
              <a:ahLst/>
              <a:cxnLst/>
              <a:rect l="0" t="0" r="0" b="0"/>
              <a:pathLst>
                <a:path w="161926" h="1057276">
                  <a:moveTo>
                    <a:pt x="0" y="161925"/>
                  </a:moveTo>
                  <a:lnTo>
                    <a:pt x="161925" y="0"/>
                  </a:lnTo>
                  <a:lnTo>
                    <a:pt x="161925" y="895350"/>
                  </a:lnTo>
                  <a:lnTo>
                    <a:pt x="0" y="105727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6" name="header_rule">
            <a:extLst>
              <a:ext uri="{FF2B5EF4-FFF2-40B4-BE49-F238E27FC236}">
                <a16:creationId xmlns:a16="http://schemas.microsoft.com/office/drawing/2014/main" id="{D8D35544-9F79-7306-867B-B1BBAF36594E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header_accent">
            <a:extLst>
              <a:ext uri="{FF2B5EF4-FFF2-40B4-BE49-F238E27FC236}">
                <a16:creationId xmlns:a16="http://schemas.microsoft.com/office/drawing/2014/main" id="{F454241F-1859-DFF4-182A-F2FFC23D3338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footer_rule">
            <a:extLst>
              <a:ext uri="{FF2B5EF4-FFF2-40B4-BE49-F238E27FC236}">
                <a16:creationId xmlns:a16="http://schemas.microsoft.com/office/drawing/2014/main" id="{BCF109EF-AE7A-63AE-D714-060415FB040C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rade_tick_1">
            <a:extLst>
              <a:ext uri="{FF2B5EF4-FFF2-40B4-BE49-F238E27FC236}">
                <a16:creationId xmlns:a16="http://schemas.microsoft.com/office/drawing/2014/main" id="{15483794-A78C-FF12-5825-F0D63F0FEF61}"/>
              </a:ext>
            </a:extLst>
          </p:cNvPr>
          <p:cNvCxnSpPr/>
          <p:nvPr/>
        </p:nvCxnSpPr>
        <p:spPr>
          <a:xfrm>
            <a:off x="2876550" y="5791200"/>
            <a:ext cx="0" cy="457200"/>
          </a:xfrm>
          <a:prstGeom prst="line">
            <a:avLst/>
          </a:prstGeom>
          <a:ln w="19050">
            <a:solidFill>
              <a:srgbClr val="0865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rade_tick_2">
            <a:extLst>
              <a:ext uri="{FF2B5EF4-FFF2-40B4-BE49-F238E27FC236}">
                <a16:creationId xmlns:a16="http://schemas.microsoft.com/office/drawing/2014/main" id="{5AD37E20-5484-29E6-1591-0DB43D0110E8}"/>
              </a:ext>
            </a:extLst>
          </p:cNvPr>
          <p:cNvCxnSpPr/>
          <p:nvPr/>
        </p:nvCxnSpPr>
        <p:spPr>
          <a:xfrm>
            <a:off x="4267200" y="5791200"/>
            <a:ext cx="0" cy="457200"/>
          </a:xfrm>
          <a:prstGeom prst="line">
            <a:avLst/>
          </a:prstGeom>
          <a:ln w="19050">
            <a:solidFill>
              <a:srgbClr val="0865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rade_tick_3">
            <a:extLst>
              <a:ext uri="{FF2B5EF4-FFF2-40B4-BE49-F238E27FC236}">
                <a16:creationId xmlns:a16="http://schemas.microsoft.com/office/drawing/2014/main" id="{4380450F-2565-A332-6C4D-100FD39999EE}"/>
              </a:ext>
            </a:extLst>
          </p:cNvPr>
          <p:cNvCxnSpPr/>
          <p:nvPr/>
        </p:nvCxnSpPr>
        <p:spPr>
          <a:xfrm>
            <a:off x="5657850" y="5791200"/>
            <a:ext cx="0" cy="457200"/>
          </a:xfrm>
          <a:prstGeom prst="line">
            <a:avLst/>
          </a:prstGeom>
          <a:ln w="19050">
            <a:solidFill>
              <a:srgbClr val="0865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rade_tick_4">
            <a:extLst>
              <a:ext uri="{FF2B5EF4-FFF2-40B4-BE49-F238E27FC236}">
                <a16:creationId xmlns:a16="http://schemas.microsoft.com/office/drawing/2014/main" id="{AE801873-B4C2-4F68-2BBF-01F15D79C1E5}"/>
              </a:ext>
            </a:extLst>
          </p:cNvPr>
          <p:cNvCxnSpPr/>
          <p:nvPr/>
        </p:nvCxnSpPr>
        <p:spPr>
          <a:xfrm>
            <a:off x="7048500" y="5791200"/>
            <a:ext cx="0" cy="457200"/>
          </a:xfrm>
          <a:prstGeom prst="line">
            <a:avLst/>
          </a:prstGeom>
          <a:ln w="19050">
            <a:solidFill>
              <a:srgbClr val="0865B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ordinal_axis">
            <a:extLst>
              <a:ext uri="{FF2B5EF4-FFF2-40B4-BE49-F238E27FC236}">
                <a16:creationId xmlns:a16="http://schemas.microsoft.com/office/drawing/2014/main" id="{959C2D44-EA46-20D3-08A9-72046A701D52}"/>
              </a:ext>
            </a:extLst>
          </p:cNvPr>
          <p:cNvCxnSpPr/>
          <p:nvPr/>
        </p:nvCxnSpPr>
        <p:spPr>
          <a:xfrm>
            <a:off x="809625" y="5810250"/>
            <a:ext cx="723900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feature_bracket_l">
            <a:extLst>
              <a:ext uri="{FF2B5EF4-FFF2-40B4-BE49-F238E27FC236}">
                <a16:creationId xmlns:a16="http://schemas.microsoft.com/office/drawing/2014/main" id="{2D302722-678D-56D5-5212-5B9378878BEF}"/>
              </a:ext>
            </a:extLst>
          </p:cNvPr>
          <p:cNvCxnSpPr/>
          <p:nvPr/>
        </p:nvCxnSpPr>
        <p:spPr>
          <a:xfrm>
            <a:off x="9258300" y="4505325"/>
            <a:ext cx="0" cy="1838325"/>
          </a:xfrm>
          <a:prstGeom prst="line">
            <a:avLst/>
          </a:prstGeom>
          <a:ln w="1714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feature_bracket_r">
            <a:extLst>
              <a:ext uri="{FF2B5EF4-FFF2-40B4-BE49-F238E27FC236}">
                <a16:creationId xmlns:a16="http://schemas.microsoft.com/office/drawing/2014/main" id="{B0177DD4-4679-AD5C-A3DD-301F29745979}"/>
              </a:ext>
            </a:extLst>
          </p:cNvPr>
          <p:cNvCxnSpPr/>
          <p:nvPr/>
        </p:nvCxnSpPr>
        <p:spPr>
          <a:xfrm>
            <a:off x="10077450" y="4505325"/>
            <a:ext cx="0" cy="1838325"/>
          </a:xfrm>
          <a:prstGeom prst="line">
            <a:avLst/>
          </a:prstGeom>
          <a:ln w="1714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binary_arrow1">
            <a:extLst>
              <a:ext uri="{FF2B5EF4-FFF2-40B4-BE49-F238E27FC236}">
                <a16:creationId xmlns:a16="http://schemas.microsoft.com/office/drawing/2014/main" id="{24F39883-3F46-46F4-0A47-30837D800349}"/>
              </a:ext>
            </a:extLst>
          </p:cNvPr>
          <p:cNvCxnSpPr/>
          <p:nvPr/>
        </p:nvCxnSpPr>
        <p:spPr>
          <a:xfrm>
            <a:off x="10277475" y="5314950"/>
            <a:ext cx="419100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igmoid_bracket_l">
            <a:extLst>
              <a:ext uri="{FF2B5EF4-FFF2-40B4-BE49-F238E27FC236}">
                <a16:creationId xmlns:a16="http://schemas.microsoft.com/office/drawing/2014/main" id="{0DE16C2A-5804-2AC5-DEF6-513B234F2D67}"/>
              </a:ext>
            </a:extLst>
          </p:cNvPr>
          <p:cNvCxnSpPr/>
          <p:nvPr/>
        </p:nvCxnSpPr>
        <p:spPr>
          <a:xfrm>
            <a:off x="12934950" y="4467225"/>
            <a:ext cx="0" cy="1847850"/>
          </a:xfrm>
          <a:prstGeom prst="line">
            <a:avLst/>
          </a:prstGeom>
          <a:ln w="1714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igmoid_bracket_r">
            <a:extLst>
              <a:ext uri="{FF2B5EF4-FFF2-40B4-BE49-F238E27FC236}">
                <a16:creationId xmlns:a16="http://schemas.microsoft.com/office/drawing/2014/main" id="{F7C0D2A8-6A09-BF6F-AB09-7A1F88E19AD0}"/>
              </a:ext>
            </a:extLst>
          </p:cNvPr>
          <p:cNvCxnSpPr/>
          <p:nvPr/>
        </p:nvCxnSpPr>
        <p:spPr>
          <a:xfrm>
            <a:off x="13515975" y="4467225"/>
            <a:ext cx="0" cy="1847850"/>
          </a:xfrm>
          <a:prstGeom prst="line">
            <a:avLst/>
          </a:prstGeom>
          <a:ln w="1714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binary_arrow2">
            <a:extLst>
              <a:ext uri="{FF2B5EF4-FFF2-40B4-BE49-F238E27FC236}">
                <a16:creationId xmlns:a16="http://schemas.microsoft.com/office/drawing/2014/main" id="{FDDC8223-0827-87F0-0D78-91CBAC42CB75}"/>
              </a:ext>
            </a:extLst>
          </p:cNvPr>
          <p:cNvCxnSpPr/>
          <p:nvPr/>
        </p:nvCxnSpPr>
        <p:spPr>
          <a:xfrm>
            <a:off x="12544425" y="5314950"/>
            <a:ext cx="276225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binary_arrow3">
            <a:extLst>
              <a:ext uri="{FF2B5EF4-FFF2-40B4-BE49-F238E27FC236}">
                <a16:creationId xmlns:a16="http://schemas.microsoft.com/office/drawing/2014/main" id="{AC4A5B15-D787-F8B4-4723-A7E0F6F48573}"/>
              </a:ext>
            </a:extLst>
          </p:cNvPr>
          <p:cNvCxnSpPr/>
          <p:nvPr/>
        </p:nvCxnSpPr>
        <p:spPr>
          <a:xfrm>
            <a:off x="13649325" y="5314950"/>
            <a:ext cx="361950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_title">
            <a:extLst>
              <a:ext uri="{FF2B5EF4-FFF2-40B4-BE49-F238E27FC236}">
                <a16:creationId xmlns:a16="http://schemas.microsoft.com/office/drawing/2014/main" id="{F5C0BCB0-1EC0-4C71-9C2D-64CBC3EF328E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 DR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有序分级与</a:t>
            </a: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二元预测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DA0F2595-3E2E-45E8-8DBF-24B0FC21DE43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58A598C4-D9BB-45DA-A42E-5B68C198703A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11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ordinal_heading">
            <a:extLst>
              <a:ext uri="{FF2B5EF4-FFF2-40B4-BE49-F238E27FC236}">
                <a16:creationId xmlns:a16="http://schemas.microsoft.com/office/drawing/2014/main" id="{25137124-7AF0-46BC-922B-44D3789CEB4B}"/>
              </a:ext>
            </a:extLst>
          </p:cNvPr>
          <p:cNvSpPr>
            <a:spLocks/>
          </p:cNvSpPr>
          <p:nvPr/>
        </p:nvSpPr>
        <p:spPr>
          <a:xfrm>
            <a:off x="628650" y="2190750"/>
            <a:ext cx="7524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有序分级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binary_heading">
            <a:extLst>
              <a:ext uri="{FF2B5EF4-FFF2-40B4-BE49-F238E27FC236}">
                <a16:creationId xmlns:a16="http://schemas.microsoft.com/office/drawing/2014/main" id="{6EC59DF0-A778-44AB-A6BB-E578B49418F9}"/>
              </a:ext>
            </a:extLst>
          </p:cNvPr>
          <p:cNvSpPr>
            <a:spLocks/>
          </p:cNvSpPr>
          <p:nvPr/>
        </p:nvSpPr>
        <p:spPr>
          <a:xfrm>
            <a:off x="8772525" y="2190750"/>
            <a:ext cx="64865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二元预测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_0">
            <a:extLst>
              <a:ext uri="{FF2B5EF4-FFF2-40B4-BE49-F238E27FC236}">
                <a16:creationId xmlns:a16="http://schemas.microsoft.com/office/drawing/2014/main" id="{32F8701C-2650-4E83-9951-E2A7FF8716D7}"/>
              </a:ext>
            </a:extLst>
          </p:cNvPr>
          <p:cNvSpPr>
            <a:spLocks/>
          </p:cNvSpPr>
          <p:nvPr/>
        </p:nvSpPr>
        <p:spPr>
          <a:xfrm>
            <a:off x="847725" y="3086100"/>
            <a:ext cx="70008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基于眼底彩色图像的糖尿病视网膜病变有序分级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text_1">
            <a:extLst>
              <a:ext uri="{FF2B5EF4-FFF2-40B4-BE49-F238E27FC236}">
                <a16:creationId xmlns:a16="http://schemas.microsoft.com/office/drawing/2014/main" id="{3FC19D4F-BEB1-486A-8329-E6E72DD425F9}"/>
              </a:ext>
            </a:extLst>
          </p:cNvPr>
          <p:cNvSpPr>
            <a:spLocks/>
          </p:cNvSpPr>
          <p:nvPr/>
        </p:nvSpPr>
        <p:spPr>
          <a:xfrm>
            <a:off x="9010650" y="3086100"/>
            <a:ext cx="6000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2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基于眼底彩色图像的糖尿病肾病二元预测</a:t>
            </a:r>
            <a:endParaRPr sz="22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81" name="module_grade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04816B6-FA53-0A69-4561-FDF4CA5001D0}"/>
              </a:ext>
            </a:extLst>
          </p:cNvPr>
          <p:cNvGrpSpPr/>
          <p:nvPr/>
        </p:nvGrpSpPr>
        <p:grpSpPr>
          <a:xfrm>
            <a:off x="904875" y="4124325"/>
            <a:ext cx="1209675" cy="1019175"/>
            <a:chOff x="904875" y="4124325"/>
            <a:chExt cx="1209675" cy="1019175"/>
          </a:xfrm>
        </p:grpSpPr>
        <p:sp>
          <p:nvSpPr>
            <p:cNvPr id="12" name="grade_0_bg">
              <a:extLst>
                <a:ext uri="{FF2B5EF4-FFF2-40B4-BE49-F238E27FC236}">
                  <a16:creationId xmlns:a16="http://schemas.microsoft.com/office/drawing/2014/main" id="{BA0223DB-1E32-4FF1-9714-CDDA10E9ECC6}"/>
                </a:ext>
              </a:extLst>
            </p:cNvPr>
            <p:cNvSpPr>
              <a:spLocks/>
            </p:cNvSpPr>
            <p:nvPr/>
          </p:nvSpPr>
          <p:spPr>
            <a:xfrm>
              <a:off x="904875" y="4124325"/>
              <a:ext cx="1209675" cy="1019175"/>
            </a:xfrm>
            <a:prstGeom prst="roundRect">
              <a:avLst>
                <a:gd name="adj" fmla="val 11215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3" name="grade_0_text">
              <a:extLst>
                <a:ext uri="{FF2B5EF4-FFF2-40B4-BE49-F238E27FC236}">
                  <a16:creationId xmlns:a16="http://schemas.microsoft.com/office/drawing/2014/main" id="{F646C68C-F5C1-417A-BB86-9F7A7A6229AE}"/>
                </a:ext>
              </a:extLst>
            </p:cNvPr>
            <p:cNvSpPr>
              <a:spLocks/>
            </p:cNvSpPr>
            <p:nvPr/>
          </p:nvSpPr>
          <p:spPr>
            <a:xfrm>
              <a:off x="971550" y="4152900"/>
              <a:ext cx="1076325" cy="962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0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0</a:t>
              </a:r>
              <a:r>
                <a:rPr lang="zh-CN" altLang="en-US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3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2" name="module_grade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4CDFAD4-7E7D-CA2D-FDED-239AF067362A}"/>
              </a:ext>
            </a:extLst>
          </p:cNvPr>
          <p:cNvGrpSpPr/>
          <p:nvPr/>
        </p:nvGrpSpPr>
        <p:grpSpPr>
          <a:xfrm>
            <a:off x="2295525" y="4124325"/>
            <a:ext cx="1209675" cy="1019175"/>
            <a:chOff x="2295525" y="4124325"/>
            <a:chExt cx="1209675" cy="1019175"/>
          </a:xfrm>
        </p:grpSpPr>
        <p:sp>
          <p:nvSpPr>
            <p:cNvPr id="14" name="grade_1_bg">
              <a:extLst>
                <a:ext uri="{FF2B5EF4-FFF2-40B4-BE49-F238E27FC236}">
                  <a16:creationId xmlns:a16="http://schemas.microsoft.com/office/drawing/2014/main" id="{3B9F10C5-F124-4E30-ACBE-DD38A361EBB0}"/>
                </a:ext>
              </a:extLst>
            </p:cNvPr>
            <p:cNvSpPr>
              <a:spLocks/>
            </p:cNvSpPr>
            <p:nvPr/>
          </p:nvSpPr>
          <p:spPr>
            <a:xfrm>
              <a:off x="2295525" y="4124325"/>
              <a:ext cx="1209675" cy="1019175"/>
            </a:xfrm>
            <a:prstGeom prst="roundRect">
              <a:avLst>
                <a:gd name="adj" fmla="val 11215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5" name="grade_1_text">
              <a:extLst>
                <a:ext uri="{FF2B5EF4-FFF2-40B4-BE49-F238E27FC236}">
                  <a16:creationId xmlns:a16="http://schemas.microsoft.com/office/drawing/2014/main" id="{FF001A54-CA57-4A8F-98A4-3D2064DAED29}"/>
                </a:ext>
              </a:extLst>
            </p:cNvPr>
            <p:cNvSpPr>
              <a:spLocks/>
            </p:cNvSpPr>
            <p:nvPr/>
          </p:nvSpPr>
          <p:spPr>
            <a:xfrm>
              <a:off x="2362200" y="4152900"/>
              <a:ext cx="1076325" cy="962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0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</a:t>
              </a:r>
              <a:r>
                <a:rPr lang="zh-CN" altLang="en-US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3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3" name="module_threshold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75AE7F6-9F3C-D99C-067D-937084CB311C}"/>
              </a:ext>
            </a:extLst>
          </p:cNvPr>
          <p:cNvGrpSpPr/>
          <p:nvPr/>
        </p:nvGrpSpPr>
        <p:grpSpPr>
          <a:xfrm>
            <a:off x="2543175" y="6248400"/>
            <a:ext cx="1076325" cy="485775"/>
            <a:chOff x="2543175" y="6248400"/>
            <a:chExt cx="1076325" cy="485775"/>
          </a:xfrm>
        </p:grpSpPr>
        <p:sp>
          <p:nvSpPr>
            <p:cNvPr id="16" name="threshold_1_bg">
              <a:extLst>
                <a:ext uri="{FF2B5EF4-FFF2-40B4-BE49-F238E27FC236}">
                  <a16:creationId xmlns:a16="http://schemas.microsoft.com/office/drawing/2014/main" id="{BCD78884-28ED-42C8-B954-A50A4DB935AF}"/>
                </a:ext>
              </a:extLst>
            </p:cNvPr>
            <p:cNvSpPr>
              <a:spLocks/>
            </p:cNvSpPr>
            <p:nvPr/>
          </p:nvSpPr>
          <p:spPr>
            <a:xfrm>
              <a:off x="2543175" y="6248400"/>
              <a:ext cx="1076325" cy="485775"/>
            </a:xfrm>
            <a:prstGeom prst="roundRect">
              <a:avLst>
                <a:gd name="adj" fmla="val 23529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7" name="threshold_1_text">
              <a:extLst>
                <a:ext uri="{FF2B5EF4-FFF2-40B4-BE49-F238E27FC236}">
                  <a16:creationId xmlns:a16="http://schemas.microsoft.com/office/drawing/2014/main" id="{F07CC033-519C-4C44-BAD0-213A9052D28D}"/>
                </a:ext>
              </a:extLst>
            </p:cNvPr>
            <p:cNvSpPr>
              <a:spLocks/>
            </p:cNvSpPr>
            <p:nvPr/>
          </p:nvSpPr>
          <p:spPr>
            <a:xfrm>
              <a:off x="2638425" y="6286500"/>
              <a:ext cx="88582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≥</a:t>
              </a:r>
              <a:r>
                <a:rPr lang="en-US" altLang="zh-CN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</a:t>
              </a:r>
              <a:r>
                <a:rPr lang="zh-CN" altLang="en-US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20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4" name="module_grade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B018FC0-CDC2-34D3-5231-2179A179823C}"/>
              </a:ext>
            </a:extLst>
          </p:cNvPr>
          <p:cNvGrpSpPr/>
          <p:nvPr/>
        </p:nvGrpSpPr>
        <p:grpSpPr>
          <a:xfrm>
            <a:off x="3686175" y="4124325"/>
            <a:ext cx="1209675" cy="1019175"/>
            <a:chOff x="3686175" y="4124325"/>
            <a:chExt cx="1209675" cy="1019175"/>
          </a:xfrm>
        </p:grpSpPr>
        <p:sp>
          <p:nvSpPr>
            <p:cNvPr id="18" name="grade_2_bg">
              <a:extLst>
                <a:ext uri="{FF2B5EF4-FFF2-40B4-BE49-F238E27FC236}">
                  <a16:creationId xmlns:a16="http://schemas.microsoft.com/office/drawing/2014/main" id="{37F0BCB3-4CF6-455D-ACE0-A4AF87A7869C}"/>
                </a:ext>
              </a:extLst>
            </p:cNvPr>
            <p:cNvSpPr>
              <a:spLocks/>
            </p:cNvSpPr>
            <p:nvPr/>
          </p:nvSpPr>
          <p:spPr>
            <a:xfrm>
              <a:off x="3686175" y="4124325"/>
              <a:ext cx="1209675" cy="1019175"/>
            </a:xfrm>
            <a:prstGeom prst="roundRect">
              <a:avLst>
                <a:gd name="adj" fmla="val 11215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9" name="grade_2_text">
              <a:extLst>
                <a:ext uri="{FF2B5EF4-FFF2-40B4-BE49-F238E27FC236}">
                  <a16:creationId xmlns:a16="http://schemas.microsoft.com/office/drawing/2014/main" id="{43CE3172-7D36-49F3-B8F1-5CD13659CE48}"/>
                </a:ext>
              </a:extLst>
            </p:cNvPr>
            <p:cNvSpPr>
              <a:spLocks/>
            </p:cNvSpPr>
            <p:nvPr/>
          </p:nvSpPr>
          <p:spPr>
            <a:xfrm>
              <a:off x="3752850" y="4152900"/>
              <a:ext cx="1076325" cy="962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0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2</a:t>
              </a:r>
              <a:r>
                <a:rPr lang="zh-CN" altLang="en-US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3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5" name="module_threshold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9E60AC5-21E3-69A3-913C-68C3408816D2}"/>
              </a:ext>
            </a:extLst>
          </p:cNvPr>
          <p:cNvGrpSpPr/>
          <p:nvPr/>
        </p:nvGrpSpPr>
        <p:grpSpPr>
          <a:xfrm>
            <a:off x="3933825" y="6248400"/>
            <a:ext cx="1076325" cy="485775"/>
            <a:chOff x="3933825" y="6248400"/>
            <a:chExt cx="1076325" cy="485775"/>
          </a:xfrm>
        </p:grpSpPr>
        <p:sp>
          <p:nvSpPr>
            <p:cNvPr id="20" name="threshold_2_bg">
              <a:extLst>
                <a:ext uri="{FF2B5EF4-FFF2-40B4-BE49-F238E27FC236}">
                  <a16:creationId xmlns:a16="http://schemas.microsoft.com/office/drawing/2014/main" id="{5561DF99-074B-4F46-BE4A-428ADA7A5849}"/>
                </a:ext>
              </a:extLst>
            </p:cNvPr>
            <p:cNvSpPr>
              <a:spLocks/>
            </p:cNvSpPr>
            <p:nvPr/>
          </p:nvSpPr>
          <p:spPr>
            <a:xfrm>
              <a:off x="3933825" y="6248400"/>
              <a:ext cx="1076325" cy="485775"/>
            </a:xfrm>
            <a:prstGeom prst="roundRect">
              <a:avLst>
                <a:gd name="adj" fmla="val 23529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21" name="threshold_2_text">
              <a:extLst>
                <a:ext uri="{FF2B5EF4-FFF2-40B4-BE49-F238E27FC236}">
                  <a16:creationId xmlns:a16="http://schemas.microsoft.com/office/drawing/2014/main" id="{52B88C9E-181F-4200-A53B-4E3D8903A4D2}"/>
                </a:ext>
              </a:extLst>
            </p:cNvPr>
            <p:cNvSpPr>
              <a:spLocks/>
            </p:cNvSpPr>
            <p:nvPr/>
          </p:nvSpPr>
          <p:spPr>
            <a:xfrm>
              <a:off x="4029075" y="6286500"/>
              <a:ext cx="88582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≥</a:t>
              </a:r>
              <a:r>
                <a:rPr lang="en-US" altLang="zh-CN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2</a:t>
              </a:r>
              <a:r>
                <a:rPr lang="zh-CN" altLang="en-US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20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6" name="module_grade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A31560F-A5E9-7178-EC8A-B29111B3C24F}"/>
              </a:ext>
            </a:extLst>
          </p:cNvPr>
          <p:cNvGrpSpPr/>
          <p:nvPr/>
        </p:nvGrpSpPr>
        <p:grpSpPr>
          <a:xfrm>
            <a:off x="5076825" y="4124325"/>
            <a:ext cx="1209675" cy="1019175"/>
            <a:chOff x="5076825" y="4124325"/>
            <a:chExt cx="1209675" cy="1019175"/>
          </a:xfrm>
        </p:grpSpPr>
        <p:sp>
          <p:nvSpPr>
            <p:cNvPr id="22" name="grade_3_bg">
              <a:extLst>
                <a:ext uri="{FF2B5EF4-FFF2-40B4-BE49-F238E27FC236}">
                  <a16:creationId xmlns:a16="http://schemas.microsoft.com/office/drawing/2014/main" id="{2CC773A1-2026-4668-8B4A-EB008CCB5959}"/>
                </a:ext>
              </a:extLst>
            </p:cNvPr>
            <p:cNvSpPr>
              <a:spLocks/>
            </p:cNvSpPr>
            <p:nvPr/>
          </p:nvSpPr>
          <p:spPr>
            <a:xfrm>
              <a:off x="5076825" y="4124325"/>
              <a:ext cx="1209675" cy="1019175"/>
            </a:xfrm>
            <a:prstGeom prst="roundRect">
              <a:avLst>
                <a:gd name="adj" fmla="val 11215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3" name="grade_3_text">
              <a:extLst>
                <a:ext uri="{FF2B5EF4-FFF2-40B4-BE49-F238E27FC236}">
                  <a16:creationId xmlns:a16="http://schemas.microsoft.com/office/drawing/2014/main" id="{3F79E6FA-CEF7-4219-829E-9AD62B5180F9}"/>
                </a:ext>
              </a:extLst>
            </p:cNvPr>
            <p:cNvSpPr>
              <a:spLocks/>
            </p:cNvSpPr>
            <p:nvPr/>
          </p:nvSpPr>
          <p:spPr>
            <a:xfrm>
              <a:off x="5143500" y="4152900"/>
              <a:ext cx="1076325" cy="962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0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3</a:t>
              </a:r>
              <a:r>
                <a:rPr lang="zh-CN" altLang="en-US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3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7" name="module_threshold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72304B7-8CDC-0CD1-ADEB-0026EC388C53}"/>
              </a:ext>
            </a:extLst>
          </p:cNvPr>
          <p:cNvGrpSpPr/>
          <p:nvPr/>
        </p:nvGrpSpPr>
        <p:grpSpPr>
          <a:xfrm>
            <a:off x="5324475" y="6248400"/>
            <a:ext cx="1076325" cy="485775"/>
            <a:chOff x="5324475" y="6248400"/>
            <a:chExt cx="1076325" cy="485775"/>
          </a:xfrm>
        </p:grpSpPr>
        <p:sp>
          <p:nvSpPr>
            <p:cNvPr id="24" name="threshold_3_bg">
              <a:extLst>
                <a:ext uri="{FF2B5EF4-FFF2-40B4-BE49-F238E27FC236}">
                  <a16:creationId xmlns:a16="http://schemas.microsoft.com/office/drawing/2014/main" id="{4265D546-7B89-4875-889B-3730ABC0A90D}"/>
                </a:ext>
              </a:extLst>
            </p:cNvPr>
            <p:cNvSpPr>
              <a:spLocks/>
            </p:cNvSpPr>
            <p:nvPr/>
          </p:nvSpPr>
          <p:spPr>
            <a:xfrm>
              <a:off x="5324475" y="6248400"/>
              <a:ext cx="1076325" cy="485775"/>
            </a:xfrm>
            <a:prstGeom prst="roundRect">
              <a:avLst>
                <a:gd name="adj" fmla="val 23529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25" name="threshold_3_text">
              <a:extLst>
                <a:ext uri="{FF2B5EF4-FFF2-40B4-BE49-F238E27FC236}">
                  <a16:creationId xmlns:a16="http://schemas.microsoft.com/office/drawing/2014/main" id="{E3F27D17-BCB5-4236-93DF-27B8D7C40502}"/>
                </a:ext>
              </a:extLst>
            </p:cNvPr>
            <p:cNvSpPr>
              <a:spLocks/>
            </p:cNvSpPr>
            <p:nvPr/>
          </p:nvSpPr>
          <p:spPr>
            <a:xfrm>
              <a:off x="5419725" y="6286500"/>
              <a:ext cx="88582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≥</a:t>
              </a:r>
              <a:r>
                <a:rPr lang="en-US" altLang="zh-CN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3</a:t>
              </a:r>
              <a:r>
                <a:rPr lang="zh-CN" altLang="en-US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20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8" name="module_grade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6087492-BA2E-CA90-C38F-361A9637587E}"/>
              </a:ext>
            </a:extLst>
          </p:cNvPr>
          <p:cNvGrpSpPr/>
          <p:nvPr/>
        </p:nvGrpSpPr>
        <p:grpSpPr>
          <a:xfrm>
            <a:off x="6467475" y="4124325"/>
            <a:ext cx="1209675" cy="1019175"/>
            <a:chOff x="6467475" y="4124325"/>
            <a:chExt cx="1209675" cy="1019175"/>
          </a:xfrm>
        </p:grpSpPr>
        <p:sp>
          <p:nvSpPr>
            <p:cNvPr id="26" name="grade_4_bg">
              <a:extLst>
                <a:ext uri="{FF2B5EF4-FFF2-40B4-BE49-F238E27FC236}">
                  <a16:creationId xmlns:a16="http://schemas.microsoft.com/office/drawing/2014/main" id="{5F378371-ED22-4BE2-AAB6-44F4E586FB96}"/>
                </a:ext>
              </a:extLst>
            </p:cNvPr>
            <p:cNvSpPr>
              <a:spLocks/>
            </p:cNvSpPr>
            <p:nvPr/>
          </p:nvSpPr>
          <p:spPr>
            <a:xfrm>
              <a:off x="6467475" y="4124325"/>
              <a:ext cx="1209675" cy="1019175"/>
            </a:xfrm>
            <a:prstGeom prst="roundRect">
              <a:avLst>
                <a:gd name="adj" fmla="val 11215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7" name="grade_4_text">
              <a:extLst>
                <a:ext uri="{FF2B5EF4-FFF2-40B4-BE49-F238E27FC236}">
                  <a16:creationId xmlns:a16="http://schemas.microsoft.com/office/drawing/2014/main" id="{2D306219-8093-4C7E-94B6-0A8328C07A5A}"/>
                </a:ext>
              </a:extLst>
            </p:cNvPr>
            <p:cNvSpPr>
              <a:spLocks/>
            </p:cNvSpPr>
            <p:nvPr/>
          </p:nvSpPr>
          <p:spPr>
            <a:xfrm>
              <a:off x="6534150" y="4152900"/>
              <a:ext cx="1076325" cy="962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0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4</a:t>
              </a:r>
              <a:r>
                <a:rPr lang="zh-CN" altLang="en-US" sz="30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30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9" name="module_threshold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69457CE-1CEA-E370-7C2C-BAA8E1F744EA}"/>
              </a:ext>
            </a:extLst>
          </p:cNvPr>
          <p:cNvGrpSpPr/>
          <p:nvPr/>
        </p:nvGrpSpPr>
        <p:grpSpPr>
          <a:xfrm>
            <a:off x="6715125" y="6248400"/>
            <a:ext cx="1076325" cy="485775"/>
            <a:chOff x="6715125" y="6248400"/>
            <a:chExt cx="1076325" cy="485775"/>
          </a:xfrm>
        </p:grpSpPr>
        <p:sp>
          <p:nvSpPr>
            <p:cNvPr id="28" name="threshold_4_bg">
              <a:extLst>
                <a:ext uri="{FF2B5EF4-FFF2-40B4-BE49-F238E27FC236}">
                  <a16:creationId xmlns:a16="http://schemas.microsoft.com/office/drawing/2014/main" id="{C11B53D4-E2A5-43EA-9FC4-7AF527F18325}"/>
                </a:ext>
              </a:extLst>
            </p:cNvPr>
            <p:cNvSpPr>
              <a:spLocks/>
            </p:cNvSpPr>
            <p:nvPr/>
          </p:nvSpPr>
          <p:spPr>
            <a:xfrm>
              <a:off x="6715125" y="6248400"/>
              <a:ext cx="1076325" cy="485775"/>
            </a:xfrm>
            <a:prstGeom prst="roundRect">
              <a:avLst>
                <a:gd name="adj" fmla="val 23529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29" name="threshold_4_text">
              <a:extLst>
                <a:ext uri="{FF2B5EF4-FFF2-40B4-BE49-F238E27FC236}">
                  <a16:creationId xmlns:a16="http://schemas.microsoft.com/office/drawing/2014/main" id="{CCB84C82-D7F4-4D50-867F-14B48618C5C7}"/>
                </a:ext>
              </a:extLst>
            </p:cNvPr>
            <p:cNvSpPr>
              <a:spLocks/>
            </p:cNvSpPr>
            <p:nvPr/>
          </p:nvSpPr>
          <p:spPr>
            <a:xfrm>
              <a:off x="6810375" y="6286500"/>
              <a:ext cx="88582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≥</a:t>
              </a:r>
              <a:r>
                <a:rPr lang="en-US" altLang="zh-CN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4</a:t>
              </a:r>
              <a:r>
                <a:rPr lang="zh-CN" altLang="en-US" sz="20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级</a:t>
              </a:r>
              <a:endParaRPr sz="20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2" name="text_3">
            <a:extLst>
              <a:ext uri="{FF2B5EF4-FFF2-40B4-BE49-F238E27FC236}">
                <a16:creationId xmlns:a16="http://schemas.microsoft.com/office/drawing/2014/main" id="{9916F1B1-E2D2-4537-AFDA-2505537A8855}"/>
              </a:ext>
            </a:extLst>
          </p:cNvPr>
          <p:cNvSpPr>
            <a:spLocks/>
          </p:cNvSpPr>
          <p:nvPr/>
        </p:nvSpPr>
        <p:spPr>
          <a:xfrm>
            <a:off x="1343025" y="7029450"/>
            <a:ext cx="6515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约束累积概率顺序一致</a:t>
            </a:r>
            <a:endParaRPr sz="21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4" name="text_5">
            <a:extLst>
              <a:ext uri="{FF2B5EF4-FFF2-40B4-BE49-F238E27FC236}">
                <a16:creationId xmlns:a16="http://schemas.microsoft.com/office/drawing/2014/main" id="{06ED906C-B1D0-4D48-AC5A-57EE02C31513}"/>
              </a:ext>
            </a:extLst>
          </p:cNvPr>
          <p:cNvSpPr>
            <a:spLocks/>
          </p:cNvSpPr>
          <p:nvPr/>
        </p:nvSpPr>
        <p:spPr>
          <a:xfrm>
            <a:off x="1343025" y="7439025"/>
            <a:ext cx="6515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P(DR≥1)</a:t>
            </a: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用于有无</a:t>
            </a:r>
            <a:r>
              <a:rPr lang="en-US" altLang="zh-CN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判断</a:t>
            </a:r>
            <a:endParaRPr sz="21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5" name="text_6">
            <a:extLst>
              <a:ext uri="{FF2B5EF4-FFF2-40B4-BE49-F238E27FC236}">
                <a16:creationId xmlns:a16="http://schemas.microsoft.com/office/drawing/2014/main" id="{C3EA7739-71D2-4886-9435-7DE66D9706D0}"/>
              </a:ext>
            </a:extLst>
          </p:cNvPr>
          <p:cNvSpPr>
            <a:spLocks/>
          </p:cNvSpPr>
          <p:nvPr/>
        </p:nvSpPr>
        <p:spPr>
          <a:xfrm>
            <a:off x="9172575" y="4000500"/>
            <a:ext cx="1123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256</a:t>
            </a: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维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0" name="text_7">
            <a:extLst>
              <a:ext uri="{FF2B5EF4-FFF2-40B4-BE49-F238E27FC236}">
                <a16:creationId xmlns:a16="http://schemas.microsoft.com/office/drawing/2014/main" id="{73CD4F09-5F89-479C-9DBA-F655766EF03D}"/>
              </a:ext>
            </a:extLst>
          </p:cNvPr>
          <p:cNvSpPr>
            <a:spLocks/>
          </p:cNvSpPr>
          <p:nvPr/>
        </p:nvSpPr>
        <p:spPr>
          <a:xfrm>
            <a:off x="9525000" y="5172075"/>
            <a:ext cx="2762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⋮</a:t>
            </a:r>
            <a:endParaRPr sz="21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93" name="module_binary_probability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39D5683-87B6-CA1A-DD1F-6A6F7BE7698A}"/>
              </a:ext>
            </a:extLst>
          </p:cNvPr>
          <p:cNvGrpSpPr/>
          <p:nvPr/>
        </p:nvGrpSpPr>
        <p:grpSpPr>
          <a:xfrm>
            <a:off x="14011275" y="4943475"/>
            <a:ext cx="1114425" cy="857250"/>
            <a:chOff x="14011275" y="4943475"/>
            <a:chExt cx="1114425" cy="857250"/>
          </a:xfrm>
        </p:grpSpPr>
        <p:sp>
          <p:nvSpPr>
            <p:cNvPr id="48" name="binary_probability_bg">
              <a:extLst>
                <a:ext uri="{FF2B5EF4-FFF2-40B4-BE49-F238E27FC236}">
                  <a16:creationId xmlns:a16="http://schemas.microsoft.com/office/drawing/2014/main" id="{F1113A62-BA84-4016-AE28-2154E47869BC}"/>
                </a:ext>
              </a:extLst>
            </p:cNvPr>
            <p:cNvSpPr>
              <a:spLocks/>
            </p:cNvSpPr>
            <p:nvPr/>
          </p:nvSpPr>
          <p:spPr>
            <a:xfrm>
              <a:off x="14011275" y="4943475"/>
              <a:ext cx="1114425" cy="857250"/>
            </a:xfrm>
            <a:prstGeom prst="roundRect">
              <a:avLst>
                <a:gd name="adj" fmla="val 13333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49" name="binary_probability_text">
              <a:extLst>
                <a:ext uri="{FF2B5EF4-FFF2-40B4-BE49-F238E27FC236}">
                  <a16:creationId xmlns:a16="http://schemas.microsoft.com/office/drawing/2014/main" id="{C481AC4C-07F6-407F-AF21-72F12EB8CAE2}"/>
                </a:ext>
              </a:extLst>
            </p:cNvPr>
            <p:cNvSpPr>
              <a:spLocks/>
            </p:cNvSpPr>
            <p:nvPr/>
          </p:nvSpPr>
          <p:spPr>
            <a:xfrm>
              <a:off x="14077950" y="4972050"/>
              <a:ext cx="981075" cy="8001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0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P(DKD)</a:t>
              </a:r>
              <a:endParaRPr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94" name="module_feature_caption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A92A03C-7D6E-CEC3-5072-A27975459206}"/>
              </a:ext>
            </a:extLst>
          </p:cNvPr>
          <p:cNvGrpSpPr/>
          <p:nvPr/>
        </p:nvGrpSpPr>
        <p:grpSpPr>
          <a:xfrm>
            <a:off x="9020175" y="6791325"/>
            <a:ext cx="1314450" cy="695325"/>
            <a:chOff x="9020175" y="6791325"/>
            <a:chExt cx="1314450" cy="695325"/>
          </a:xfrm>
        </p:grpSpPr>
        <p:sp>
          <p:nvSpPr>
            <p:cNvPr id="50" name="feature_caption_bg">
              <a:extLst>
                <a:ext uri="{FF2B5EF4-FFF2-40B4-BE49-F238E27FC236}">
                  <a16:creationId xmlns:a16="http://schemas.microsoft.com/office/drawing/2014/main" id="{34AA1A88-E55D-48F3-80E7-A1407699F379}"/>
                </a:ext>
              </a:extLst>
            </p:cNvPr>
            <p:cNvSpPr>
              <a:spLocks/>
            </p:cNvSpPr>
            <p:nvPr/>
          </p:nvSpPr>
          <p:spPr>
            <a:xfrm>
              <a:off x="9020175" y="6791325"/>
              <a:ext cx="1314450" cy="695325"/>
            </a:xfrm>
            <a:prstGeom prst="roundRect">
              <a:avLst>
                <a:gd name="adj" fmla="val 164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51" name="feature_caption_text">
              <a:extLst>
                <a:ext uri="{FF2B5EF4-FFF2-40B4-BE49-F238E27FC236}">
                  <a16:creationId xmlns:a16="http://schemas.microsoft.com/office/drawing/2014/main" id="{04A0C646-CA31-4EDE-9810-39E656FA1F08}"/>
                </a:ext>
              </a:extLst>
            </p:cNvPr>
            <p:cNvSpPr>
              <a:spLocks/>
            </p:cNvSpPr>
            <p:nvPr/>
          </p:nvSpPr>
          <p:spPr>
            <a:xfrm>
              <a:off x="9115425" y="6829425"/>
              <a:ext cx="1123950" cy="619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任务特征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95" name="module_fc_caption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7DCBA02-7DF1-80F9-4352-ED8D442FE15C}"/>
              </a:ext>
            </a:extLst>
          </p:cNvPr>
          <p:cNvGrpSpPr/>
          <p:nvPr/>
        </p:nvGrpSpPr>
        <p:grpSpPr>
          <a:xfrm>
            <a:off x="10648950" y="6791325"/>
            <a:ext cx="1819275" cy="695325"/>
            <a:chOff x="10648950" y="6791325"/>
            <a:chExt cx="1819275" cy="695325"/>
          </a:xfrm>
        </p:grpSpPr>
        <p:sp>
          <p:nvSpPr>
            <p:cNvPr id="52" name="fc_caption_bg">
              <a:extLst>
                <a:ext uri="{FF2B5EF4-FFF2-40B4-BE49-F238E27FC236}">
                  <a16:creationId xmlns:a16="http://schemas.microsoft.com/office/drawing/2014/main" id="{86A3713A-DE61-4C30-A5C9-FD3A746D3754}"/>
                </a:ext>
              </a:extLst>
            </p:cNvPr>
            <p:cNvSpPr>
              <a:spLocks/>
            </p:cNvSpPr>
            <p:nvPr/>
          </p:nvSpPr>
          <p:spPr>
            <a:xfrm>
              <a:off x="10648950" y="6791325"/>
              <a:ext cx="1819275" cy="695325"/>
            </a:xfrm>
            <a:prstGeom prst="roundRect">
              <a:avLst>
                <a:gd name="adj" fmla="val 164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53" name="fc_caption_text">
              <a:extLst>
                <a:ext uri="{FF2B5EF4-FFF2-40B4-BE49-F238E27FC236}">
                  <a16:creationId xmlns:a16="http://schemas.microsoft.com/office/drawing/2014/main" id="{D49B8201-C9C4-4E46-8693-6820A211FAB8}"/>
                </a:ext>
              </a:extLst>
            </p:cNvPr>
            <p:cNvSpPr>
              <a:spLocks/>
            </p:cNvSpPr>
            <p:nvPr/>
          </p:nvSpPr>
          <p:spPr>
            <a:xfrm>
              <a:off x="10744200" y="6829425"/>
              <a:ext cx="1628775" cy="619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全连接层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96" name="module_sigmoid_caption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0B83875-6103-29DE-82B6-DB925FCE51E0}"/>
              </a:ext>
            </a:extLst>
          </p:cNvPr>
          <p:cNvGrpSpPr/>
          <p:nvPr/>
        </p:nvGrpSpPr>
        <p:grpSpPr>
          <a:xfrm>
            <a:off x="12830175" y="6791325"/>
            <a:ext cx="1200150" cy="695325"/>
            <a:chOff x="12830175" y="6791325"/>
            <a:chExt cx="1200150" cy="695325"/>
          </a:xfrm>
        </p:grpSpPr>
        <p:sp>
          <p:nvSpPr>
            <p:cNvPr id="54" name="sigmoid_caption_bg">
              <a:extLst>
                <a:ext uri="{FF2B5EF4-FFF2-40B4-BE49-F238E27FC236}">
                  <a16:creationId xmlns:a16="http://schemas.microsoft.com/office/drawing/2014/main" id="{1B8F9C5D-D3C7-42CC-A11E-CF0C56384672}"/>
                </a:ext>
              </a:extLst>
            </p:cNvPr>
            <p:cNvSpPr>
              <a:spLocks/>
            </p:cNvSpPr>
            <p:nvPr/>
          </p:nvSpPr>
          <p:spPr>
            <a:xfrm>
              <a:off x="12830175" y="6791325"/>
              <a:ext cx="1200150" cy="695325"/>
            </a:xfrm>
            <a:prstGeom prst="roundRect">
              <a:avLst>
                <a:gd name="adj" fmla="val 1643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55" name="sigmoid_caption_text">
              <a:extLst>
                <a:ext uri="{FF2B5EF4-FFF2-40B4-BE49-F238E27FC236}">
                  <a16:creationId xmlns:a16="http://schemas.microsoft.com/office/drawing/2014/main" id="{F7C6868B-B942-4C93-A1A0-0CF3BC7D6D36}"/>
                </a:ext>
              </a:extLst>
            </p:cNvPr>
            <p:cNvSpPr>
              <a:spLocks/>
            </p:cNvSpPr>
            <p:nvPr/>
          </p:nvSpPr>
          <p:spPr>
            <a:xfrm>
              <a:off x="12925425" y="6829425"/>
              <a:ext cx="1009650" cy="619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8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Sigmoid</a:t>
              </a:r>
              <a:endParaRPr sz="18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499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vessel_after_image_backplate">
            <a:extLst>
              <a:ext uri="{FF2B5EF4-FFF2-40B4-BE49-F238E27FC236}">
                <a16:creationId xmlns:a16="http://schemas.microsoft.com/office/drawing/2014/main" id="{37E88824-ADF3-4276-93E0-D4EC23D00F6E}"/>
              </a:ext>
            </a:extLst>
          </p:cNvPr>
          <p:cNvSpPr>
            <a:spLocks/>
          </p:cNvSpPr>
          <p:nvPr/>
        </p:nvSpPr>
        <p:spPr>
          <a:xfrm>
            <a:off x="9439275" y="6172200"/>
            <a:ext cx="2143125" cy="100012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2" name="vessel_before_image_backplate">
            <a:extLst>
              <a:ext uri="{FF2B5EF4-FFF2-40B4-BE49-F238E27FC236}">
                <a16:creationId xmlns:a16="http://schemas.microsoft.com/office/drawing/2014/main" id="{2812EB46-30E8-435B-9BBE-56AE0B1AC3F4}"/>
              </a:ext>
            </a:extLst>
          </p:cNvPr>
          <p:cNvSpPr>
            <a:spLocks/>
          </p:cNvSpPr>
          <p:nvPr/>
        </p:nvSpPr>
        <p:spPr>
          <a:xfrm>
            <a:off x="6629400" y="6172200"/>
            <a:ext cx="2047875" cy="1000125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3" name="mask_count_img_2_image_backplate">
            <a:extLst>
              <a:ext uri="{FF2B5EF4-FFF2-40B4-BE49-F238E27FC236}">
                <a16:creationId xmlns:a16="http://schemas.microsoft.com/office/drawing/2014/main" id="{E2EF2643-C2EA-433F-8A04-C0663693162C}"/>
              </a:ext>
            </a:extLst>
          </p:cNvPr>
          <p:cNvSpPr>
            <a:spLocks/>
          </p:cNvSpPr>
          <p:nvPr/>
        </p:nvSpPr>
        <p:spPr>
          <a:xfrm>
            <a:off x="12125325" y="3276600"/>
            <a:ext cx="676275" cy="895350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4" name="mask_count_img_1_image_backplate">
            <a:extLst>
              <a:ext uri="{FF2B5EF4-FFF2-40B4-BE49-F238E27FC236}">
                <a16:creationId xmlns:a16="http://schemas.microsoft.com/office/drawing/2014/main" id="{C0F5CD5E-6C3C-46A6-B8CD-D274DB4C1A95}"/>
              </a:ext>
            </a:extLst>
          </p:cNvPr>
          <p:cNvSpPr>
            <a:spLocks/>
          </p:cNvSpPr>
          <p:nvPr/>
        </p:nvSpPr>
        <p:spPr>
          <a:xfrm>
            <a:off x="11363325" y="3276600"/>
            <a:ext cx="676275" cy="895350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5" name="mask_count_img_0_image_backplate">
            <a:extLst>
              <a:ext uri="{FF2B5EF4-FFF2-40B4-BE49-F238E27FC236}">
                <a16:creationId xmlns:a16="http://schemas.microsoft.com/office/drawing/2014/main" id="{66D2175C-079A-43A7-A1CA-71F414CAF0D3}"/>
              </a:ext>
            </a:extLst>
          </p:cNvPr>
          <p:cNvSpPr>
            <a:spLocks/>
          </p:cNvSpPr>
          <p:nvPr/>
        </p:nvSpPr>
        <p:spPr>
          <a:xfrm>
            <a:off x="10601325" y="3276600"/>
            <a:ext cx="676275" cy="895350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6" name="lesion_mask_2_image_backplate">
            <a:extLst>
              <a:ext uri="{FF2B5EF4-FFF2-40B4-BE49-F238E27FC236}">
                <a16:creationId xmlns:a16="http://schemas.microsoft.com/office/drawing/2014/main" id="{36224749-DA96-4448-B37A-FFCDC5DC0CED}"/>
              </a:ext>
            </a:extLst>
          </p:cNvPr>
          <p:cNvSpPr>
            <a:spLocks/>
          </p:cNvSpPr>
          <p:nvPr/>
        </p:nvSpPr>
        <p:spPr>
          <a:xfrm>
            <a:off x="8839200" y="3276600"/>
            <a:ext cx="1028700" cy="895350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7" name="lesion_mask_1_image_backplate">
            <a:extLst>
              <a:ext uri="{FF2B5EF4-FFF2-40B4-BE49-F238E27FC236}">
                <a16:creationId xmlns:a16="http://schemas.microsoft.com/office/drawing/2014/main" id="{E4372A71-AAD7-4380-A57D-AFF25B2C0EF9}"/>
              </a:ext>
            </a:extLst>
          </p:cNvPr>
          <p:cNvSpPr>
            <a:spLocks/>
          </p:cNvSpPr>
          <p:nvPr/>
        </p:nvSpPr>
        <p:spPr>
          <a:xfrm>
            <a:off x="7696200" y="3276600"/>
            <a:ext cx="1028700" cy="895350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8" name="lesion_mask_0_image_backplate">
            <a:extLst>
              <a:ext uri="{FF2B5EF4-FFF2-40B4-BE49-F238E27FC236}">
                <a16:creationId xmlns:a16="http://schemas.microsoft.com/office/drawing/2014/main" id="{DCF5826D-A484-4874-9968-DE04F712AD0F}"/>
              </a:ext>
            </a:extLst>
          </p:cNvPr>
          <p:cNvSpPr>
            <a:spLocks/>
          </p:cNvSpPr>
          <p:nvPr/>
        </p:nvSpPr>
        <p:spPr>
          <a:xfrm>
            <a:off x="6553200" y="3276600"/>
            <a:ext cx="1028700" cy="895350"/>
          </a:xfrm>
          <a:prstGeom prst="rect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9" name="quant_retina_image_backplate">
            <a:extLst>
              <a:ext uri="{FF2B5EF4-FFF2-40B4-BE49-F238E27FC236}">
                <a16:creationId xmlns:a16="http://schemas.microsoft.com/office/drawing/2014/main" id="{178F8A3E-F548-474E-894B-94988300AF87}"/>
              </a:ext>
            </a:extLst>
          </p:cNvPr>
          <p:cNvSpPr>
            <a:spLocks/>
          </p:cNvSpPr>
          <p:nvPr/>
        </p:nvSpPr>
        <p:spPr>
          <a:xfrm>
            <a:off x="619125" y="4448175"/>
            <a:ext cx="1704975" cy="1704975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13" name="quant_input_bg">
            <a:extLst>
              <a:ext uri="{FF2B5EF4-FFF2-40B4-BE49-F238E27FC236}">
                <a16:creationId xmlns:a16="http://schemas.microsoft.com/office/drawing/2014/main" id="{BB524CBC-BC6C-4073-A220-D903B3DDEC6B}"/>
              </a:ext>
            </a:extLst>
          </p:cNvPr>
          <p:cNvSpPr>
            <a:spLocks/>
          </p:cNvSpPr>
          <p:nvPr/>
        </p:nvSpPr>
        <p:spPr>
          <a:xfrm>
            <a:off x="428625" y="3600450"/>
            <a:ext cx="2076450" cy="2543175"/>
          </a:xfrm>
          <a:prstGeom prst="roundRect">
            <a:avLst>
              <a:gd name="adj" fmla="val 5505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5" name="lesion_lane_bg">
            <a:extLst>
              <a:ext uri="{FF2B5EF4-FFF2-40B4-BE49-F238E27FC236}">
                <a16:creationId xmlns:a16="http://schemas.microsoft.com/office/drawing/2014/main" id="{E4E72FFA-3918-46FC-ADFF-149B9D8C5610}"/>
              </a:ext>
            </a:extLst>
          </p:cNvPr>
          <p:cNvSpPr>
            <a:spLocks/>
          </p:cNvSpPr>
          <p:nvPr/>
        </p:nvSpPr>
        <p:spPr>
          <a:xfrm>
            <a:off x="2895600" y="2105025"/>
            <a:ext cx="10229850" cy="2647950"/>
          </a:xfrm>
          <a:prstGeom prst="roundRect">
            <a:avLst>
              <a:gd name="adj" fmla="val 4317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16" name="vessel_lane_bg">
            <a:extLst>
              <a:ext uri="{FF2B5EF4-FFF2-40B4-BE49-F238E27FC236}">
                <a16:creationId xmlns:a16="http://schemas.microsoft.com/office/drawing/2014/main" id="{70FB4585-3AF4-4394-9147-1A57ECBE4D06}"/>
              </a:ext>
            </a:extLst>
          </p:cNvPr>
          <p:cNvSpPr>
            <a:spLocks/>
          </p:cNvSpPr>
          <p:nvPr/>
        </p:nvSpPr>
        <p:spPr>
          <a:xfrm>
            <a:off x="2895600" y="4972050"/>
            <a:ext cx="10229850" cy="2647950"/>
          </a:xfrm>
          <a:prstGeom prst="roundRect">
            <a:avLst>
              <a:gd name="adj" fmla="val 4317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21" name="lesion_net_bg">
            <a:extLst>
              <a:ext uri="{FF2B5EF4-FFF2-40B4-BE49-F238E27FC236}">
                <a16:creationId xmlns:a16="http://schemas.microsoft.com/office/drawing/2014/main" id="{772CDF24-C00E-4F97-99C6-5C50C87A9378}"/>
              </a:ext>
            </a:extLst>
          </p:cNvPr>
          <p:cNvSpPr>
            <a:spLocks/>
          </p:cNvSpPr>
          <p:nvPr/>
        </p:nvSpPr>
        <p:spPr>
          <a:xfrm>
            <a:off x="3257550" y="2676525"/>
            <a:ext cx="2619375" cy="1733550"/>
          </a:xfrm>
          <a:prstGeom prst="roundRect">
            <a:avLst>
              <a:gd name="adj" fmla="val 659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22" name="lesion_net_head">
            <a:extLst>
              <a:ext uri="{FF2B5EF4-FFF2-40B4-BE49-F238E27FC236}">
                <a16:creationId xmlns:a16="http://schemas.microsoft.com/office/drawing/2014/main" id="{CE38266C-9CB1-4863-9952-68385D315FD3}"/>
              </a:ext>
            </a:extLst>
          </p:cNvPr>
          <p:cNvSpPr>
            <a:spLocks/>
          </p:cNvSpPr>
          <p:nvPr/>
        </p:nvSpPr>
        <p:spPr>
          <a:xfrm>
            <a:off x="3267075" y="2686050"/>
            <a:ext cx="2600325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31" name="masks_bg">
            <a:extLst>
              <a:ext uri="{FF2B5EF4-FFF2-40B4-BE49-F238E27FC236}">
                <a16:creationId xmlns:a16="http://schemas.microsoft.com/office/drawing/2014/main" id="{2CDB0C51-D84E-417D-9FF0-F743A6DAA206}"/>
              </a:ext>
            </a:extLst>
          </p:cNvPr>
          <p:cNvSpPr>
            <a:spLocks/>
          </p:cNvSpPr>
          <p:nvPr/>
        </p:nvSpPr>
        <p:spPr>
          <a:xfrm>
            <a:off x="6400800" y="2676525"/>
            <a:ext cx="3600450" cy="1733550"/>
          </a:xfrm>
          <a:prstGeom prst="roundRect">
            <a:avLst>
              <a:gd name="adj" fmla="val 659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32" name="masks_head">
            <a:extLst>
              <a:ext uri="{FF2B5EF4-FFF2-40B4-BE49-F238E27FC236}">
                <a16:creationId xmlns:a16="http://schemas.microsoft.com/office/drawing/2014/main" id="{BAAD8EC0-A844-463E-A190-8056609B23C5}"/>
              </a:ext>
            </a:extLst>
          </p:cNvPr>
          <p:cNvSpPr>
            <a:spLocks/>
          </p:cNvSpPr>
          <p:nvPr/>
        </p:nvSpPr>
        <p:spPr>
          <a:xfrm>
            <a:off x="6410325" y="2686050"/>
            <a:ext cx="3581400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37" name="mask_count_bg">
            <a:extLst>
              <a:ext uri="{FF2B5EF4-FFF2-40B4-BE49-F238E27FC236}">
                <a16:creationId xmlns:a16="http://schemas.microsoft.com/office/drawing/2014/main" id="{F464F7CB-4C8C-4FFA-A20E-D3D2DDC61358}"/>
              </a:ext>
            </a:extLst>
          </p:cNvPr>
          <p:cNvSpPr>
            <a:spLocks/>
          </p:cNvSpPr>
          <p:nvPr/>
        </p:nvSpPr>
        <p:spPr>
          <a:xfrm>
            <a:off x="10506075" y="2676525"/>
            <a:ext cx="2447925" cy="1733550"/>
          </a:xfrm>
          <a:prstGeom prst="roundRect">
            <a:avLst>
              <a:gd name="adj" fmla="val 659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38" name="mask_count_head">
            <a:extLst>
              <a:ext uri="{FF2B5EF4-FFF2-40B4-BE49-F238E27FC236}">
                <a16:creationId xmlns:a16="http://schemas.microsoft.com/office/drawing/2014/main" id="{4B3BB8CE-E540-4F87-9813-464311A6FE1B}"/>
              </a:ext>
            </a:extLst>
          </p:cNvPr>
          <p:cNvSpPr>
            <a:spLocks/>
          </p:cNvSpPr>
          <p:nvPr/>
        </p:nvSpPr>
        <p:spPr>
          <a:xfrm>
            <a:off x="10515600" y="2686050"/>
            <a:ext cx="2428875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40" name="vessel_net_bg">
            <a:extLst>
              <a:ext uri="{FF2B5EF4-FFF2-40B4-BE49-F238E27FC236}">
                <a16:creationId xmlns:a16="http://schemas.microsoft.com/office/drawing/2014/main" id="{E4064E0A-AB97-4A15-9BB1-59F4E8836D35}"/>
              </a:ext>
            </a:extLst>
          </p:cNvPr>
          <p:cNvSpPr>
            <a:spLocks/>
          </p:cNvSpPr>
          <p:nvPr/>
        </p:nvSpPr>
        <p:spPr>
          <a:xfrm>
            <a:off x="3257550" y="5543550"/>
            <a:ext cx="2619375" cy="1733550"/>
          </a:xfrm>
          <a:prstGeom prst="roundRect">
            <a:avLst>
              <a:gd name="adj" fmla="val 659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41" name="vessel_net_head">
            <a:extLst>
              <a:ext uri="{FF2B5EF4-FFF2-40B4-BE49-F238E27FC236}">
                <a16:creationId xmlns:a16="http://schemas.microsoft.com/office/drawing/2014/main" id="{3E10ABE3-496B-4874-A868-C615DFE2956D}"/>
              </a:ext>
            </a:extLst>
          </p:cNvPr>
          <p:cNvSpPr>
            <a:spLocks/>
          </p:cNvSpPr>
          <p:nvPr/>
        </p:nvSpPr>
        <p:spPr>
          <a:xfrm>
            <a:off x="3267075" y="5553075"/>
            <a:ext cx="2600325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50" name="artifact_remove_bg">
            <a:extLst>
              <a:ext uri="{FF2B5EF4-FFF2-40B4-BE49-F238E27FC236}">
                <a16:creationId xmlns:a16="http://schemas.microsoft.com/office/drawing/2014/main" id="{069A3313-7AF4-4BD0-B1E0-0368F52E3A87}"/>
              </a:ext>
            </a:extLst>
          </p:cNvPr>
          <p:cNvSpPr>
            <a:spLocks/>
          </p:cNvSpPr>
          <p:nvPr/>
        </p:nvSpPr>
        <p:spPr>
          <a:xfrm>
            <a:off x="6410325" y="5543550"/>
            <a:ext cx="2466975" cy="1733550"/>
          </a:xfrm>
          <a:prstGeom prst="roundRect">
            <a:avLst>
              <a:gd name="adj" fmla="val 659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1" name="artifact_remove_head">
            <a:extLst>
              <a:ext uri="{FF2B5EF4-FFF2-40B4-BE49-F238E27FC236}">
                <a16:creationId xmlns:a16="http://schemas.microsoft.com/office/drawing/2014/main" id="{A5C26634-88D0-46BA-B9D5-2A8362D94DCA}"/>
              </a:ext>
            </a:extLst>
          </p:cNvPr>
          <p:cNvSpPr>
            <a:spLocks/>
          </p:cNvSpPr>
          <p:nvPr/>
        </p:nvSpPr>
        <p:spPr>
          <a:xfrm>
            <a:off x="6419850" y="5553075"/>
            <a:ext cx="2447925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53" name="skeleton_bg">
            <a:extLst>
              <a:ext uri="{FF2B5EF4-FFF2-40B4-BE49-F238E27FC236}">
                <a16:creationId xmlns:a16="http://schemas.microsoft.com/office/drawing/2014/main" id="{57E8AD1D-941F-48C6-932B-E129F7358F1D}"/>
              </a:ext>
            </a:extLst>
          </p:cNvPr>
          <p:cNvSpPr>
            <a:spLocks/>
          </p:cNvSpPr>
          <p:nvPr/>
        </p:nvSpPr>
        <p:spPr>
          <a:xfrm>
            <a:off x="9258300" y="5543550"/>
            <a:ext cx="2505075" cy="1733550"/>
          </a:xfrm>
          <a:prstGeom prst="roundRect">
            <a:avLst>
              <a:gd name="adj" fmla="val 659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4" name="skeleton_head">
            <a:extLst>
              <a:ext uri="{FF2B5EF4-FFF2-40B4-BE49-F238E27FC236}">
                <a16:creationId xmlns:a16="http://schemas.microsoft.com/office/drawing/2014/main" id="{82CFEACF-72F5-492F-B93A-C43BFD6F5CB8}"/>
              </a:ext>
            </a:extLst>
          </p:cNvPr>
          <p:cNvSpPr>
            <a:spLocks/>
          </p:cNvSpPr>
          <p:nvPr/>
        </p:nvSpPr>
        <p:spPr>
          <a:xfrm>
            <a:off x="9267825" y="5553075"/>
            <a:ext cx="2486025" cy="457200"/>
          </a:xfrm>
          <a:prstGeom prst="roundRect">
            <a:avLst>
              <a:gd name="adj" fmla="val 25000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56" name="morphology_bg">
            <a:extLst>
              <a:ext uri="{FF2B5EF4-FFF2-40B4-BE49-F238E27FC236}">
                <a16:creationId xmlns:a16="http://schemas.microsoft.com/office/drawing/2014/main" id="{E3621ABF-4272-4871-B60A-71A878FEF835}"/>
              </a:ext>
            </a:extLst>
          </p:cNvPr>
          <p:cNvSpPr>
            <a:spLocks/>
          </p:cNvSpPr>
          <p:nvPr/>
        </p:nvSpPr>
        <p:spPr>
          <a:xfrm>
            <a:off x="12144375" y="5543550"/>
            <a:ext cx="828675" cy="1733550"/>
          </a:xfrm>
          <a:prstGeom prst="roundRect">
            <a:avLst>
              <a:gd name="adj" fmla="val 13793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58" name="quant_output_bg">
            <a:extLst>
              <a:ext uri="{FF2B5EF4-FFF2-40B4-BE49-F238E27FC236}">
                <a16:creationId xmlns:a16="http://schemas.microsoft.com/office/drawing/2014/main" id="{F988001A-C6CA-4FA2-BF50-B8A4DDE0A93C}"/>
              </a:ext>
            </a:extLst>
          </p:cNvPr>
          <p:cNvSpPr>
            <a:spLocks/>
          </p:cNvSpPr>
          <p:nvPr/>
        </p:nvSpPr>
        <p:spPr>
          <a:xfrm>
            <a:off x="13649325" y="3914775"/>
            <a:ext cx="1933575" cy="2190750"/>
          </a:xfrm>
          <a:prstGeom prst="roundRect">
            <a:avLst>
              <a:gd name="adj" fmla="val 5911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60" name="summary_bg">
            <a:extLst>
              <a:ext uri="{FF2B5EF4-FFF2-40B4-BE49-F238E27FC236}">
                <a16:creationId xmlns:a16="http://schemas.microsoft.com/office/drawing/2014/main" id="{D764ECC4-6DA3-45B4-AC88-2F324726D0D6}"/>
              </a:ext>
            </a:extLst>
          </p:cNvPr>
          <p:cNvSpPr>
            <a:spLocks/>
          </p:cNvSpPr>
          <p:nvPr/>
        </p:nvSpPr>
        <p:spPr>
          <a:xfrm>
            <a:off x="428625" y="7629525"/>
            <a:ext cx="15049500" cy="704850"/>
          </a:xfrm>
          <a:prstGeom prst="roundRect">
            <a:avLst>
              <a:gd name="adj" fmla="val 16216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161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162" name="quant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619125" y="4448175"/>
            <a:ext cx="1704975" cy="1704975"/>
          </a:xfrm>
          <a:prstGeom prst="ellipse">
            <a:avLst/>
          </a:prstGeom>
        </p:spPr>
      </p:pic>
      <p:pic>
        <p:nvPicPr>
          <p:cNvPr id="163" name="lesion_mask_0"/>
          <p:cNvPicPr>
            <a:picLocks noChangeAspect="1"/>
          </p:cNvPicPr>
          <p:nvPr/>
        </p:nvPicPr>
        <p:blipFill>
          <a:blip r:embed="rId5"/>
          <a:srcRect l="40250" t="21074" r="49739" b="42149"/>
          <a:stretch/>
        </p:blipFill>
        <p:spPr>
          <a:xfrm>
            <a:off x="6553200" y="3276600"/>
            <a:ext cx="1028700" cy="895350"/>
          </a:xfrm>
          <a:prstGeom prst="rect">
            <a:avLst/>
          </a:prstGeom>
        </p:spPr>
      </p:pic>
      <p:pic>
        <p:nvPicPr>
          <p:cNvPr id="164" name="lesion_mask_1"/>
          <p:cNvPicPr>
            <a:picLocks noChangeAspect="1"/>
          </p:cNvPicPr>
          <p:nvPr/>
        </p:nvPicPr>
        <p:blipFill>
          <a:blip r:embed="rId5"/>
          <a:srcRect l="51825" t="21074" r="38478" b="42149"/>
          <a:stretch/>
        </p:blipFill>
        <p:spPr>
          <a:xfrm>
            <a:off x="7696200" y="3276600"/>
            <a:ext cx="1028700" cy="895350"/>
          </a:xfrm>
          <a:prstGeom prst="rect">
            <a:avLst/>
          </a:prstGeom>
        </p:spPr>
      </p:pic>
      <p:pic>
        <p:nvPicPr>
          <p:cNvPr id="165" name="lesion_mask_2"/>
          <p:cNvPicPr>
            <a:picLocks noChangeAspect="1"/>
          </p:cNvPicPr>
          <p:nvPr/>
        </p:nvPicPr>
        <p:blipFill>
          <a:blip r:embed="rId5"/>
          <a:srcRect l="63191" t="21074" r="26799" b="42149"/>
          <a:stretch/>
        </p:blipFill>
        <p:spPr>
          <a:xfrm>
            <a:off x="8839200" y="3276600"/>
            <a:ext cx="1028700" cy="895350"/>
          </a:xfrm>
          <a:prstGeom prst="rect">
            <a:avLst/>
          </a:prstGeom>
        </p:spPr>
      </p:pic>
      <p:pic>
        <p:nvPicPr>
          <p:cNvPr id="166" name="mask_count_img_0"/>
          <p:cNvPicPr>
            <a:picLocks noChangeAspect="1"/>
          </p:cNvPicPr>
          <p:nvPr/>
        </p:nvPicPr>
        <p:blipFill>
          <a:blip r:embed="rId5"/>
          <a:srcRect l="40250" t="21074" r="49739" b="42149"/>
          <a:stretch/>
        </p:blipFill>
        <p:spPr>
          <a:xfrm>
            <a:off x="10601325" y="3276600"/>
            <a:ext cx="676275" cy="895350"/>
          </a:xfrm>
          <a:prstGeom prst="rect">
            <a:avLst/>
          </a:prstGeom>
        </p:spPr>
      </p:pic>
      <p:pic>
        <p:nvPicPr>
          <p:cNvPr id="167" name="mask_count_img_1"/>
          <p:cNvPicPr>
            <a:picLocks noChangeAspect="1"/>
          </p:cNvPicPr>
          <p:nvPr/>
        </p:nvPicPr>
        <p:blipFill>
          <a:blip r:embed="rId5"/>
          <a:srcRect l="51825" t="21074" r="38478" b="42149"/>
          <a:stretch/>
        </p:blipFill>
        <p:spPr>
          <a:xfrm>
            <a:off x="11363325" y="3276600"/>
            <a:ext cx="676275" cy="895350"/>
          </a:xfrm>
          <a:prstGeom prst="rect">
            <a:avLst/>
          </a:prstGeom>
        </p:spPr>
      </p:pic>
      <p:pic>
        <p:nvPicPr>
          <p:cNvPr id="168" name="mask_count_img_2"/>
          <p:cNvPicPr>
            <a:picLocks noChangeAspect="1"/>
          </p:cNvPicPr>
          <p:nvPr/>
        </p:nvPicPr>
        <p:blipFill>
          <a:blip r:embed="rId5"/>
          <a:srcRect l="63191" t="21074" r="26799" b="42149"/>
          <a:stretch/>
        </p:blipFill>
        <p:spPr>
          <a:xfrm>
            <a:off x="12125325" y="3276600"/>
            <a:ext cx="676275" cy="895350"/>
          </a:xfrm>
          <a:prstGeom prst="rect">
            <a:avLst/>
          </a:prstGeom>
        </p:spPr>
      </p:pic>
      <p:pic>
        <p:nvPicPr>
          <p:cNvPr id="169" name="vessel_before"/>
          <p:cNvPicPr>
            <a:picLocks noChangeAspect="1"/>
          </p:cNvPicPr>
          <p:nvPr/>
        </p:nvPicPr>
        <p:blipFill>
          <a:blip r:embed="rId6"/>
          <a:srcRect l="37331" t="35075" r="46194" b="22015"/>
          <a:stretch/>
        </p:blipFill>
        <p:spPr>
          <a:xfrm>
            <a:off x="6629400" y="6172200"/>
            <a:ext cx="2047875" cy="1000125"/>
          </a:xfrm>
          <a:prstGeom prst="rect">
            <a:avLst/>
          </a:prstGeom>
        </p:spPr>
      </p:pic>
      <p:pic>
        <p:nvPicPr>
          <p:cNvPr id="170" name="vessel_after"/>
          <p:cNvPicPr>
            <a:picLocks noChangeAspect="1"/>
          </p:cNvPicPr>
          <p:nvPr/>
        </p:nvPicPr>
        <p:blipFill>
          <a:blip r:embed="rId6"/>
          <a:srcRect l="62982" t="35448" r="20125" b="22015"/>
          <a:stretch/>
        </p:blipFill>
        <p:spPr>
          <a:xfrm>
            <a:off x="9439275" y="6172200"/>
            <a:ext cx="2143125" cy="1000125"/>
          </a:xfrm>
          <a:prstGeom prst="rect">
            <a:avLst/>
          </a:prstGeom>
        </p:spPr>
      </p:pic>
      <p:grpSp>
        <p:nvGrpSpPr>
          <p:cNvPr id="143" name="module_lesion_mini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F869DE9-7A26-8EF1-1487-123D5C7CC689}"/>
              </a:ext>
            </a:extLst>
          </p:cNvPr>
          <p:cNvGrpSpPr/>
          <p:nvPr/>
        </p:nvGrpSpPr>
        <p:grpSpPr>
          <a:xfrm>
            <a:off x="3524250" y="3362325"/>
            <a:ext cx="203428" cy="923926"/>
            <a:chOff x="3524250" y="3362325"/>
            <a:chExt cx="203428" cy="923926"/>
          </a:xfrm>
        </p:grpSpPr>
        <p:sp>
          <p:nvSpPr>
            <p:cNvPr id="24" name="lesion_mini_0_bg">
              <a:extLst>
                <a:ext uri="{FF2B5EF4-FFF2-40B4-BE49-F238E27FC236}">
                  <a16:creationId xmlns:a16="http://schemas.microsoft.com/office/drawing/2014/main" id="{86EAD104-3E8A-47B4-899E-164882746E1F}"/>
                </a:ext>
              </a:extLst>
            </p:cNvPr>
            <p:cNvSpPr>
              <a:spLocks/>
            </p:cNvSpPr>
            <p:nvPr/>
          </p:nvSpPr>
          <p:spPr>
            <a:xfrm>
              <a:off x="3524250" y="3476625"/>
              <a:ext cx="89127" cy="8096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2" name="lesion_mini_0_out">
              <a:extLst>
                <a:ext uri="{FF2B5EF4-FFF2-40B4-BE49-F238E27FC236}">
                  <a16:creationId xmlns:a16="http://schemas.microsoft.com/office/drawing/2014/main" id="{FC265F68-D247-437F-9FB4-DA53150B9847}"/>
                </a:ext>
              </a:extLst>
            </p:cNvPr>
            <p:cNvSpPr>
              <a:spLocks/>
            </p:cNvSpPr>
            <p:nvPr/>
          </p:nvSpPr>
          <p:spPr>
            <a:xfrm>
              <a:off x="3708627" y="38719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6" name="lesion_mini_0_top">
              <a:extLst>
                <a:ext uri="{FF2B5EF4-FFF2-40B4-BE49-F238E27FC236}">
                  <a16:creationId xmlns:a16="http://schemas.microsoft.com/office/drawing/2014/main" id="{7E46F79F-7949-496E-05A4-F2C99C10E7B8}"/>
                </a:ext>
              </a:extLst>
            </p:cNvPr>
            <p:cNvSpPr/>
            <p:nvPr/>
          </p:nvSpPr>
          <p:spPr>
            <a:xfrm>
              <a:off x="3524250" y="3362325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lesion_mini_0_side">
              <a:extLst>
                <a:ext uri="{FF2B5EF4-FFF2-40B4-BE49-F238E27FC236}">
                  <a16:creationId xmlns:a16="http://schemas.microsoft.com/office/drawing/2014/main" id="{3A9E00E4-F2BE-6544-9216-00E6F64AACC1}"/>
                </a:ext>
              </a:extLst>
            </p:cNvPr>
            <p:cNvSpPr/>
            <p:nvPr/>
          </p:nvSpPr>
          <p:spPr>
            <a:xfrm>
              <a:off x="3613377" y="3362325"/>
              <a:ext cx="114301" cy="923926"/>
            </a:xfrm>
            <a:custGeom>
              <a:avLst/>
              <a:gdLst/>
              <a:ahLst/>
              <a:cxnLst/>
              <a:rect l="0" t="0" r="0" b="0"/>
              <a:pathLst>
                <a:path w="114301" h="923926">
                  <a:moveTo>
                    <a:pt x="0" y="114300"/>
                  </a:moveTo>
                  <a:lnTo>
                    <a:pt x="114300" y="0"/>
                  </a:lnTo>
                  <a:lnTo>
                    <a:pt x="114300" y="809625"/>
                  </a:lnTo>
                  <a:lnTo>
                    <a:pt x="0" y="92392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4" name="module_lesion_mini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66C141D-8D05-72E2-F35F-7A1C5307759E}"/>
              </a:ext>
            </a:extLst>
          </p:cNvPr>
          <p:cNvGrpSpPr/>
          <p:nvPr/>
        </p:nvGrpSpPr>
        <p:grpSpPr>
          <a:xfrm>
            <a:off x="3837214" y="3463957"/>
            <a:ext cx="203428" cy="720662"/>
            <a:chOff x="3837214" y="3463957"/>
            <a:chExt cx="203428" cy="720662"/>
          </a:xfrm>
        </p:grpSpPr>
        <p:sp>
          <p:nvSpPr>
            <p:cNvPr id="25" name="lesion_mini_1_bg">
              <a:extLst>
                <a:ext uri="{FF2B5EF4-FFF2-40B4-BE49-F238E27FC236}">
                  <a16:creationId xmlns:a16="http://schemas.microsoft.com/office/drawing/2014/main" id="{755A68A5-711D-45C9-98FF-EB4192C01722}"/>
                </a:ext>
              </a:extLst>
            </p:cNvPr>
            <p:cNvSpPr>
              <a:spLocks/>
            </p:cNvSpPr>
            <p:nvPr/>
          </p:nvSpPr>
          <p:spPr>
            <a:xfrm>
              <a:off x="3837214" y="3578257"/>
              <a:ext cx="89127" cy="606362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3" name="lesion_mini_1_out">
              <a:extLst>
                <a:ext uri="{FF2B5EF4-FFF2-40B4-BE49-F238E27FC236}">
                  <a16:creationId xmlns:a16="http://schemas.microsoft.com/office/drawing/2014/main" id="{24EC81C7-3B27-45C0-987B-7719A92E2CE4}"/>
                </a:ext>
              </a:extLst>
            </p:cNvPr>
            <p:cNvSpPr>
              <a:spLocks/>
            </p:cNvSpPr>
            <p:nvPr/>
          </p:nvSpPr>
          <p:spPr>
            <a:xfrm>
              <a:off x="4021591" y="38719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8" name="lesion_mini_1_top">
              <a:extLst>
                <a:ext uri="{FF2B5EF4-FFF2-40B4-BE49-F238E27FC236}">
                  <a16:creationId xmlns:a16="http://schemas.microsoft.com/office/drawing/2014/main" id="{B332164B-594B-FE6C-10FD-6AF561344B21}"/>
                </a:ext>
              </a:extLst>
            </p:cNvPr>
            <p:cNvSpPr/>
            <p:nvPr/>
          </p:nvSpPr>
          <p:spPr>
            <a:xfrm>
              <a:off x="3837214" y="3463957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lesion_mini_1_side">
              <a:extLst>
                <a:ext uri="{FF2B5EF4-FFF2-40B4-BE49-F238E27FC236}">
                  <a16:creationId xmlns:a16="http://schemas.microsoft.com/office/drawing/2014/main" id="{957689B1-0C5B-EE3B-7AE4-5134CBF30169}"/>
                </a:ext>
              </a:extLst>
            </p:cNvPr>
            <p:cNvSpPr/>
            <p:nvPr/>
          </p:nvSpPr>
          <p:spPr>
            <a:xfrm>
              <a:off x="3926341" y="3463957"/>
              <a:ext cx="114301" cy="720662"/>
            </a:xfrm>
            <a:custGeom>
              <a:avLst/>
              <a:gdLst/>
              <a:ahLst/>
              <a:cxnLst/>
              <a:rect l="0" t="0" r="0" b="0"/>
              <a:pathLst>
                <a:path w="114301" h="720662">
                  <a:moveTo>
                    <a:pt x="0" y="114300"/>
                  </a:moveTo>
                  <a:lnTo>
                    <a:pt x="114300" y="0"/>
                  </a:lnTo>
                  <a:lnTo>
                    <a:pt x="114300" y="606361"/>
                  </a:lnTo>
                  <a:lnTo>
                    <a:pt x="0" y="720661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5" name="module_lesion_mini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E00BB0E-1438-40D7-8568-C71E5BB580A6}"/>
              </a:ext>
            </a:extLst>
          </p:cNvPr>
          <p:cNvGrpSpPr/>
          <p:nvPr/>
        </p:nvGrpSpPr>
        <p:grpSpPr>
          <a:xfrm>
            <a:off x="4150178" y="3556349"/>
            <a:ext cx="203428" cy="535878"/>
            <a:chOff x="4150178" y="3556349"/>
            <a:chExt cx="203428" cy="535878"/>
          </a:xfrm>
        </p:grpSpPr>
        <p:sp>
          <p:nvSpPr>
            <p:cNvPr id="26" name="lesion_mini_2_bg">
              <a:extLst>
                <a:ext uri="{FF2B5EF4-FFF2-40B4-BE49-F238E27FC236}">
                  <a16:creationId xmlns:a16="http://schemas.microsoft.com/office/drawing/2014/main" id="{7640CB2E-E84F-4D71-AC99-2C1895741FF2}"/>
                </a:ext>
              </a:extLst>
            </p:cNvPr>
            <p:cNvSpPr>
              <a:spLocks/>
            </p:cNvSpPr>
            <p:nvPr/>
          </p:nvSpPr>
          <p:spPr>
            <a:xfrm>
              <a:off x="4150179" y="3670649"/>
              <a:ext cx="89127" cy="421577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4" name="lesion_mini_2_out">
              <a:extLst>
                <a:ext uri="{FF2B5EF4-FFF2-40B4-BE49-F238E27FC236}">
                  <a16:creationId xmlns:a16="http://schemas.microsoft.com/office/drawing/2014/main" id="{BADEE659-A3EB-4C39-ADD8-FDDF442F758C}"/>
                </a:ext>
              </a:extLst>
            </p:cNvPr>
            <p:cNvSpPr>
              <a:spLocks/>
            </p:cNvSpPr>
            <p:nvPr/>
          </p:nvSpPr>
          <p:spPr>
            <a:xfrm>
              <a:off x="4334555" y="38719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0" name="lesion_mini_2_top">
              <a:extLst>
                <a:ext uri="{FF2B5EF4-FFF2-40B4-BE49-F238E27FC236}">
                  <a16:creationId xmlns:a16="http://schemas.microsoft.com/office/drawing/2014/main" id="{C3FAFA6D-DC9A-1C16-18DF-36C3449F63FA}"/>
                </a:ext>
              </a:extLst>
            </p:cNvPr>
            <p:cNvSpPr/>
            <p:nvPr/>
          </p:nvSpPr>
          <p:spPr>
            <a:xfrm>
              <a:off x="4150178" y="3556349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lesion_mini_2_side">
              <a:extLst>
                <a:ext uri="{FF2B5EF4-FFF2-40B4-BE49-F238E27FC236}">
                  <a16:creationId xmlns:a16="http://schemas.microsoft.com/office/drawing/2014/main" id="{379B3278-6DEC-5925-4948-E0E69C442048}"/>
                </a:ext>
              </a:extLst>
            </p:cNvPr>
            <p:cNvSpPr/>
            <p:nvPr/>
          </p:nvSpPr>
          <p:spPr>
            <a:xfrm>
              <a:off x="4239305" y="3556349"/>
              <a:ext cx="114301" cy="535878"/>
            </a:xfrm>
            <a:custGeom>
              <a:avLst/>
              <a:gdLst/>
              <a:ahLst/>
              <a:cxnLst/>
              <a:rect l="0" t="0" r="0" b="0"/>
              <a:pathLst>
                <a:path w="114301" h="535878">
                  <a:moveTo>
                    <a:pt x="0" y="114300"/>
                  </a:moveTo>
                  <a:lnTo>
                    <a:pt x="114300" y="0"/>
                  </a:lnTo>
                  <a:lnTo>
                    <a:pt x="114300" y="421577"/>
                  </a:lnTo>
                  <a:lnTo>
                    <a:pt x="0" y="535877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6" name="module_lesion_mini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844E4B7-AC75-FDDF-BED3-459343618E8B}"/>
              </a:ext>
            </a:extLst>
          </p:cNvPr>
          <p:cNvGrpSpPr/>
          <p:nvPr/>
        </p:nvGrpSpPr>
        <p:grpSpPr>
          <a:xfrm>
            <a:off x="4463143" y="3648742"/>
            <a:ext cx="203428" cy="351092"/>
            <a:chOff x="4463143" y="3648742"/>
            <a:chExt cx="203428" cy="351092"/>
          </a:xfrm>
        </p:grpSpPr>
        <p:sp>
          <p:nvSpPr>
            <p:cNvPr id="27" name="lesion_mini_3_bg">
              <a:extLst>
                <a:ext uri="{FF2B5EF4-FFF2-40B4-BE49-F238E27FC236}">
                  <a16:creationId xmlns:a16="http://schemas.microsoft.com/office/drawing/2014/main" id="{25288662-C0A8-472D-979A-9E256F31631D}"/>
                </a:ext>
              </a:extLst>
            </p:cNvPr>
            <p:cNvSpPr>
              <a:spLocks/>
            </p:cNvSpPr>
            <p:nvPr/>
          </p:nvSpPr>
          <p:spPr>
            <a:xfrm>
              <a:off x="4463143" y="3763042"/>
              <a:ext cx="89127" cy="236792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5" name="lesion_mini_3_out">
              <a:extLst>
                <a:ext uri="{FF2B5EF4-FFF2-40B4-BE49-F238E27FC236}">
                  <a16:creationId xmlns:a16="http://schemas.microsoft.com/office/drawing/2014/main" id="{A9D47764-67FE-4327-AE5A-F7555B0632F2}"/>
                </a:ext>
              </a:extLst>
            </p:cNvPr>
            <p:cNvSpPr>
              <a:spLocks/>
            </p:cNvSpPr>
            <p:nvPr/>
          </p:nvSpPr>
          <p:spPr>
            <a:xfrm>
              <a:off x="4647520" y="38719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2" name="lesion_mini_3_top">
              <a:extLst>
                <a:ext uri="{FF2B5EF4-FFF2-40B4-BE49-F238E27FC236}">
                  <a16:creationId xmlns:a16="http://schemas.microsoft.com/office/drawing/2014/main" id="{3E25345A-A1E2-E407-427C-34BB48135218}"/>
                </a:ext>
              </a:extLst>
            </p:cNvPr>
            <p:cNvSpPr/>
            <p:nvPr/>
          </p:nvSpPr>
          <p:spPr>
            <a:xfrm>
              <a:off x="4463143" y="3648742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lesion_mini_3_side">
              <a:extLst>
                <a:ext uri="{FF2B5EF4-FFF2-40B4-BE49-F238E27FC236}">
                  <a16:creationId xmlns:a16="http://schemas.microsoft.com/office/drawing/2014/main" id="{F09C5D16-6832-B8ED-B174-3936B5771525}"/>
                </a:ext>
              </a:extLst>
            </p:cNvPr>
            <p:cNvSpPr/>
            <p:nvPr/>
          </p:nvSpPr>
          <p:spPr>
            <a:xfrm>
              <a:off x="4552270" y="3648742"/>
              <a:ext cx="114301" cy="351092"/>
            </a:xfrm>
            <a:custGeom>
              <a:avLst/>
              <a:gdLst/>
              <a:ahLst/>
              <a:cxnLst/>
              <a:rect l="0" t="0" r="0" b="0"/>
              <a:pathLst>
                <a:path w="114301" h="351092">
                  <a:moveTo>
                    <a:pt x="0" y="114300"/>
                  </a:moveTo>
                  <a:lnTo>
                    <a:pt x="114300" y="0"/>
                  </a:lnTo>
                  <a:lnTo>
                    <a:pt x="114300" y="236791"/>
                  </a:lnTo>
                  <a:lnTo>
                    <a:pt x="0" y="351091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7" name="module_lesion_mini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0A277A7-4D38-A971-3545-719230FB0299}"/>
              </a:ext>
            </a:extLst>
          </p:cNvPr>
          <p:cNvGrpSpPr/>
          <p:nvPr/>
        </p:nvGrpSpPr>
        <p:grpSpPr>
          <a:xfrm>
            <a:off x="4776107" y="3556349"/>
            <a:ext cx="203428" cy="535878"/>
            <a:chOff x="4776107" y="3556349"/>
            <a:chExt cx="203428" cy="535878"/>
          </a:xfrm>
        </p:grpSpPr>
        <p:sp>
          <p:nvSpPr>
            <p:cNvPr id="28" name="lesion_mini_4_bg">
              <a:extLst>
                <a:ext uri="{FF2B5EF4-FFF2-40B4-BE49-F238E27FC236}">
                  <a16:creationId xmlns:a16="http://schemas.microsoft.com/office/drawing/2014/main" id="{C1FB7254-49EB-44AB-B7A4-DA1369E18E93}"/>
                </a:ext>
              </a:extLst>
            </p:cNvPr>
            <p:cNvSpPr>
              <a:spLocks/>
            </p:cNvSpPr>
            <p:nvPr/>
          </p:nvSpPr>
          <p:spPr>
            <a:xfrm>
              <a:off x="4776107" y="3670649"/>
              <a:ext cx="89127" cy="421577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6" name="lesion_mini_4_out">
              <a:extLst>
                <a:ext uri="{FF2B5EF4-FFF2-40B4-BE49-F238E27FC236}">
                  <a16:creationId xmlns:a16="http://schemas.microsoft.com/office/drawing/2014/main" id="{E7C8DEC3-A57E-4920-A42E-FC7BA98E7DE2}"/>
                </a:ext>
              </a:extLst>
            </p:cNvPr>
            <p:cNvSpPr>
              <a:spLocks/>
            </p:cNvSpPr>
            <p:nvPr/>
          </p:nvSpPr>
          <p:spPr>
            <a:xfrm>
              <a:off x="4960484" y="38719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4" name="lesion_mini_4_top">
              <a:extLst>
                <a:ext uri="{FF2B5EF4-FFF2-40B4-BE49-F238E27FC236}">
                  <a16:creationId xmlns:a16="http://schemas.microsoft.com/office/drawing/2014/main" id="{500D4A4C-181F-3556-CC83-6A3DF61B51FB}"/>
                </a:ext>
              </a:extLst>
            </p:cNvPr>
            <p:cNvSpPr/>
            <p:nvPr/>
          </p:nvSpPr>
          <p:spPr>
            <a:xfrm>
              <a:off x="4776107" y="3556349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lesion_mini_4_side">
              <a:extLst>
                <a:ext uri="{FF2B5EF4-FFF2-40B4-BE49-F238E27FC236}">
                  <a16:creationId xmlns:a16="http://schemas.microsoft.com/office/drawing/2014/main" id="{915BF1BF-6CB7-6091-1186-6E8216F8FF57}"/>
                </a:ext>
              </a:extLst>
            </p:cNvPr>
            <p:cNvSpPr/>
            <p:nvPr/>
          </p:nvSpPr>
          <p:spPr>
            <a:xfrm>
              <a:off x="4865234" y="3556349"/>
              <a:ext cx="114301" cy="535878"/>
            </a:xfrm>
            <a:custGeom>
              <a:avLst/>
              <a:gdLst/>
              <a:ahLst/>
              <a:cxnLst/>
              <a:rect l="0" t="0" r="0" b="0"/>
              <a:pathLst>
                <a:path w="114301" h="535878">
                  <a:moveTo>
                    <a:pt x="0" y="114300"/>
                  </a:moveTo>
                  <a:lnTo>
                    <a:pt x="114300" y="0"/>
                  </a:lnTo>
                  <a:lnTo>
                    <a:pt x="114300" y="421577"/>
                  </a:lnTo>
                  <a:lnTo>
                    <a:pt x="0" y="535877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8" name="module_lesion_mini_5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E40866F-B149-021C-684A-449FE1A74955}"/>
              </a:ext>
            </a:extLst>
          </p:cNvPr>
          <p:cNvGrpSpPr/>
          <p:nvPr/>
        </p:nvGrpSpPr>
        <p:grpSpPr>
          <a:xfrm>
            <a:off x="5089071" y="3463957"/>
            <a:ext cx="203428" cy="720662"/>
            <a:chOff x="5089071" y="3463957"/>
            <a:chExt cx="203428" cy="720662"/>
          </a:xfrm>
        </p:grpSpPr>
        <p:sp>
          <p:nvSpPr>
            <p:cNvPr id="29" name="lesion_mini_5_bg">
              <a:extLst>
                <a:ext uri="{FF2B5EF4-FFF2-40B4-BE49-F238E27FC236}">
                  <a16:creationId xmlns:a16="http://schemas.microsoft.com/office/drawing/2014/main" id="{0C40D3EC-9CE4-4978-8839-DF796C1E5612}"/>
                </a:ext>
              </a:extLst>
            </p:cNvPr>
            <p:cNvSpPr>
              <a:spLocks/>
            </p:cNvSpPr>
            <p:nvPr/>
          </p:nvSpPr>
          <p:spPr>
            <a:xfrm>
              <a:off x="5089071" y="3578257"/>
              <a:ext cx="89127" cy="606362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7" name="lesion_mini_5_out">
              <a:extLst>
                <a:ext uri="{FF2B5EF4-FFF2-40B4-BE49-F238E27FC236}">
                  <a16:creationId xmlns:a16="http://schemas.microsoft.com/office/drawing/2014/main" id="{DF3137D2-8B10-4774-8A5C-99DC494460D9}"/>
                </a:ext>
              </a:extLst>
            </p:cNvPr>
            <p:cNvSpPr>
              <a:spLocks/>
            </p:cNvSpPr>
            <p:nvPr/>
          </p:nvSpPr>
          <p:spPr>
            <a:xfrm>
              <a:off x="5273448" y="38719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7" name="lesion_mini_5_top">
              <a:extLst>
                <a:ext uri="{FF2B5EF4-FFF2-40B4-BE49-F238E27FC236}">
                  <a16:creationId xmlns:a16="http://schemas.microsoft.com/office/drawing/2014/main" id="{CABC86AA-D553-0EB6-EC1C-C07FA1A6D0C3}"/>
                </a:ext>
              </a:extLst>
            </p:cNvPr>
            <p:cNvSpPr/>
            <p:nvPr/>
          </p:nvSpPr>
          <p:spPr>
            <a:xfrm>
              <a:off x="5089072" y="3463957"/>
              <a:ext cx="203427" cy="114301"/>
            </a:xfrm>
            <a:custGeom>
              <a:avLst/>
              <a:gdLst/>
              <a:ahLst/>
              <a:cxnLst/>
              <a:rect l="0" t="0" r="0" b="0"/>
              <a:pathLst>
                <a:path w="203427" h="114301">
                  <a:moveTo>
                    <a:pt x="0" y="114300"/>
                  </a:moveTo>
                  <a:lnTo>
                    <a:pt x="114300" y="0"/>
                  </a:lnTo>
                  <a:lnTo>
                    <a:pt x="203426" y="0"/>
                  </a:lnTo>
                  <a:lnTo>
                    <a:pt x="89126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lesion_mini_5_side">
              <a:extLst>
                <a:ext uri="{FF2B5EF4-FFF2-40B4-BE49-F238E27FC236}">
                  <a16:creationId xmlns:a16="http://schemas.microsoft.com/office/drawing/2014/main" id="{2E1F2E37-D817-10FB-724A-872FCC545E2F}"/>
                </a:ext>
              </a:extLst>
            </p:cNvPr>
            <p:cNvSpPr/>
            <p:nvPr/>
          </p:nvSpPr>
          <p:spPr>
            <a:xfrm>
              <a:off x="5178198" y="3463957"/>
              <a:ext cx="114301" cy="720662"/>
            </a:xfrm>
            <a:custGeom>
              <a:avLst/>
              <a:gdLst/>
              <a:ahLst/>
              <a:cxnLst/>
              <a:rect l="0" t="0" r="0" b="0"/>
              <a:pathLst>
                <a:path w="114301" h="720662">
                  <a:moveTo>
                    <a:pt x="0" y="114300"/>
                  </a:moveTo>
                  <a:lnTo>
                    <a:pt x="114300" y="0"/>
                  </a:lnTo>
                  <a:lnTo>
                    <a:pt x="114300" y="606361"/>
                  </a:lnTo>
                  <a:lnTo>
                    <a:pt x="0" y="720661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9" name="module_lesion_mini_6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D6AEBEB-0BF7-B3D8-DB92-AF696DD2ACB7}"/>
              </a:ext>
            </a:extLst>
          </p:cNvPr>
          <p:cNvGrpSpPr/>
          <p:nvPr/>
        </p:nvGrpSpPr>
        <p:grpSpPr>
          <a:xfrm>
            <a:off x="5402036" y="3362325"/>
            <a:ext cx="203428" cy="923926"/>
            <a:chOff x="5402036" y="3362325"/>
            <a:chExt cx="203428" cy="923926"/>
          </a:xfrm>
        </p:grpSpPr>
        <p:sp>
          <p:nvSpPr>
            <p:cNvPr id="30" name="lesion_mini_6_bg">
              <a:extLst>
                <a:ext uri="{FF2B5EF4-FFF2-40B4-BE49-F238E27FC236}">
                  <a16:creationId xmlns:a16="http://schemas.microsoft.com/office/drawing/2014/main" id="{9088A46D-618A-4A12-884E-25DFDF4994C9}"/>
                </a:ext>
              </a:extLst>
            </p:cNvPr>
            <p:cNvSpPr>
              <a:spLocks/>
            </p:cNvSpPr>
            <p:nvPr/>
          </p:nvSpPr>
          <p:spPr>
            <a:xfrm>
              <a:off x="5402036" y="3476625"/>
              <a:ext cx="89127" cy="8096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8" name="lesion_mini_6_out">
              <a:extLst>
                <a:ext uri="{FF2B5EF4-FFF2-40B4-BE49-F238E27FC236}">
                  <a16:creationId xmlns:a16="http://schemas.microsoft.com/office/drawing/2014/main" id="{52CABD72-D2DB-446D-8201-E05C05EA669C}"/>
                </a:ext>
              </a:extLst>
            </p:cNvPr>
            <p:cNvSpPr>
              <a:spLocks/>
            </p:cNvSpPr>
            <p:nvPr/>
          </p:nvSpPr>
          <p:spPr>
            <a:xfrm>
              <a:off x="5586413" y="38719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9" name="lesion_mini_6_top">
              <a:extLst>
                <a:ext uri="{FF2B5EF4-FFF2-40B4-BE49-F238E27FC236}">
                  <a16:creationId xmlns:a16="http://schemas.microsoft.com/office/drawing/2014/main" id="{C7144373-7C61-E92B-660E-85FC5EE2A1BE}"/>
                </a:ext>
              </a:extLst>
            </p:cNvPr>
            <p:cNvSpPr/>
            <p:nvPr/>
          </p:nvSpPr>
          <p:spPr>
            <a:xfrm>
              <a:off x="5402036" y="3362325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lesion_mini_6_side">
              <a:extLst>
                <a:ext uri="{FF2B5EF4-FFF2-40B4-BE49-F238E27FC236}">
                  <a16:creationId xmlns:a16="http://schemas.microsoft.com/office/drawing/2014/main" id="{32841978-C18E-F550-3010-E16CAF72AA2B}"/>
                </a:ext>
              </a:extLst>
            </p:cNvPr>
            <p:cNvSpPr/>
            <p:nvPr/>
          </p:nvSpPr>
          <p:spPr>
            <a:xfrm>
              <a:off x="5491163" y="3362325"/>
              <a:ext cx="114301" cy="923926"/>
            </a:xfrm>
            <a:custGeom>
              <a:avLst/>
              <a:gdLst/>
              <a:ahLst/>
              <a:cxnLst/>
              <a:rect l="0" t="0" r="0" b="0"/>
              <a:pathLst>
                <a:path w="114301" h="923926">
                  <a:moveTo>
                    <a:pt x="0" y="114300"/>
                  </a:moveTo>
                  <a:lnTo>
                    <a:pt x="114300" y="0"/>
                  </a:lnTo>
                  <a:lnTo>
                    <a:pt x="114300" y="809625"/>
                  </a:lnTo>
                  <a:lnTo>
                    <a:pt x="0" y="92392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0" name="module_vessel_mini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0570AB6-4E47-0C5C-754B-AB40B72D5EF9}"/>
              </a:ext>
            </a:extLst>
          </p:cNvPr>
          <p:cNvGrpSpPr/>
          <p:nvPr/>
        </p:nvGrpSpPr>
        <p:grpSpPr>
          <a:xfrm>
            <a:off x="3524250" y="6191250"/>
            <a:ext cx="203428" cy="923926"/>
            <a:chOff x="3524250" y="6191250"/>
            <a:chExt cx="203428" cy="923926"/>
          </a:xfrm>
        </p:grpSpPr>
        <p:sp>
          <p:nvSpPr>
            <p:cNvPr id="43" name="vessel_mini_0_bg">
              <a:extLst>
                <a:ext uri="{FF2B5EF4-FFF2-40B4-BE49-F238E27FC236}">
                  <a16:creationId xmlns:a16="http://schemas.microsoft.com/office/drawing/2014/main" id="{75E05FDA-C680-4DC5-A45A-5E13C7B3BE0C}"/>
                </a:ext>
              </a:extLst>
            </p:cNvPr>
            <p:cNvSpPr>
              <a:spLocks/>
            </p:cNvSpPr>
            <p:nvPr/>
          </p:nvSpPr>
          <p:spPr>
            <a:xfrm>
              <a:off x="3524250" y="6305550"/>
              <a:ext cx="89127" cy="8096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69" name="vessel_mini_0_out">
              <a:extLst>
                <a:ext uri="{FF2B5EF4-FFF2-40B4-BE49-F238E27FC236}">
                  <a16:creationId xmlns:a16="http://schemas.microsoft.com/office/drawing/2014/main" id="{C48FD28C-D0DC-41DD-86E3-58E2BF208531}"/>
                </a:ext>
              </a:extLst>
            </p:cNvPr>
            <p:cNvSpPr>
              <a:spLocks/>
            </p:cNvSpPr>
            <p:nvPr/>
          </p:nvSpPr>
          <p:spPr>
            <a:xfrm>
              <a:off x="3708627" y="67008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91" name="vessel_mini_0_top">
              <a:extLst>
                <a:ext uri="{FF2B5EF4-FFF2-40B4-BE49-F238E27FC236}">
                  <a16:creationId xmlns:a16="http://schemas.microsoft.com/office/drawing/2014/main" id="{1B5D954D-32C8-3471-2879-CB380F81B8C3}"/>
                </a:ext>
              </a:extLst>
            </p:cNvPr>
            <p:cNvSpPr/>
            <p:nvPr/>
          </p:nvSpPr>
          <p:spPr>
            <a:xfrm>
              <a:off x="3524250" y="6191250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vessel_mini_0_side">
              <a:extLst>
                <a:ext uri="{FF2B5EF4-FFF2-40B4-BE49-F238E27FC236}">
                  <a16:creationId xmlns:a16="http://schemas.microsoft.com/office/drawing/2014/main" id="{E786410E-F11A-D577-012D-6CDDAF3F41CC}"/>
                </a:ext>
              </a:extLst>
            </p:cNvPr>
            <p:cNvSpPr/>
            <p:nvPr/>
          </p:nvSpPr>
          <p:spPr>
            <a:xfrm>
              <a:off x="3613377" y="6191250"/>
              <a:ext cx="114301" cy="923926"/>
            </a:xfrm>
            <a:custGeom>
              <a:avLst/>
              <a:gdLst/>
              <a:ahLst/>
              <a:cxnLst/>
              <a:rect l="0" t="0" r="0" b="0"/>
              <a:pathLst>
                <a:path w="114301" h="923926">
                  <a:moveTo>
                    <a:pt x="0" y="114300"/>
                  </a:moveTo>
                  <a:lnTo>
                    <a:pt x="114300" y="0"/>
                  </a:lnTo>
                  <a:lnTo>
                    <a:pt x="114300" y="809625"/>
                  </a:lnTo>
                  <a:lnTo>
                    <a:pt x="0" y="92392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1" name="module_vessel_mini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55F9717-2C86-25D4-D396-6271E1189763}"/>
              </a:ext>
            </a:extLst>
          </p:cNvPr>
          <p:cNvGrpSpPr/>
          <p:nvPr/>
        </p:nvGrpSpPr>
        <p:grpSpPr>
          <a:xfrm>
            <a:off x="3837214" y="6292882"/>
            <a:ext cx="203428" cy="720662"/>
            <a:chOff x="3837214" y="6292882"/>
            <a:chExt cx="203428" cy="720662"/>
          </a:xfrm>
        </p:grpSpPr>
        <p:sp>
          <p:nvSpPr>
            <p:cNvPr id="44" name="vessel_mini_1_bg">
              <a:extLst>
                <a:ext uri="{FF2B5EF4-FFF2-40B4-BE49-F238E27FC236}">
                  <a16:creationId xmlns:a16="http://schemas.microsoft.com/office/drawing/2014/main" id="{30CD28E0-0C33-4DB4-878E-F2F63CF2C7D8}"/>
                </a:ext>
              </a:extLst>
            </p:cNvPr>
            <p:cNvSpPr>
              <a:spLocks/>
            </p:cNvSpPr>
            <p:nvPr/>
          </p:nvSpPr>
          <p:spPr>
            <a:xfrm>
              <a:off x="3837214" y="6407182"/>
              <a:ext cx="89127" cy="606362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0" name="vessel_mini_1_out">
              <a:extLst>
                <a:ext uri="{FF2B5EF4-FFF2-40B4-BE49-F238E27FC236}">
                  <a16:creationId xmlns:a16="http://schemas.microsoft.com/office/drawing/2014/main" id="{946D28CD-1B49-482D-B3A8-50721B49DA3B}"/>
                </a:ext>
              </a:extLst>
            </p:cNvPr>
            <p:cNvSpPr>
              <a:spLocks/>
            </p:cNvSpPr>
            <p:nvPr/>
          </p:nvSpPr>
          <p:spPr>
            <a:xfrm>
              <a:off x="4021591" y="67008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93" name="vessel_mini_1_top">
              <a:extLst>
                <a:ext uri="{FF2B5EF4-FFF2-40B4-BE49-F238E27FC236}">
                  <a16:creationId xmlns:a16="http://schemas.microsoft.com/office/drawing/2014/main" id="{34412208-E35B-02AF-733F-360DE139E9A5}"/>
                </a:ext>
              </a:extLst>
            </p:cNvPr>
            <p:cNvSpPr/>
            <p:nvPr/>
          </p:nvSpPr>
          <p:spPr>
            <a:xfrm>
              <a:off x="3837214" y="6292882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vessel_mini_1_side">
              <a:extLst>
                <a:ext uri="{FF2B5EF4-FFF2-40B4-BE49-F238E27FC236}">
                  <a16:creationId xmlns:a16="http://schemas.microsoft.com/office/drawing/2014/main" id="{BD52CE95-BCCF-201C-35D3-D23076F2BA25}"/>
                </a:ext>
              </a:extLst>
            </p:cNvPr>
            <p:cNvSpPr/>
            <p:nvPr/>
          </p:nvSpPr>
          <p:spPr>
            <a:xfrm>
              <a:off x="3926341" y="6292882"/>
              <a:ext cx="114301" cy="720662"/>
            </a:xfrm>
            <a:custGeom>
              <a:avLst/>
              <a:gdLst/>
              <a:ahLst/>
              <a:cxnLst/>
              <a:rect l="0" t="0" r="0" b="0"/>
              <a:pathLst>
                <a:path w="114301" h="720662">
                  <a:moveTo>
                    <a:pt x="0" y="114300"/>
                  </a:moveTo>
                  <a:lnTo>
                    <a:pt x="114300" y="0"/>
                  </a:lnTo>
                  <a:lnTo>
                    <a:pt x="114300" y="606361"/>
                  </a:lnTo>
                  <a:lnTo>
                    <a:pt x="0" y="720661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2" name="module_vessel_mini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79221DB-1DD2-D3F6-C184-DEACB943DD1A}"/>
              </a:ext>
            </a:extLst>
          </p:cNvPr>
          <p:cNvGrpSpPr/>
          <p:nvPr/>
        </p:nvGrpSpPr>
        <p:grpSpPr>
          <a:xfrm>
            <a:off x="4150178" y="6385274"/>
            <a:ext cx="203428" cy="535877"/>
            <a:chOff x="4150178" y="6385274"/>
            <a:chExt cx="203428" cy="535877"/>
          </a:xfrm>
        </p:grpSpPr>
        <p:sp>
          <p:nvSpPr>
            <p:cNvPr id="45" name="vessel_mini_2_bg">
              <a:extLst>
                <a:ext uri="{FF2B5EF4-FFF2-40B4-BE49-F238E27FC236}">
                  <a16:creationId xmlns:a16="http://schemas.microsoft.com/office/drawing/2014/main" id="{4164E6F8-388C-4329-9B07-9588A262C937}"/>
                </a:ext>
              </a:extLst>
            </p:cNvPr>
            <p:cNvSpPr>
              <a:spLocks/>
            </p:cNvSpPr>
            <p:nvPr/>
          </p:nvSpPr>
          <p:spPr>
            <a:xfrm>
              <a:off x="4150179" y="6499574"/>
              <a:ext cx="89127" cy="421577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1" name="vessel_mini_2_out">
              <a:extLst>
                <a:ext uri="{FF2B5EF4-FFF2-40B4-BE49-F238E27FC236}">
                  <a16:creationId xmlns:a16="http://schemas.microsoft.com/office/drawing/2014/main" id="{6EB5989D-FE19-40C0-9ACE-A9DE12F79283}"/>
                </a:ext>
              </a:extLst>
            </p:cNvPr>
            <p:cNvSpPr>
              <a:spLocks/>
            </p:cNvSpPr>
            <p:nvPr/>
          </p:nvSpPr>
          <p:spPr>
            <a:xfrm>
              <a:off x="4334555" y="67008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95" name="vessel_mini_2_top">
              <a:extLst>
                <a:ext uri="{FF2B5EF4-FFF2-40B4-BE49-F238E27FC236}">
                  <a16:creationId xmlns:a16="http://schemas.microsoft.com/office/drawing/2014/main" id="{601CB1C5-B0B5-7C66-6687-B6AE1142859E}"/>
                </a:ext>
              </a:extLst>
            </p:cNvPr>
            <p:cNvSpPr/>
            <p:nvPr/>
          </p:nvSpPr>
          <p:spPr>
            <a:xfrm>
              <a:off x="4150178" y="6385274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vessel_mini_2_side">
              <a:extLst>
                <a:ext uri="{FF2B5EF4-FFF2-40B4-BE49-F238E27FC236}">
                  <a16:creationId xmlns:a16="http://schemas.microsoft.com/office/drawing/2014/main" id="{C28B120D-E51A-353E-27A4-28BB763C15DA}"/>
                </a:ext>
              </a:extLst>
            </p:cNvPr>
            <p:cNvSpPr/>
            <p:nvPr/>
          </p:nvSpPr>
          <p:spPr>
            <a:xfrm>
              <a:off x="4239305" y="6385274"/>
              <a:ext cx="114301" cy="535877"/>
            </a:xfrm>
            <a:custGeom>
              <a:avLst/>
              <a:gdLst/>
              <a:ahLst/>
              <a:cxnLst/>
              <a:rect l="0" t="0" r="0" b="0"/>
              <a:pathLst>
                <a:path w="114301" h="535877">
                  <a:moveTo>
                    <a:pt x="0" y="114300"/>
                  </a:moveTo>
                  <a:lnTo>
                    <a:pt x="114300" y="0"/>
                  </a:lnTo>
                  <a:lnTo>
                    <a:pt x="114300" y="421576"/>
                  </a:lnTo>
                  <a:lnTo>
                    <a:pt x="0" y="535876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3" name="module_vessel_mini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5B3796E-5B30-B455-4FA6-ECB31EE51336}"/>
              </a:ext>
            </a:extLst>
          </p:cNvPr>
          <p:cNvGrpSpPr/>
          <p:nvPr/>
        </p:nvGrpSpPr>
        <p:grpSpPr>
          <a:xfrm>
            <a:off x="4463143" y="6477667"/>
            <a:ext cx="203428" cy="351092"/>
            <a:chOff x="4463143" y="6477667"/>
            <a:chExt cx="203428" cy="351092"/>
          </a:xfrm>
        </p:grpSpPr>
        <p:sp>
          <p:nvSpPr>
            <p:cNvPr id="46" name="vessel_mini_3_bg">
              <a:extLst>
                <a:ext uri="{FF2B5EF4-FFF2-40B4-BE49-F238E27FC236}">
                  <a16:creationId xmlns:a16="http://schemas.microsoft.com/office/drawing/2014/main" id="{65F95BAC-FDAD-4EBE-89CA-F3515AE47042}"/>
                </a:ext>
              </a:extLst>
            </p:cNvPr>
            <p:cNvSpPr>
              <a:spLocks/>
            </p:cNvSpPr>
            <p:nvPr/>
          </p:nvSpPr>
          <p:spPr>
            <a:xfrm>
              <a:off x="4463143" y="6591967"/>
              <a:ext cx="89127" cy="236792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2" name="vessel_mini_3_out">
              <a:extLst>
                <a:ext uri="{FF2B5EF4-FFF2-40B4-BE49-F238E27FC236}">
                  <a16:creationId xmlns:a16="http://schemas.microsoft.com/office/drawing/2014/main" id="{E738DC50-5C1D-44BE-B7E4-07BDC0011B0E}"/>
                </a:ext>
              </a:extLst>
            </p:cNvPr>
            <p:cNvSpPr>
              <a:spLocks/>
            </p:cNvSpPr>
            <p:nvPr/>
          </p:nvSpPr>
          <p:spPr>
            <a:xfrm>
              <a:off x="4647520" y="67008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97" name="vessel_mini_3_top">
              <a:extLst>
                <a:ext uri="{FF2B5EF4-FFF2-40B4-BE49-F238E27FC236}">
                  <a16:creationId xmlns:a16="http://schemas.microsoft.com/office/drawing/2014/main" id="{F859D342-3E85-B2F6-5B3F-0308C7E22560}"/>
                </a:ext>
              </a:extLst>
            </p:cNvPr>
            <p:cNvSpPr/>
            <p:nvPr/>
          </p:nvSpPr>
          <p:spPr>
            <a:xfrm>
              <a:off x="4463143" y="6477667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vessel_mini_3_side">
              <a:extLst>
                <a:ext uri="{FF2B5EF4-FFF2-40B4-BE49-F238E27FC236}">
                  <a16:creationId xmlns:a16="http://schemas.microsoft.com/office/drawing/2014/main" id="{BCF58650-4805-C674-1DD4-9E896D248DB9}"/>
                </a:ext>
              </a:extLst>
            </p:cNvPr>
            <p:cNvSpPr/>
            <p:nvPr/>
          </p:nvSpPr>
          <p:spPr>
            <a:xfrm>
              <a:off x="4552270" y="6477667"/>
              <a:ext cx="114301" cy="351092"/>
            </a:xfrm>
            <a:custGeom>
              <a:avLst/>
              <a:gdLst/>
              <a:ahLst/>
              <a:cxnLst/>
              <a:rect l="0" t="0" r="0" b="0"/>
              <a:pathLst>
                <a:path w="114301" h="351092">
                  <a:moveTo>
                    <a:pt x="0" y="114300"/>
                  </a:moveTo>
                  <a:lnTo>
                    <a:pt x="114300" y="0"/>
                  </a:lnTo>
                  <a:lnTo>
                    <a:pt x="114300" y="236791"/>
                  </a:lnTo>
                  <a:lnTo>
                    <a:pt x="0" y="351091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4" name="module_vessel_mini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A64F16D-65E6-7E99-480A-C0CB6FA64187}"/>
              </a:ext>
            </a:extLst>
          </p:cNvPr>
          <p:cNvGrpSpPr/>
          <p:nvPr/>
        </p:nvGrpSpPr>
        <p:grpSpPr>
          <a:xfrm>
            <a:off x="4776107" y="6385274"/>
            <a:ext cx="203428" cy="535877"/>
            <a:chOff x="4776107" y="6385274"/>
            <a:chExt cx="203428" cy="535877"/>
          </a:xfrm>
        </p:grpSpPr>
        <p:sp>
          <p:nvSpPr>
            <p:cNvPr id="47" name="vessel_mini_4_bg">
              <a:extLst>
                <a:ext uri="{FF2B5EF4-FFF2-40B4-BE49-F238E27FC236}">
                  <a16:creationId xmlns:a16="http://schemas.microsoft.com/office/drawing/2014/main" id="{A4527F37-8510-4EBB-8165-B063F212ADA9}"/>
                </a:ext>
              </a:extLst>
            </p:cNvPr>
            <p:cNvSpPr>
              <a:spLocks/>
            </p:cNvSpPr>
            <p:nvPr/>
          </p:nvSpPr>
          <p:spPr>
            <a:xfrm>
              <a:off x="4776107" y="6499574"/>
              <a:ext cx="89127" cy="421577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3" name="vessel_mini_4_out">
              <a:extLst>
                <a:ext uri="{FF2B5EF4-FFF2-40B4-BE49-F238E27FC236}">
                  <a16:creationId xmlns:a16="http://schemas.microsoft.com/office/drawing/2014/main" id="{211B2EFC-05EC-4CA5-AF8A-6B7424B6F783}"/>
                </a:ext>
              </a:extLst>
            </p:cNvPr>
            <p:cNvSpPr>
              <a:spLocks/>
            </p:cNvSpPr>
            <p:nvPr/>
          </p:nvSpPr>
          <p:spPr>
            <a:xfrm>
              <a:off x="4960484" y="67008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99" name="vessel_mini_4_top">
              <a:extLst>
                <a:ext uri="{FF2B5EF4-FFF2-40B4-BE49-F238E27FC236}">
                  <a16:creationId xmlns:a16="http://schemas.microsoft.com/office/drawing/2014/main" id="{C121FD4B-7CD1-5D16-6AAC-B4DB76082949}"/>
                </a:ext>
              </a:extLst>
            </p:cNvPr>
            <p:cNvSpPr/>
            <p:nvPr/>
          </p:nvSpPr>
          <p:spPr>
            <a:xfrm>
              <a:off x="4776107" y="6385274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vessel_mini_4_side">
              <a:extLst>
                <a:ext uri="{FF2B5EF4-FFF2-40B4-BE49-F238E27FC236}">
                  <a16:creationId xmlns:a16="http://schemas.microsoft.com/office/drawing/2014/main" id="{C21C572B-6C0C-82CD-55C0-06A3BA652050}"/>
                </a:ext>
              </a:extLst>
            </p:cNvPr>
            <p:cNvSpPr/>
            <p:nvPr/>
          </p:nvSpPr>
          <p:spPr>
            <a:xfrm>
              <a:off x="4865234" y="6385274"/>
              <a:ext cx="114301" cy="535877"/>
            </a:xfrm>
            <a:custGeom>
              <a:avLst/>
              <a:gdLst/>
              <a:ahLst/>
              <a:cxnLst/>
              <a:rect l="0" t="0" r="0" b="0"/>
              <a:pathLst>
                <a:path w="114301" h="535877">
                  <a:moveTo>
                    <a:pt x="0" y="114300"/>
                  </a:moveTo>
                  <a:lnTo>
                    <a:pt x="114300" y="0"/>
                  </a:lnTo>
                  <a:lnTo>
                    <a:pt x="114300" y="421576"/>
                  </a:lnTo>
                  <a:lnTo>
                    <a:pt x="0" y="535876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5" name="module_vessel_mini_5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81B97F4-078D-FA56-9D6D-DE29A9A48964}"/>
              </a:ext>
            </a:extLst>
          </p:cNvPr>
          <p:cNvGrpSpPr/>
          <p:nvPr/>
        </p:nvGrpSpPr>
        <p:grpSpPr>
          <a:xfrm>
            <a:off x="5089071" y="6292882"/>
            <a:ext cx="203428" cy="720662"/>
            <a:chOff x="5089071" y="6292882"/>
            <a:chExt cx="203428" cy="720662"/>
          </a:xfrm>
        </p:grpSpPr>
        <p:sp>
          <p:nvSpPr>
            <p:cNvPr id="48" name="vessel_mini_5_bg">
              <a:extLst>
                <a:ext uri="{FF2B5EF4-FFF2-40B4-BE49-F238E27FC236}">
                  <a16:creationId xmlns:a16="http://schemas.microsoft.com/office/drawing/2014/main" id="{3C51E7B3-DFC7-4DAE-8BBD-DF3EDA5CF2C7}"/>
                </a:ext>
              </a:extLst>
            </p:cNvPr>
            <p:cNvSpPr>
              <a:spLocks/>
            </p:cNvSpPr>
            <p:nvPr/>
          </p:nvSpPr>
          <p:spPr>
            <a:xfrm>
              <a:off x="5089071" y="6407182"/>
              <a:ext cx="89127" cy="606362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4" name="vessel_mini_5_out">
              <a:extLst>
                <a:ext uri="{FF2B5EF4-FFF2-40B4-BE49-F238E27FC236}">
                  <a16:creationId xmlns:a16="http://schemas.microsoft.com/office/drawing/2014/main" id="{DFE3BE61-3ADA-4152-88BB-B9D2B9B9782D}"/>
                </a:ext>
              </a:extLst>
            </p:cNvPr>
            <p:cNvSpPr>
              <a:spLocks/>
            </p:cNvSpPr>
            <p:nvPr/>
          </p:nvSpPr>
          <p:spPr>
            <a:xfrm>
              <a:off x="5273448" y="67008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01" name="vessel_mini_5_top">
              <a:extLst>
                <a:ext uri="{FF2B5EF4-FFF2-40B4-BE49-F238E27FC236}">
                  <a16:creationId xmlns:a16="http://schemas.microsoft.com/office/drawing/2014/main" id="{B4C7B773-B868-7A43-6477-53689AF3518F}"/>
                </a:ext>
              </a:extLst>
            </p:cNvPr>
            <p:cNvSpPr/>
            <p:nvPr/>
          </p:nvSpPr>
          <p:spPr>
            <a:xfrm>
              <a:off x="5089072" y="6292882"/>
              <a:ext cx="203427" cy="114301"/>
            </a:xfrm>
            <a:custGeom>
              <a:avLst/>
              <a:gdLst/>
              <a:ahLst/>
              <a:cxnLst/>
              <a:rect l="0" t="0" r="0" b="0"/>
              <a:pathLst>
                <a:path w="203427" h="114301">
                  <a:moveTo>
                    <a:pt x="0" y="114300"/>
                  </a:moveTo>
                  <a:lnTo>
                    <a:pt x="114300" y="0"/>
                  </a:lnTo>
                  <a:lnTo>
                    <a:pt x="203426" y="0"/>
                  </a:lnTo>
                  <a:lnTo>
                    <a:pt x="89126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vessel_mini_5_side">
              <a:extLst>
                <a:ext uri="{FF2B5EF4-FFF2-40B4-BE49-F238E27FC236}">
                  <a16:creationId xmlns:a16="http://schemas.microsoft.com/office/drawing/2014/main" id="{2D88DD2D-A916-7B8E-380B-978AD864FEF8}"/>
                </a:ext>
              </a:extLst>
            </p:cNvPr>
            <p:cNvSpPr/>
            <p:nvPr/>
          </p:nvSpPr>
          <p:spPr>
            <a:xfrm>
              <a:off x="5178198" y="6292882"/>
              <a:ext cx="114301" cy="720662"/>
            </a:xfrm>
            <a:custGeom>
              <a:avLst/>
              <a:gdLst/>
              <a:ahLst/>
              <a:cxnLst/>
              <a:rect l="0" t="0" r="0" b="0"/>
              <a:pathLst>
                <a:path w="114301" h="720662">
                  <a:moveTo>
                    <a:pt x="0" y="114300"/>
                  </a:moveTo>
                  <a:lnTo>
                    <a:pt x="114300" y="0"/>
                  </a:lnTo>
                  <a:lnTo>
                    <a:pt x="114300" y="606361"/>
                  </a:lnTo>
                  <a:lnTo>
                    <a:pt x="0" y="720661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6" name="module_vessel_mini_6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BFB2159-AA04-C718-2FB4-42277E7D08BF}"/>
              </a:ext>
            </a:extLst>
          </p:cNvPr>
          <p:cNvGrpSpPr/>
          <p:nvPr/>
        </p:nvGrpSpPr>
        <p:grpSpPr>
          <a:xfrm>
            <a:off x="5402036" y="6191250"/>
            <a:ext cx="203428" cy="923926"/>
            <a:chOff x="5402036" y="6191250"/>
            <a:chExt cx="203428" cy="923926"/>
          </a:xfrm>
        </p:grpSpPr>
        <p:sp>
          <p:nvSpPr>
            <p:cNvPr id="49" name="vessel_mini_6_bg">
              <a:extLst>
                <a:ext uri="{FF2B5EF4-FFF2-40B4-BE49-F238E27FC236}">
                  <a16:creationId xmlns:a16="http://schemas.microsoft.com/office/drawing/2014/main" id="{199CD7BA-5980-4DB6-88FD-254440B81C78}"/>
                </a:ext>
              </a:extLst>
            </p:cNvPr>
            <p:cNvSpPr>
              <a:spLocks/>
            </p:cNvSpPr>
            <p:nvPr/>
          </p:nvSpPr>
          <p:spPr>
            <a:xfrm>
              <a:off x="5402036" y="6305550"/>
              <a:ext cx="89127" cy="8096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75" name="vessel_mini_6_out">
              <a:extLst>
                <a:ext uri="{FF2B5EF4-FFF2-40B4-BE49-F238E27FC236}">
                  <a16:creationId xmlns:a16="http://schemas.microsoft.com/office/drawing/2014/main" id="{64AA263B-9EAE-42C5-A273-1548EF00ADD1}"/>
                </a:ext>
              </a:extLst>
            </p:cNvPr>
            <p:cNvSpPr>
              <a:spLocks/>
            </p:cNvSpPr>
            <p:nvPr/>
          </p:nvSpPr>
          <p:spPr>
            <a:xfrm>
              <a:off x="5586413" y="67008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03" name="vessel_mini_6_top">
              <a:extLst>
                <a:ext uri="{FF2B5EF4-FFF2-40B4-BE49-F238E27FC236}">
                  <a16:creationId xmlns:a16="http://schemas.microsoft.com/office/drawing/2014/main" id="{E02711E2-7012-A946-EAC3-DFF7BEE9109F}"/>
                </a:ext>
              </a:extLst>
            </p:cNvPr>
            <p:cNvSpPr/>
            <p:nvPr/>
          </p:nvSpPr>
          <p:spPr>
            <a:xfrm>
              <a:off x="5402036" y="6191250"/>
              <a:ext cx="203428" cy="114301"/>
            </a:xfrm>
            <a:custGeom>
              <a:avLst/>
              <a:gdLst/>
              <a:ahLst/>
              <a:cxnLst/>
              <a:rect l="0" t="0" r="0" b="0"/>
              <a:pathLst>
                <a:path w="203428" h="114301">
                  <a:moveTo>
                    <a:pt x="0" y="114300"/>
                  </a:moveTo>
                  <a:lnTo>
                    <a:pt x="114300" y="0"/>
                  </a:lnTo>
                  <a:lnTo>
                    <a:pt x="203427" y="0"/>
                  </a:lnTo>
                  <a:lnTo>
                    <a:pt x="89127" y="11430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vessel_mini_6_side">
              <a:extLst>
                <a:ext uri="{FF2B5EF4-FFF2-40B4-BE49-F238E27FC236}">
                  <a16:creationId xmlns:a16="http://schemas.microsoft.com/office/drawing/2014/main" id="{9A8F9AB9-C0FC-A821-272D-0E70007086A4}"/>
                </a:ext>
              </a:extLst>
            </p:cNvPr>
            <p:cNvSpPr/>
            <p:nvPr/>
          </p:nvSpPr>
          <p:spPr>
            <a:xfrm>
              <a:off x="5491163" y="6191250"/>
              <a:ext cx="114301" cy="923926"/>
            </a:xfrm>
            <a:custGeom>
              <a:avLst/>
              <a:gdLst/>
              <a:ahLst/>
              <a:cxnLst/>
              <a:rect l="0" t="0" r="0" b="0"/>
              <a:pathLst>
                <a:path w="114301" h="923926">
                  <a:moveTo>
                    <a:pt x="0" y="114300"/>
                  </a:moveTo>
                  <a:lnTo>
                    <a:pt x="114300" y="0"/>
                  </a:lnTo>
                  <a:lnTo>
                    <a:pt x="114300" y="809625"/>
                  </a:lnTo>
                  <a:lnTo>
                    <a:pt x="0" y="92392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5" name="quant_footer_corner">
            <a:extLst>
              <a:ext uri="{FF2B5EF4-FFF2-40B4-BE49-F238E27FC236}">
                <a16:creationId xmlns:a16="http://schemas.microsoft.com/office/drawing/2014/main" id="{EDB25D8A-4773-7AAC-3726-E507E710E77C}"/>
              </a:ext>
            </a:extLst>
          </p:cNvPr>
          <p:cNvSpPr/>
          <p:nvPr/>
        </p:nvSpPr>
        <p:spPr>
          <a:xfrm>
            <a:off x="428625" y="7629525"/>
            <a:ext cx="2324101" cy="704851"/>
          </a:xfrm>
          <a:custGeom>
            <a:avLst/>
            <a:gdLst/>
            <a:ahLst/>
            <a:cxnLst/>
            <a:rect l="0" t="0" r="0" b="0"/>
            <a:pathLst>
              <a:path w="2324101" h="704851">
                <a:moveTo>
                  <a:pt x="0" y="0"/>
                </a:moveTo>
                <a:lnTo>
                  <a:pt x="1990725" y="0"/>
                </a:lnTo>
                <a:lnTo>
                  <a:pt x="2324100" y="352425"/>
                </a:lnTo>
                <a:lnTo>
                  <a:pt x="1990725" y="704850"/>
                </a:lnTo>
                <a:lnTo>
                  <a:pt x="0" y="704850"/>
                </a:lnTo>
                <a:close/>
              </a:path>
            </a:pathLst>
          </a:custGeom>
          <a:solidFill>
            <a:srgbClr val="064A9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3" name="icon_morphology_report" descr="原生矢量组件，可取消组合编辑各个形状">
            <a:extLst>
              <a:ext uri="{FF2B5EF4-FFF2-40B4-BE49-F238E27FC236}">
                <a16:creationId xmlns:a16="http://schemas.microsoft.com/office/drawing/2014/main" id="{5D8D81B9-0388-E2C9-F861-CBEB82814BCB}"/>
              </a:ext>
            </a:extLst>
          </p:cNvPr>
          <p:cNvGrpSpPr/>
          <p:nvPr/>
        </p:nvGrpSpPr>
        <p:grpSpPr>
          <a:xfrm>
            <a:off x="12291822" y="5980557"/>
            <a:ext cx="514350" cy="617220"/>
            <a:chOff x="12291822" y="5980557"/>
            <a:chExt cx="514350" cy="617220"/>
          </a:xfrm>
        </p:grpSpPr>
        <p:sp>
          <p:nvSpPr>
            <p:cNvPr id="106" name="morphology_report_part_0">
              <a:extLst>
                <a:ext uri="{FF2B5EF4-FFF2-40B4-BE49-F238E27FC236}">
                  <a16:creationId xmlns:a16="http://schemas.microsoft.com/office/drawing/2014/main" id="{5EC5087E-F1D2-73F1-4EB3-6C1D2120AE8E}"/>
                </a:ext>
              </a:extLst>
            </p:cNvPr>
            <p:cNvSpPr/>
            <p:nvPr/>
          </p:nvSpPr>
          <p:spPr>
            <a:xfrm>
              <a:off x="12291822" y="5980557"/>
              <a:ext cx="514350" cy="617220"/>
            </a:xfrm>
            <a:prstGeom prst="roundRect">
              <a:avLst/>
            </a:prstGeom>
            <a:noFill/>
            <a:ln w="27432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7" name="morphology_report_part_1">
              <a:extLst>
                <a:ext uri="{FF2B5EF4-FFF2-40B4-BE49-F238E27FC236}">
                  <a16:creationId xmlns:a16="http://schemas.microsoft.com/office/drawing/2014/main" id="{4C6410A8-990E-EF00-3EF4-B133C7A5AB4B}"/>
                </a:ext>
              </a:extLst>
            </p:cNvPr>
            <p:cNvCxnSpPr/>
            <p:nvPr/>
          </p:nvCxnSpPr>
          <p:spPr>
            <a:xfrm>
              <a:off x="12387834" y="6104001"/>
              <a:ext cx="315468" cy="0"/>
            </a:xfrm>
            <a:prstGeom prst="line">
              <a:avLst/>
            </a:prstGeom>
            <a:ln w="27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morphology_report_part_2">
              <a:extLst>
                <a:ext uri="{FF2B5EF4-FFF2-40B4-BE49-F238E27FC236}">
                  <a16:creationId xmlns:a16="http://schemas.microsoft.com/office/drawing/2014/main" id="{F0020DD7-901E-F958-0773-8F67968EBBCB}"/>
                </a:ext>
              </a:extLst>
            </p:cNvPr>
            <p:cNvCxnSpPr/>
            <p:nvPr/>
          </p:nvCxnSpPr>
          <p:spPr>
            <a:xfrm>
              <a:off x="12387834" y="6206871"/>
              <a:ext cx="315468" cy="0"/>
            </a:xfrm>
            <a:prstGeom prst="line">
              <a:avLst/>
            </a:prstGeom>
            <a:ln w="27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morphology_report_part_3">
              <a:extLst>
                <a:ext uri="{FF2B5EF4-FFF2-40B4-BE49-F238E27FC236}">
                  <a16:creationId xmlns:a16="http://schemas.microsoft.com/office/drawing/2014/main" id="{3D3A1AD3-D874-A884-A9BC-58B9060C437F}"/>
                </a:ext>
              </a:extLst>
            </p:cNvPr>
            <p:cNvCxnSpPr/>
            <p:nvPr/>
          </p:nvCxnSpPr>
          <p:spPr>
            <a:xfrm>
              <a:off x="12387834" y="6309741"/>
              <a:ext cx="178308" cy="0"/>
            </a:xfrm>
            <a:prstGeom prst="line">
              <a:avLst/>
            </a:prstGeom>
            <a:ln w="2743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morphology_report_part_4">
              <a:extLst>
                <a:ext uri="{FF2B5EF4-FFF2-40B4-BE49-F238E27FC236}">
                  <a16:creationId xmlns:a16="http://schemas.microsoft.com/office/drawing/2014/main" id="{DDFA5D4E-3A24-4E3A-D84B-CED7D1FFB6E2}"/>
                </a:ext>
              </a:extLst>
            </p:cNvPr>
            <p:cNvSpPr/>
            <p:nvPr/>
          </p:nvSpPr>
          <p:spPr>
            <a:xfrm>
              <a:off x="12422124" y="6460617"/>
              <a:ext cx="68580" cy="89154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morphology_report_part_5">
              <a:extLst>
                <a:ext uri="{FF2B5EF4-FFF2-40B4-BE49-F238E27FC236}">
                  <a16:creationId xmlns:a16="http://schemas.microsoft.com/office/drawing/2014/main" id="{E26E7241-9D43-2C94-B479-3E79CF1385D4}"/>
                </a:ext>
              </a:extLst>
            </p:cNvPr>
            <p:cNvSpPr/>
            <p:nvPr/>
          </p:nvSpPr>
          <p:spPr>
            <a:xfrm>
              <a:off x="12545568" y="6378321"/>
              <a:ext cx="68581" cy="171450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morphology_report_part_6">
              <a:extLst>
                <a:ext uri="{FF2B5EF4-FFF2-40B4-BE49-F238E27FC236}">
                  <a16:creationId xmlns:a16="http://schemas.microsoft.com/office/drawing/2014/main" id="{905F3C3B-92D9-60AF-05B3-F6AC8F6A7D21}"/>
                </a:ext>
              </a:extLst>
            </p:cNvPr>
            <p:cNvSpPr/>
            <p:nvPr/>
          </p:nvSpPr>
          <p:spPr>
            <a:xfrm>
              <a:off x="12669012" y="6289167"/>
              <a:ext cx="68580" cy="260604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1" name="icon_quant_report" descr="原生矢量组件，可取消组合编辑各个形状">
            <a:extLst>
              <a:ext uri="{FF2B5EF4-FFF2-40B4-BE49-F238E27FC236}">
                <a16:creationId xmlns:a16="http://schemas.microsoft.com/office/drawing/2014/main" id="{16E3DCC2-4A58-CD8B-5DF1-0BBF384D0005}"/>
              </a:ext>
            </a:extLst>
          </p:cNvPr>
          <p:cNvGrpSpPr/>
          <p:nvPr/>
        </p:nvGrpSpPr>
        <p:grpSpPr>
          <a:xfrm>
            <a:off x="14200823" y="4871085"/>
            <a:ext cx="785813" cy="942975"/>
            <a:chOff x="14200823" y="4871085"/>
            <a:chExt cx="785813" cy="942975"/>
          </a:xfrm>
        </p:grpSpPr>
        <p:sp>
          <p:nvSpPr>
            <p:cNvPr id="114" name="quant_report_part_0">
              <a:extLst>
                <a:ext uri="{FF2B5EF4-FFF2-40B4-BE49-F238E27FC236}">
                  <a16:creationId xmlns:a16="http://schemas.microsoft.com/office/drawing/2014/main" id="{A6E7F4A9-0A14-C324-57AC-918819C22072}"/>
                </a:ext>
              </a:extLst>
            </p:cNvPr>
            <p:cNvSpPr/>
            <p:nvPr/>
          </p:nvSpPr>
          <p:spPr>
            <a:xfrm>
              <a:off x="14200823" y="4871085"/>
              <a:ext cx="785813" cy="942975"/>
            </a:xfrm>
            <a:prstGeom prst="roundRect">
              <a:avLst/>
            </a:prstGeom>
            <a:noFill/>
            <a:ln w="4191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5" name="quant_report_part_1">
              <a:extLst>
                <a:ext uri="{FF2B5EF4-FFF2-40B4-BE49-F238E27FC236}">
                  <a16:creationId xmlns:a16="http://schemas.microsoft.com/office/drawing/2014/main" id="{2957337D-A3AF-7ACE-5C0C-48C6B19D9208}"/>
                </a:ext>
              </a:extLst>
            </p:cNvPr>
            <p:cNvCxnSpPr/>
            <p:nvPr/>
          </p:nvCxnSpPr>
          <p:spPr>
            <a:xfrm>
              <a:off x="14347507" y="5059680"/>
              <a:ext cx="481966" cy="0"/>
            </a:xfrm>
            <a:prstGeom prst="line">
              <a:avLst/>
            </a:prstGeom>
            <a:ln w="41910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quant_report_part_2">
              <a:extLst>
                <a:ext uri="{FF2B5EF4-FFF2-40B4-BE49-F238E27FC236}">
                  <a16:creationId xmlns:a16="http://schemas.microsoft.com/office/drawing/2014/main" id="{1BB8F80D-08F2-A2DC-146B-AFD26EB9B76A}"/>
                </a:ext>
              </a:extLst>
            </p:cNvPr>
            <p:cNvCxnSpPr/>
            <p:nvPr/>
          </p:nvCxnSpPr>
          <p:spPr>
            <a:xfrm>
              <a:off x="14347507" y="5216842"/>
              <a:ext cx="481966" cy="0"/>
            </a:xfrm>
            <a:prstGeom prst="line">
              <a:avLst/>
            </a:prstGeom>
            <a:ln w="41910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quant_report_part_3">
              <a:extLst>
                <a:ext uri="{FF2B5EF4-FFF2-40B4-BE49-F238E27FC236}">
                  <a16:creationId xmlns:a16="http://schemas.microsoft.com/office/drawing/2014/main" id="{194A6D59-415E-D462-0484-144896F3BF87}"/>
                </a:ext>
              </a:extLst>
            </p:cNvPr>
            <p:cNvCxnSpPr/>
            <p:nvPr/>
          </p:nvCxnSpPr>
          <p:spPr>
            <a:xfrm>
              <a:off x="14347507" y="5374005"/>
              <a:ext cx="272416" cy="0"/>
            </a:xfrm>
            <a:prstGeom prst="line">
              <a:avLst/>
            </a:prstGeom>
            <a:ln w="41910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quant_report_part_4">
              <a:extLst>
                <a:ext uri="{FF2B5EF4-FFF2-40B4-BE49-F238E27FC236}">
                  <a16:creationId xmlns:a16="http://schemas.microsoft.com/office/drawing/2014/main" id="{DB817542-46CF-BCA5-62FD-A486FAA4BC4E}"/>
                </a:ext>
              </a:extLst>
            </p:cNvPr>
            <p:cNvSpPr/>
            <p:nvPr/>
          </p:nvSpPr>
          <p:spPr>
            <a:xfrm>
              <a:off x="14399895" y="5604510"/>
              <a:ext cx="104775" cy="136207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quant_report_part_5">
              <a:extLst>
                <a:ext uri="{FF2B5EF4-FFF2-40B4-BE49-F238E27FC236}">
                  <a16:creationId xmlns:a16="http://schemas.microsoft.com/office/drawing/2014/main" id="{F562D269-E2CE-F699-D0E9-61FE425DBC75}"/>
                </a:ext>
              </a:extLst>
            </p:cNvPr>
            <p:cNvSpPr/>
            <p:nvPr/>
          </p:nvSpPr>
          <p:spPr>
            <a:xfrm>
              <a:off x="14588489" y="5478780"/>
              <a:ext cx="104775" cy="261937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quant_report_part_6">
              <a:extLst>
                <a:ext uri="{FF2B5EF4-FFF2-40B4-BE49-F238E27FC236}">
                  <a16:creationId xmlns:a16="http://schemas.microsoft.com/office/drawing/2014/main" id="{23DD5F10-DE0E-1C26-C077-32D20BE428B5}"/>
                </a:ext>
              </a:extLst>
            </p:cNvPr>
            <p:cNvSpPr/>
            <p:nvPr/>
          </p:nvSpPr>
          <p:spPr>
            <a:xfrm>
              <a:off x="14777086" y="5342572"/>
              <a:ext cx="104775" cy="398145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2" name="header_rule">
            <a:extLst>
              <a:ext uri="{FF2B5EF4-FFF2-40B4-BE49-F238E27FC236}">
                <a16:creationId xmlns:a16="http://schemas.microsoft.com/office/drawing/2014/main" id="{A6816F10-9FD1-CD52-2564-36A6FB2632E3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header_accent">
            <a:extLst>
              <a:ext uri="{FF2B5EF4-FFF2-40B4-BE49-F238E27FC236}">
                <a16:creationId xmlns:a16="http://schemas.microsoft.com/office/drawing/2014/main" id="{21427534-F261-4015-E68D-1CB196A15BC9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footer_rule">
            <a:extLst>
              <a:ext uri="{FF2B5EF4-FFF2-40B4-BE49-F238E27FC236}">
                <a16:creationId xmlns:a16="http://schemas.microsoft.com/office/drawing/2014/main" id="{44BA3C8F-D426-ED69-431A-0CC1F1BB413F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quant_fork1_1">
            <a:extLst>
              <a:ext uri="{FF2B5EF4-FFF2-40B4-BE49-F238E27FC236}">
                <a16:creationId xmlns:a16="http://schemas.microsoft.com/office/drawing/2014/main" id="{8D3CEEAD-7343-C693-9EC4-9513F1AEEABF}"/>
              </a:ext>
            </a:extLst>
          </p:cNvPr>
          <p:cNvCxnSpPr/>
          <p:nvPr/>
        </p:nvCxnSpPr>
        <p:spPr>
          <a:xfrm>
            <a:off x="2505075" y="4857750"/>
            <a:ext cx="190500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quant_fork1_2">
            <a:extLst>
              <a:ext uri="{FF2B5EF4-FFF2-40B4-BE49-F238E27FC236}">
                <a16:creationId xmlns:a16="http://schemas.microsoft.com/office/drawing/2014/main" id="{2DD1BD69-B59D-EB22-685C-0E6875AD1432}"/>
              </a:ext>
            </a:extLst>
          </p:cNvPr>
          <p:cNvCxnSpPr/>
          <p:nvPr/>
        </p:nvCxnSpPr>
        <p:spPr>
          <a:xfrm flipV="1">
            <a:off x="2695575" y="3552825"/>
            <a:ext cx="0" cy="1304925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quant_fork1_3">
            <a:extLst>
              <a:ext uri="{FF2B5EF4-FFF2-40B4-BE49-F238E27FC236}">
                <a16:creationId xmlns:a16="http://schemas.microsoft.com/office/drawing/2014/main" id="{80A9D37D-74FD-54B1-1D3A-0E53689F5C6A}"/>
              </a:ext>
            </a:extLst>
          </p:cNvPr>
          <p:cNvCxnSpPr/>
          <p:nvPr/>
        </p:nvCxnSpPr>
        <p:spPr>
          <a:xfrm>
            <a:off x="2695575" y="3552825"/>
            <a:ext cx="561975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quant_fork2_1">
            <a:extLst>
              <a:ext uri="{FF2B5EF4-FFF2-40B4-BE49-F238E27FC236}">
                <a16:creationId xmlns:a16="http://schemas.microsoft.com/office/drawing/2014/main" id="{CEDCD4E9-ACEA-EB74-0485-04C6CBECE7A4}"/>
              </a:ext>
            </a:extLst>
          </p:cNvPr>
          <p:cNvCxnSpPr/>
          <p:nvPr/>
        </p:nvCxnSpPr>
        <p:spPr>
          <a:xfrm>
            <a:off x="2695575" y="4857750"/>
            <a:ext cx="0" cy="1571625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quant_fork2_2">
            <a:extLst>
              <a:ext uri="{FF2B5EF4-FFF2-40B4-BE49-F238E27FC236}">
                <a16:creationId xmlns:a16="http://schemas.microsoft.com/office/drawing/2014/main" id="{EB81734C-A4E8-1728-AD20-17B3A9B226CE}"/>
              </a:ext>
            </a:extLst>
          </p:cNvPr>
          <p:cNvCxnSpPr/>
          <p:nvPr/>
        </p:nvCxnSpPr>
        <p:spPr>
          <a:xfrm>
            <a:off x="2695575" y="6429375"/>
            <a:ext cx="561975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quant_arrow1">
            <a:extLst>
              <a:ext uri="{FF2B5EF4-FFF2-40B4-BE49-F238E27FC236}">
                <a16:creationId xmlns:a16="http://schemas.microsoft.com/office/drawing/2014/main" id="{39F7BB24-87D8-4F17-3038-008CA9524A4D}"/>
              </a:ext>
            </a:extLst>
          </p:cNvPr>
          <p:cNvCxnSpPr/>
          <p:nvPr/>
        </p:nvCxnSpPr>
        <p:spPr>
          <a:xfrm>
            <a:off x="5876925" y="3552825"/>
            <a:ext cx="523875" cy="0"/>
          </a:xfrm>
          <a:prstGeom prst="line">
            <a:avLst/>
          </a:prstGeom>
          <a:ln w="38100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quant_arrow2">
            <a:extLst>
              <a:ext uri="{FF2B5EF4-FFF2-40B4-BE49-F238E27FC236}">
                <a16:creationId xmlns:a16="http://schemas.microsoft.com/office/drawing/2014/main" id="{E05587DE-7FA9-53B5-E46A-C223C11D2940}"/>
              </a:ext>
            </a:extLst>
          </p:cNvPr>
          <p:cNvCxnSpPr/>
          <p:nvPr/>
        </p:nvCxnSpPr>
        <p:spPr>
          <a:xfrm>
            <a:off x="10001250" y="3552825"/>
            <a:ext cx="504825" cy="0"/>
          </a:xfrm>
          <a:prstGeom prst="line">
            <a:avLst/>
          </a:prstGeom>
          <a:ln w="38100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quant_arrow3">
            <a:extLst>
              <a:ext uri="{FF2B5EF4-FFF2-40B4-BE49-F238E27FC236}">
                <a16:creationId xmlns:a16="http://schemas.microsoft.com/office/drawing/2014/main" id="{735418A0-EE41-A48F-8496-2DB43CABA80C}"/>
              </a:ext>
            </a:extLst>
          </p:cNvPr>
          <p:cNvCxnSpPr/>
          <p:nvPr/>
        </p:nvCxnSpPr>
        <p:spPr>
          <a:xfrm>
            <a:off x="5876925" y="6429375"/>
            <a:ext cx="533400" cy="0"/>
          </a:xfrm>
          <a:prstGeom prst="line">
            <a:avLst/>
          </a:prstGeom>
          <a:ln w="38100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quant_arrow4">
            <a:extLst>
              <a:ext uri="{FF2B5EF4-FFF2-40B4-BE49-F238E27FC236}">
                <a16:creationId xmlns:a16="http://schemas.microsoft.com/office/drawing/2014/main" id="{B08AA484-8092-1BCC-FD3F-71EA57832A59}"/>
              </a:ext>
            </a:extLst>
          </p:cNvPr>
          <p:cNvCxnSpPr/>
          <p:nvPr/>
        </p:nvCxnSpPr>
        <p:spPr>
          <a:xfrm>
            <a:off x="8877300" y="6429375"/>
            <a:ext cx="381000" cy="0"/>
          </a:xfrm>
          <a:prstGeom prst="line">
            <a:avLst/>
          </a:prstGeom>
          <a:ln w="38100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quant_arrow5">
            <a:extLst>
              <a:ext uri="{FF2B5EF4-FFF2-40B4-BE49-F238E27FC236}">
                <a16:creationId xmlns:a16="http://schemas.microsoft.com/office/drawing/2014/main" id="{5D4DC93F-87B1-C685-3484-AB041042C844}"/>
              </a:ext>
            </a:extLst>
          </p:cNvPr>
          <p:cNvCxnSpPr/>
          <p:nvPr/>
        </p:nvCxnSpPr>
        <p:spPr>
          <a:xfrm>
            <a:off x="11763375" y="6429375"/>
            <a:ext cx="381000" cy="0"/>
          </a:xfrm>
          <a:prstGeom prst="line">
            <a:avLst/>
          </a:prstGeom>
          <a:ln w="38100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quant_merge1_1">
            <a:extLst>
              <a:ext uri="{FF2B5EF4-FFF2-40B4-BE49-F238E27FC236}">
                <a16:creationId xmlns:a16="http://schemas.microsoft.com/office/drawing/2014/main" id="{03D7A1D7-0876-A2BA-9913-97489395795F}"/>
              </a:ext>
            </a:extLst>
          </p:cNvPr>
          <p:cNvCxnSpPr/>
          <p:nvPr/>
        </p:nvCxnSpPr>
        <p:spPr>
          <a:xfrm>
            <a:off x="12954000" y="3552825"/>
            <a:ext cx="352425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quant_merge1_2">
            <a:extLst>
              <a:ext uri="{FF2B5EF4-FFF2-40B4-BE49-F238E27FC236}">
                <a16:creationId xmlns:a16="http://schemas.microsoft.com/office/drawing/2014/main" id="{F30B64E2-F8EF-74D3-652B-77FF8D1157A4}"/>
              </a:ext>
            </a:extLst>
          </p:cNvPr>
          <p:cNvCxnSpPr/>
          <p:nvPr/>
        </p:nvCxnSpPr>
        <p:spPr>
          <a:xfrm>
            <a:off x="13306425" y="3552825"/>
            <a:ext cx="0" cy="131445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quant_merge1_3">
            <a:extLst>
              <a:ext uri="{FF2B5EF4-FFF2-40B4-BE49-F238E27FC236}">
                <a16:creationId xmlns:a16="http://schemas.microsoft.com/office/drawing/2014/main" id="{CA9F1684-87FE-6B4B-333E-F0040638F6EB}"/>
              </a:ext>
            </a:extLst>
          </p:cNvPr>
          <p:cNvCxnSpPr/>
          <p:nvPr/>
        </p:nvCxnSpPr>
        <p:spPr>
          <a:xfrm>
            <a:off x="13306425" y="4867275"/>
            <a:ext cx="34290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quant_merge2_1">
            <a:extLst>
              <a:ext uri="{FF2B5EF4-FFF2-40B4-BE49-F238E27FC236}">
                <a16:creationId xmlns:a16="http://schemas.microsoft.com/office/drawing/2014/main" id="{D1D51A2C-2EB2-35DD-0953-28C60EFCA7F5}"/>
              </a:ext>
            </a:extLst>
          </p:cNvPr>
          <p:cNvCxnSpPr/>
          <p:nvPr/>
        </p:nvCxnSpPr>
        <p:spPr>
          <a:xfrm>
            <a:off x="12973050" y="6429375"/>
            <a:ext cx="333375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quant_merge2_2">
            <a:extLst>
              <a:ext uri="{FF2B5EF4-FFF2-40B4-BE49-F238E27FC236}">
                <a16:creationId xmlns:a16="http://schemas.microsoft.com/office/drawing/2014/main" id="{C8EA508F-4239-162B-1559-11A286317BB4}"/>
              </a:ext>
            </a:extLst>
          </p:cNvPr>
          <p:cNvCxnSpPr/>
          <p:nvPr/>
        </p:nvCxnSpPr>
        <p:spPr>
          <a:xfrm flipV="1">
            <a:off x="13306425" y="5410200"/>
            <a:ext cx="0" cy="1019175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quant_merge2_3">
            <a:extLst>
              <a:ext uri="{FF2B5EF4-FFF2-40B4-BE49-F238E27FC236}">
                <a16:creationId xmlns:a16="http://schemas.microsoft.com/office/drawing/2014/main" id="{5E039985-758C-A765-C76C-12427B9486FF}"/>
              </a:ext>
            </a:extLst>
          </p:cNvPr>
          <p:cNvCxnSpPr/>
          <p:nvPr/>
        </p:nvCxnSpPr>
        <p:spPr>
          <a:xfrm>
            <a:off x="13306425" y="5410200"/>
            <a:ext cx="34290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_title">
            <a:extLst>
              <a:ext uri="{FF2B5EF4-FFF2-40B4-BE49-F238E27FC236}">
                <a16:creationId xmlns:a16="http://schemas.microsoft.com/office/drawing/2014/main" id="{49E24FA9-5404-4AD4-B847-5AF7C5122244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眼底结构定量分析流程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footer_text">
            <a:extLst>
              <a:ext uri="{FF2B5EF4-FFF2-40B4-BE49-F238E27FC236}">
                <a16:creationId xmlns:a16="http://schemas.microsoft.com/office/drawing/2014/main" id="{4063AB3E-DE04-4D3D-98F2-455BC13D7195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2" name="page_number">
            <a:extLst>
              <a:ext uri="{FF2B5EF4-FFF2-40B4-BE49-F238E27FC236}">
                <a16:creationId xmlns:a16="http://schemas.microsoft.com/office/drawing/2014/main" id="{6D0C61E2-7607-4227-A95A-84ABF2F8331C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12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_0">
            <a:extLst>
              <a:ext uri="{FF2B5EF4-FFF2-40B4-BE49-F238E27FC236}">
                <a16:creationId xmlns:a16="http://schemas.microsoft.com/office/drawing/2014/main" id="{837144E7-BE16-4915-9DBB-5D95068BCB09}"/>
              </a:ext>
            </a:extLst>
          </p:cNvPr>
          <p:cNvSpPr>
            <a:spLocks/>
          </p:cNvSpPr>
          <p:nvPr/>
        </p:nvSpPr>
        <p:spPr>
          <a:xfrm>
            <a:off x="514350" y="3743325"/>
            <a:ext cx="19145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眼底影像</a:t>
            </a:r>
            <a:endParaRPr sz="26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41" name="module_lesion_lane_label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2889BEC-EAEA-982B-9FC6-676E800207AC}"/>
              </a:ext>
            </a:extLst>
          </p:cNvPr>
          <p:cNvGrpSpPr/>
          <p:nvPr/>
        </p:nvGrpSpPr>
        <p:grpSpPr>
          <a:xfrm>
            <a:off x="3276600" y="1990725"/>
            <a:ext cx="2314575" cy="542925"/>
            <a:chOff x="3276600" y="1990725"/>
            <a:chExt cx="2314575" cy="542925"/>
          </a:xfrm>
        </p:grpSpPr>
        <p:sp>
          <p:nvSpPr>
            <p:cNvPr id="17" name="lesion_lane_label_bg">
              <a:extLst>
                <a:ext uri="{FF2B5EF4-FFF2-40B4-BE49-F238E27FC236}">
                  <a16:creationId xmlns:a16="http://schemas.microsoft.com/office/drawing/2014/main" id="{478E4F1E-D4A3-4A6A-A3A3-57382AF76E96}"/>
                </a:ext>
              </a:extLst>
            </p:cNvPr>
            <p:cNvSpPr>
              <a:spLocks/>
            </p:cNvSpPr>
            <p:nvPr/>
          </p:nvSpPr>
          <p:spPr>
            <a:xfrm>
              <a:off x="3276600" y="1990725"/>
              <a:ext cx="2314575" cy="542925"/>
            </a:xfrm>
            <a:prstGeom prst="roundRect">
              <a:avLst>
                <a:gd name="adj" fmla="val 21053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8" name="lesion_lane_label_text">
              <a:extLst>
                <a:ext uri="{FF2B5EF4-FFF2-40B4-BE49-F238E27FC236}">
                  <a16:creationId xmlns:a16="http://schemas.microsoft.com/office/drawing/2014/main" id="{13419E87-0973-4138-8075-7DB048F75BD4}"/>
                </a:ext>
              </a:extLst>
            </p:cNvPr>
            <p:cNvSpPr>
              <a:spLocks/>
            </p:cNvSpPr>
            <p:nvPr/>
          </p:nvSpPr>
          <p:spPr>
            <a:xfrm>
              <a:off x="3371850" y="2028825"/>
              <a:ext cx="2124075" cy="4667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病灶分割</a:t>
              </a:r>
              <a:endParaRPr sz="24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42" name="module_vessel_lane_label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4008F7B-9475-6EAE-E9CC-7B2A459DA0A0}"/>
              </a:ext>
            </a:extLst>
          </p:cNvPr>
          <p:cNvGrpSpPr/>
          <p:nvPr/>
        </p:nvGrpSpPr>
        <p:grpSpPr>
          <a:xfrm>
            <a:off x="3276600" y="4857750"/>
            <a:ext cx="2314575" cy="542925"/>
            <a:chOff x="3276600" y="4857750"/>
            <a:chExt cx="2314575" cy="542925"/>
          </a:xfrm>
        </p:grpSpPr>
        <p:sp>
          <p:nvSpPr>
            <p:cNvPr id="19" name="vessel_lane_label_bg">
              <a:extLst>
                <a:ext uri="{FF2B5EF4-FFF2-40B4-BE49-F238E27FC236}">
                  <a16:creationId xmlns:a16="http://schemas.microsoft.com/office/drawing/2014/main" id="{C596C2FD-98EE-4424-A6E3-7C7C7059C26E}"/>
                </a:ext>
              </a:extLst>
            </p:cNvPr>
            <p:cNvSpPr>
              <a:spLocks/>
            </p:cNvSpPr>
            <p:nvPr/>
          </p:nvSpPr>
          <p:spPr>
            <a:xfrm>
              <a:off x="3276600" y="4857750"/>
              <a:ext cx="2314575" cy="542925"/>
            </a:xfrm>
            <a:prstGeom prst="roundRect">
              <a:avLst>
                <a:gd name="adj" fmla="val 21053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20" name="vessel_lane_label_text">
              <a:extLst>
                <a:ext uri="{FF2B5EF4-FFF2-40B4-BE49-F238E27FC236}">
                  <a16:creationId xmlns:a16="http://schemas.microsoft.com/office/drawing/2014/main" id="{FA2CFAFA-7BA6-48CC-8700-6EB4B5ACC036}"/>
                </a:ext>
              </a:extLst>
            </p:cNvPr>
            <p:cNvSpPr>
              <a:spLocks/>
            </p:cNvSpPr>
            <p:nvPr/>
          </p:nvSpPr>
          <p:spPr>
            <a:xfrm>
              <a:off x="3371850" y="4895850"/>
              <a:ext cx="2124075" cy="4667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血管分割</a:t>
              </a:r>
              <a:endParaRPr sz="24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23" name="lesion_net_heading">
            <a:extLst>
              <a:ext uri="{FF2B5EF4-FFF2-40B4-BE49-F238E27FC236}">
                <a16:creationId xmlns:a16="http://schemas.microsoft.com/office/drawing/2014/main" id="{04637C01-6F24-466B-BFEE-E56BE2BE4F16}"/>
              </a:ext>
            </a:extLst>
          </p:cNvPr>
          <p:cNvSpPr>
            <a:spLocks/>
          </p:cNvSpPr>
          <p:nvPr/>
        </p:nvSpPr>
        <p:spPr>
          <a:xfrm>
            <a:off x="3400425" y="272415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0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0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分割网络</a:t>
            </a:r>
            <a:endParaRPr sz="230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3" name="masks_heading">
            <a:extLst>
              <a:ext uri="{FF2B5EF4-FFF2-40B4-BE49-F238E27FC236}">
                <a16:creationId xmlns:a16="http://schemas.microsoft.com/office/drawing/2014/main" id="{75F6AF1C-64F2-4010-8E51-DF161681878E}"/>
              </a:ext>
            </a:extLst>
          </p:cNvPr>
          <p:cNvSpPr>
            <a:spLocks/>
          </p:cNvSpPr>
          <p:nvPr/>
        </p:nvSpPr>
        <p:spPr>
          <a:xfrm>
            <a:off x="6543675" y="2724150"/>
            <a:ext cx="331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71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71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MA / HE / EX</a:t>
            </a:r>
            <a:r>
              <a:rPr lang="zh-CN" altLang="en-US" sz="2071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掩膜</a:t>
            </a:r>
            <a:endParaRPr sz="2071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4" name="text_1">
            <a:extLst>
              <a:ext uri="{FF2B5EF4-FFF2-40B4-BE49-F238E27FC236}">
                <a16:creationId xmlns:a16="http://schemas.microsoft.com/office/drawing/2014/main" id="{592A16D3-8EE2-4C1A-A05E-00E3081DB14A}"/>
              </a:ext>
            </a:extLst>
          </p:cNvPr>
          <p:cNvSpPr>
            <a:spLocks/>
          </p:cNvSpPr>
          <p:nvPr/>
        </p:nvSpPr>
        <p:spPr>
          <a:xfrm>
            <a:off x="6553200" y="4152900"/>
            <a:ext cx="1028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MA</a:t>
            </a:r>
            <a:endParaRPr sz="16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5" name="text_2">
            <a:extLst>
              <a:ext uri="{FF2B5EF4-FFF2-40B4-BE49-F238E27FC236}">
                <a16:creationId xmlns:a16="http://schemas.microsoft.com/office/drawing/2014/main" id="{4F8DBCB4-D791-45DA-B0E7-6418E63A4246}"/>
              </a:ext>
            </a:extLst>
          </p:cNvPr>
          <p:cNvSpPr>
            <a:spLocks/>
          </p:cNvSpPr>
          <p:nvPr/>
        </p:nvSpPr>
        <p:spPr>
          <a:xfrm>
            <a:off x="7696200" y="4152900"/>
            <a:ext cx="1028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HE</a:t>
            </a:r>
            <a:endParaRPr sz="16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6" name="text_3">
            <a:extLst>
              <a:ext uri="{FF2B5EF4-FFF2-40B4-BE49-F238E27FC236}">
                <a16:creationId xmlns:a16="http://schemas.microsoft.com/office/drawing/2014/main" id="{8CA932FD-B555-4838-BA75-00E79DF65E79}"/>
              </a:ext>
            </a:extLst>
          </p:cNvPr>
          <p:cNvSpPr>
            <a:spLocks/>
          </p:cNvSpPr>
          <p:nvPr/>
        </p:nvSpPr>
        <p:spPr>
          <a:xfrm>
            <a:off x="8839200" y="4152900"/>
            <a:ext cx="1028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EX</a:t>
            </a:r>
            <a:endParaRPr sz="16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9" name="mask_count_heading">
            <a:extLst>
              <a:ext uri="{FF2B5EF4-FFF2-40B4-BE49-F238E27FC236}">
                <a16:creationId xmlns:a16="http://schemas.microsoft.com/office/drawing/2014/main" id="{A0F511C4-DF7A-4927-B6FF-47F9769C9064}"/>
              </a:ext>
            </a:extLst>
          </p:cNvPr>
          <p:cNvSpPr>
            <a:spLocks/>
          </p:cNvSpPr>
          <p:nvPr/>
        </p:nvSpPr>
        <p:spPr>
          <a:xfrm>
            <a:off x="10648950" y="2724150"/>
            <a:ext cx="21621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0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0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数量与面积占比</a:t>
            </a:r>
            <a:endParaRPr sz="230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2" name="vessel_net_heading">
            <a:extLst>
              <a:ext uri="{FF2B5EF4-FFF2-40B4-BE49-F238E27FC236}">
                <a16:creationId xmlns:a16="http://schemas.microsoft.com/office/drawing/2014/main" id="{8A9B900F-E086-4667-9227-8779F5C4C2DE}"/>
              </a:ext>
            </a:extLst>
          </p:cNvPr>
          <p:cNvSpPr>
            <a:spLocks/>
          </p:cNvSpPr>
          <p:nvPr/>
        </p:nvSpPr>
        <p:spPr>
          <a:xfrm>
            <a:off x="3400425" y="5591175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0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0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分割网络</a:t>
            </a:r>
            <a:endParaRPr sz="230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2" name="artifact_remove_heading">
            <a:extLst>
              <a:ext uri="{FF2B5EF4-FFF2-40B4-BE49-F238E27FC236}">
                <a16:creationId xmlns:a16="http://schemas.microsoft.com/office/drawing/2014/main" id="{24C8991F-D353-4F20-BB2B-C8C841D36AF7}"/>
              </a:ext>
            </a:extLst>
          </p:cNvPr>
          <p:cNvSpPr>
            <a:spLocks/>
          </p:cNvSpPr>
          <p:nvPr/>
        </p:nvSpPr>
        <p:spPr>
          <a:xfrm>
            <a:off x="6553200" y="5591175"/>
            <a:ext cx="21812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0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0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伪影处理</a:t>
            </a:r>
            <a:endParaRPr sz="230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5" name="skeleton_heading">
            <a:extLst>
              <a:ext uri="{FF2B5EF4-FFF2-40B4-BE49-F238E27FC236}">
                <a16:creationId xmlns:a16="http://schemas.microsoft.com/office/drawing/2014/main" id="{357D9499-E025-4FE2-BC90-58717AD2E82D}"/>
              </a:ext>
            </a:extLst>
          </p:cNvPr>
          <p:cNvSpPr>
            <a:spLocks/>
          </p:cNvSpPr>
          <p:nvPr/>
        </p:nvSpPr>
        <p:spPr>
          <a:xfrm>
            <a:off x="9401175" y="5591175"/>
            <a:ext cx="22193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0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0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骨架与血管段</a:t>
            </a:r>
            <a:endParaRPr sz="230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7" name="text_4">
            <a:extLst>
              <a:ext uri="{FF2B5EF4-FFF2-40B4-BE49-F238E27FC236}">
                <a16:creationId xmlns:a16="http://schemas.microsoft.com/office/drawing/2014/main" id="{77B89851-088D-46F1-B08B-069A630219B8}"/>
              </a:ext>
            </a:extLst>
          </p:cNvPr>
          <p:cNvSpPr>
            <a:spLocks/>
          </p:cNvSpPr>
          <p:nvPr/>
        </p:nvSpPr>
        <p:spPr>
          <a:xfrm>
            <a:off x="12182475" y="5610225"/>
            <a:ext cx="7715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形态</a:t>
            </a:r>
            <a:endParaRPr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9" name="text_5">
            <a:extLst>
              <a:ext uri="{FF2B5EF4-FFF2-40B4-BE49-F238E27FC236}">
                <a16:creationId xmlns:a16="http://schemas.microsoft.com/office/drawing/2014/main" id="{7532111C-9445-484A-BB2C-78877D24A4B8}"/>
              </a:ext>
            </a:extLst>
          </p:cNvPr>
          <p:cNvSpPr>
            <a:spLocks/>
          </p:cNvSpPr>
          <p:nvPr/>
        </p:nvSpPr>
        <p:spPr>
          <a:xfrm>
            <a:off x="13716000" y="4029075"/>
            <a:ext cx="17907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定量指标</a:t>
            </a:r>
            <a:r>
              <a:rPr lang="en-US"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Q</a:t>
            </a:r>
            <a:endParaRPr sz="24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1" name="summary_text">
            <a:extLst>
              <a:ext uri="{FF2B5EF4-FFF2-40B4-BE49-F238E27FC236}">
                <a16:creationId xmlns:a16="http://schemas.microsoft.com/office/drawing/2014/main" id="{70637EDE-E22A-49C8-AE64-63A09F05DE78}"/>
              </a:ext>
            </a:extLst>
          </p:cNvPr>
          <p:cNvSpPr>
            <a:spLocks/>
          </p:cNvSpPr>
          <p:nvPr/>
        </p:nvSpPr>
        <p:spPr>
          <a:xfrm>
            <a:off x="3143250" y="7658100"/>
            <a:ext cx="12001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两套分割网络主体相同，分别训练参数。</a:t>
            </a:r>
            <a:endParaRPr sz="27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51740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unet_retina_image_backplate">
            <a:extLst>
              <a:ext uri="{FF2B5EF4-FFF2-40B4-BE49-F238E27FC236}">
                <a16:creationId xmlns:a16="http://schemas.microsoft.com/office/drawing/2014/main" id="{144F36C9-24F7-42DB-A8C6-683CFA9F9B26}"/>
              </a:ext>
            </a:extLst>
          </p:cNvPr>
          <p:cNvSpPr>
            <a:spLocks/>
          </p:cNvSpPr>
          <p:nvPr/>
        </p:nvSpPr>
        <p:spPr>
          <a:xfrm>
            <a:off x="476250" y="3343275"/>
            <a:ext cx="2124075" cy="21240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encoder_bg">
            <a:extLst>
              <a:ext uri="{FF2B5EF4-FFF2-40B4-BE49-F238E27FC236}">
                <a16:creationId xmlns:a16="http://schemas.microsoft.com/office/drawing/2014/main" id="{F868F69B-B96A-48F7-857D-7A6D71D31E36}"/>
              </a:ext>
            </a:extLst>
          </p:cNvPr>
          <p:cNvSpPr>
            <a:spLocks/>
          </p:cNvSpPr>
          <p:nvPr/>
        </p:nvSpPr>
        <p:spPr>
          <a:xfrm>
            <a:off x="2800350" y="2076450"/>
            <a:ext cx="3371850" cy="4772025"/>
          </a:xfrm>
          <a:prstGeom prst="roundRect">
            <a:avLst>
              <a:gd name="adj" fmla="val 3390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7" name="decoder_bg">
            <a:extLst>
              <a:ext uri="{FF2B5EF4-FFF2-40B4-BE49-F238E27FC236}">
                <a16:creationId xmlns:a16="http://schemas.microsoft.com/office/drawing/2014/main" id="{DCE13C29-63B1-41A1-AB0E-6594BA5BB0DD}"/>
              </a:ext>
            </a:extLst>
          </p:cNvPr>
          <p:cNvSpPr>
            <a:spLocks/>
          </p:cNvSpPr>
          <p:nvPr/>
        </p:nvSpPr>
        <p:spPr>
          <a:xfrm>
            <a:off x="6181725" y="2076450"/>
            <a:ext cx="3238500" cy="4772025"/>
          </a:xfrm>
          <a:prstGeom prst="roundRect">
            <a:avLst>
              <a:gd name="adj" fmla="val 3529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41" name="legend_lesions_bg">
            <a:extLst>
              <a:ext uri="{FF2B5EF4-FFF2-40B4-BE49-F238E27FC236}">
                <a16:creationId xmlns:a16="http://schemas.microsoft.com/office/drawing/2014/main" id="{17AC4870-A138-4B29-82FA-5437F6BC8D1A}"/>
              </a:ext>
            </a:extLst>
          </p:cNvPr>
          <p:cNvSpPr>
            <a:spLocks/>
          </p:cNvSpPr>
          <p:nvPr/>
        </p:nvSpPr>
        <p:spPr>
          <a:xfrm>
            <a:off x="9886950" y="5276850"/>
            <a:ext cx="2886075" cy="1628775"/>
          </a:xfrm>
          <a:prstGeom prst="roundRect">
            <a:avLst>
              <a:gd name="adj" fmla="val 7018"/>
            </a:avLst>
          </a:prstGeom>
          <a:solidFill>
            <a:srgbClr val="EAF6FD"/>
          </a:solidFill>
          <a:ln w="12383">
            <a:solidFill>
              <a:srgbClr val="81BEE7"/>
            </a:solidFill>
            <a:prstDash val="dash"/>
          </a:ln>
        </p:spPr>
      </p:sp>
      <p:sp>
        <p:nvSpPr>
          <p:cNvPr id="43" name="train_lesion_bg">
            <a:extLst>
              <a:ext uri="{FF2B5EF4-FFF2-40B4-BE49-F238E27FC236}">
                <a16:creationId xmlns:a16="http://schemas.microsoft.com/office/drawing/2014/main" id="{F487303A-093A-44F1-9CD8-78547606AE73}"/>
              </a:ext>
            </a:extLst>
          </p:cNvPr>
          <p:cNvSpPr>
            <a:spLocks/>
          </p:cNvSpPr>
          <p:nvPr/>
        </p:nvSpPr>
        <p:spPr>
          <a:xfrm>
            <a:off x="12973050" y="5276850"/>
            <a:ext cx="2562225" cy="1628775"/>
          </a:xfrm>
          <a:prstGeom prst="roundRect">
            <a:avLst>
              <a:gd name="adj" fmla="val 7018"/>
            </a:avLst>
          </a:prstGeom>
          <a:solidFill>
            <a:srgbClr val="EAF6FD"/>
          </a:solidFill>
          <a:ln w="12383">
            <a:solidFill>
              <a:srgbClr val="81BEE7"/>
            </a:solidFill>
            <a:prstDash val="dash"/>
          </a:ln>
        </p:spPr>
      </p:sp>
      <p:sp>
        <p:nvSpPr>
          <p:cNvPr id="45" name="summary_bg">
            <a:extLst>
              <a:ext uri="{FF2B5EF4-FFF2-40B4-BE49-F238E27FC236}">
                <a16:creationId xmlns:a16="http://schemas.microsoft.com/office/drawing/2014/main" id="{D09C921F-5551-4BA5-A763-B41D2E2901B6}"/>
              </a:ext>
            </a:extLst>
          </p:cNvPr>
          <p:cNvSpPr>
            <a:spLocks/>
          </p:cNvSpPr>
          <p:nvPr/>
        </p:nvSpPr>
        <p:spPr>
          <a:xfrm>
            <a:off x="428625" y="7410450"/>
            <a:ext cx="15049500" cy="914400"/>
          </a:xfrm>
          <a:prstGeom prst="roundRect">
            <a:avLst>
              <a:gd name="adj" fmla="val 1250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125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126" name="unet_retina"/>
          <p:cNvPicPr>
            <a:picLocks noChangeAspect="1"/>
          </p:cNvPicPr>
          <p:nvPr/>
        </p:nvPicPr>
        <p:blipFill>
          <a:blip r:embed="rId4"/>
          <a:srcRect l="5792" t="23464" r="15058" b="37616"/>
          <a:stretch/>
        </p:blipFill>
        <p:spPr>
          <a:xfrm>
            <a:off x="476250" y="3343275"/>
            <a:ext cx="2124075" cy="2124075"/>
          </a:xfrm>
          <a:prstGeom prst="rect">
            <a:avLst/>
          </a:prstGeom>
        </p:spPr>
      </p:pic>
      <p:grpSp>
        <p:nvGrpSpPr>
          <p:cNvPr id="122" name="module_E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A1440FB-3B27-4270-E48F-A4CF1EDB599F}"/>
              </a:ext>
            </a:extLst>
          </p:cNvPr>
          <p:cNvGrpSpPr/>
          <p:nvPr/>
        </p:nvGrpSpPr>
        <p:grpSpPr>
          <a:xfrm>
            <a:off x="3495675" y="2676525"/>
            <a:ext cx="1466851" cy="857251"/>
            <a:chOff x="3495675" y="2676525"/>
            <a:chExt cx="1466851" cy="857251"/>
          </a:xfrm>
        </p:grpSpPr>
        <p:sp>
          <p:nvSpPr>
            <p:cNvPr id="10" name="E1_bg">
              <a:extLst>
                <a:ext uri="{FF2B5EF4-FFF2-40B4-BE49-F238E27FC236}">
                  <a16:creationId xmlns:a16="http://schemas.microsoft.com/office/drawing/2014/main" id="{4399F45F-066D-46E7-98C0-00450BB1DCD9}"/>
                </a:ext>
              </a:extLst>
            </p:cNvPr>
            <p:cNvSpPr>
              <a:spLocks/>
            </p:cNvSpPr>
            <p:nvPr/>
          </p:nvSpPr>
          <p:spPr>
            <a:xfrm>
              <a:off x="3495675" y="2952750"/>
              <a:ext cx="1190625" cy="5810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47" name="E1_out">
              <a:extLst>
                <a:ext uri="{FF2B5EF4-FFF2-40B4-BE49-F238E27FC236}">
                  <a16:creationId xmlns:a16="http://schemas.microsoft.com/office/drawing/2014/main" id="{069966DA-5DEA-4C4D-B94B-60823545E286}"/>
                </a:ext>
              </a:extLst>
            </p:cNvPr>
            <p:cNvSpPr>
              <a:spLocks/>
            </p:cNvSpPr>
            <p:nvPr/>
          </p:nvSpPr>
          <p:spPr>
            <a:xfrm>
              <a:off x="4943475" y="32337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2" name="E1_top">
              <a:extLst>
                <a:ext uri="{FF2B5EF4-FFF2-40B4-BE49-F238E27FC236}">
                  <a16:creationId xmlns:a16="http://schemas.microsoft.com/office/drawing/2014/main" id="{E5D0472E-962B-7EC6-0E93-BC74943FB289}"/>
                </a:ext>
              </a:extLst>
            </p:cNvPr>
            <p:cNvSpPr/>
            <p:nvPr/>
          </p:nvSpPr>
          <p:spPr>
            <a:xfrm>
              <a:off x="3495675" y="2676525"/>
              <a:ext cx="1466851" cy="276226"/>
            </a:xfrm>
            <a:custGeom>
              <a:avLst/>
              <a:gdLst/>
              <a:ahLst/>
              <a:cxnLst/>
              <a:rect l="0" t="0" r="0" b="0"/>
              <a:pathLst>
                <a:path w="1466851" h="276226">
                  <a:moveTo>
                    <a:pt x="0" y="276225"/>
                  </a:moveTo>
                  <a:lnTo>
                    <a:pt x="276225" y="0"/>
                  </a:lnTo>
                  <a:lnTo>
                    <a:pt x="1466850" y="0"/>
                  </a:lnTo>
                  <a:lnTo>
                    <a:pt x="1190625" y="2762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E1_side">
              <a:extLst>
                <a:ext uri="{FF2B5EF4-FFF2-40B4-BE49-F238E27FC236}">
                  <a16:creationId xmlns:a16="http://schemas.microsoft.com/office/drawing/2014/main" id="{96C4CA6F-B1BA-6942-68D0-30810DDA7C75}"/>
                </a:ext>
              </a:extLst>
            </p:cNvPr>
            <p:cNvSpPr/>
            <p:nvPr/>
          </p:nvSpPr>
          <p:spPr>
            <a:xfrm>
              <a:off x="4686300" y="2676525"/>
              <a:ext cx="276226" cy="857251"/>
            </a:xfrm>
            <a:custGeom>
              <a:avLst/>
              <a:gdLst/>
              <a:ahLst/>
              <a:cxnLst/>
              <a:rect l="0" t="0" r="0" b="0"/>
              <a:pathLst>
                <a:path w="276226" h="857251">
                  <a:moveTo>
                    <a:pt x="0" y="276225"/>
                  </a:moveTo>
                  <a:lnTo>
                    <a:pt x="276225" y="0"/>
                  </a:lnTo>
                  <a:lnTo>
                    <a:pt x="276225" y="581025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3" name="module_D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3918595-804A-DB54-68F8-3BE5C183EB7B}"/>
              </a:ext>
            </a:extLst>
          </p:cNvPr>
          <p:cNvGrpSpPr/>
          <p:nvPr/>
        </p:nvGrpSpPr>
        <p:grpSpPr>
          <a:xfrm>
            <a:off x="7639050" y="2676525"/>
            <a:ext cx="1257301" cy="809626"/>
            <a:chOff x="7639050" y="2676525"/>
            <a:chExt cx="1257301" cy="809626"/>
          </a:xfrm>
        </p:grpSpPr>
        <p:sp>
          <p:nvSpPr>
            <p:cNvPr id="12" name="D1_bg">
              <a:extLst>
                <a:ext uri="{FF2B5EF4-FFF2-40B4-BE49-F238E27FC236}">
                  <a16:creationId xmlns:a16="http://schemas.microsoft.com/office/drawing/2014/main" id="{AB1FD9D3-5DD6-4D24-839A-F6E29A5AFD03}"/>
                </a:ext>
              </a:extLst>
            </p:cNvPr>
            <p:cNvSpPr>
              <a:spLocks/>
            </p:cNvSpPr>
            <p:nvPr/>
          </p:nvSpPr>
          <p:spPr>
            <a:xfrm>
              <a:off x="7639050" y="2952750"/>
              <a:ext cx="981075" cy="53340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8" name="D1_out">
              <a:extLst>
                <a:ext uri="{FF2B5EF4-FFF2-40B4-BE49-F238E27FC236}">
                  <a16:creationId xmlns:a16="http://schemas.microsoft.com/office/drawing/2014/main" id="{2971278E-E804-453E-B9E5-5D7EB77049D3}"/>
                </a:ext>
              </a:extLst>
            </p:cNvPr>
            <p:cNvSpPr>
              <a:spLocks/>
            </p:cNvSpPr>
            <p:nvPr/>
          </p:nvSpPr>
          <p:spPr>
            <a:xfrm>
              <a:off x="8877300" y="32099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5" name="D1_top">
              <a:extLst>
                <a:ext uri="{FF2B5EF4-FFF2-40B4-BE49-F238E27FC236}">
                  <a16:creationId xmlns:a16="http://schemas.microsoft.com/office/drawing/2014/main" id="{B0230BEE-2AE7-1F49-CAF2-72BDF3BFD40D}"/>
                </a:ext>
              </a:extLst>
            </p:cNvPr>
            <p:cNvSpPr/>
            <p:nvPr/>
          </p:nvSpPr>
          <p:spPr>
            <a:xfrm>
              <a:off x="7639050" y="2676525"/>
              <a:ext cx="1257301" cy="276226"/>
            </a:xfrm>
            <a:custGeom>
              <a:avLst/>
              <a:gdLst/>
              <a:ahLst/>
              <a:cxnLst/>
              <a:rect l="0" t="0" r="0" b="0"/>
              <a:pathLst>
                <a:path w="1257301" h="276226">
                  <a:moveTo>
                    <a:pt x="0" y="276225"/>
                  </a:moveTo>
                  <a:lnTo>
                    <a:pt x="276225" y="0"/>
                  </a:lnTo>
                  <a:lnTo>
                    <a:pt x="1257300" y="0"/>
                  </a:lnTo>
                  <a:lnTo>
                    <a:pt x="981075" y="2762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D1_side">
              <a:extLst>
                <a:ext uri="{FF2B5EF4-FFF2-40B4-BE49-F238E27FC236}">
                  <a16:creationId xmlns:a16="http://schemas.microsoft.com/office/drawing/2014/main" id="{434ABB4B-03CE-8E0C-7F7D-9DE8B8E6B398}"/>
                </a:ext>
              </a:extLst>
            </p:cNvPr>
            <p:cNvSpPr/>
            <p:nvPr/>
          </p:nvSpPr>
          <p:spPr>
            <a:xfrm>
              <a:off x="8620125" y="2676525"/>
              <a:ext cx="276226" cy="809626"/>
            </a:xfrm>
            <a:custGeom>
              <a:avLst/>
              <a:gdLst/>
              <a:ahLst/>
              <a:cxnLst/>
              <a:rect l="0" t="0" r="0" b="0"/>
              <a:pathLst>
                <a:path w="276226" h="809626">
                  <a:moveTo>
                    <a:pt x="0" y="276225"/>
                  </a:moveTo>
                  <a:lnTo>
                    <a:pt x="276225" y="0"/>
                  </a:lnTo>
                  <a:lnTo>
                    <a:pt x="276225" y="533400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4" name="module_E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A941A11-D875-B033-28A2-57DB6FDB26A0}"/>
              </a:ext>
            </a:extLst>
          </p:cNvPr>
          <p:cNvGrpSpPr/>
          <p:nvPr/>
        </p:nvGrpSpPr>
        <p:grpSpPr>
          <a:xfrm>
            <a:off x="3495675" y="3619500"/>
            <a:ext cx="1466851" cy="857251"/>
            <a:chOff x="3495675" y="3619500"/>
            <a:chExt cx="1466851" cy="857251"/>
          </a:xfrm>
        </p:grpSpPr>
        <p:sp>
          <p:nvSpPr>
            <p:cNvPr id="14" name="E2_bg">
              <a:extLst>
                <a:ext uri="{FF2B5EF4-FFF2-40B4-BE49-F238E27FC236}">
                  <a16:creationId xmlns:a16="http://schemas.microsoft.com/office/drawing/2014/main" id="{6C1A7691-7494-4885-BF8D-FC78A766B213}"/>
                </a:ext>
              </a:extLst>
            </p:cNvPr>
            <p:cNvSpPr>
              <a:spLocks/>
            </p:cNvSpPr>
            <p:nvPr/>
          </p:nvSpPr>
          <p:spPr>
            <a:xfrm>
              <a:off x="3495675" y="3895725"/>
              <a:ext cx="1190625" cy="5810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49" name="E2_out">
              <a:extLst>
                <a:ext uri="{FF2B5EF4-FFF2-40B4-BE49-F238E27FC236}">
                  <a16:creationId xmlns:a16="http://schemas.microsoft.com/office/drawing/2014/main" id="{CA49F5D3-BF97-4C2D-82A6-93867CFC1942}"/>
                </a:ext>
              </a:extLst>
            </p:cNvPr>
            <p:cNvSpPr>
              <a:spLocks/>
            </p:cNvSpPr>
            <p:nvPr/>
          </p:nvSpPr>
          <p:spPr>
            <a:xfrm>
              <a:off x="4943475" y="41767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7" name="E2_top">
              <a:extLst>
                <a:ext uri="{FF2B5EF4-FFF2-40B4-BE49-F238E27FC236}">
                  <a16:creationId xmlns:a16="http://schemas.microsoft.com/office/drawing/2014/main" id="{C0648F9D-2B77-FB24-64A3-C61F7F2E6F0E}"/>
                </a:ext>
              </a:extLst>
            </p:cNvPr>
            <p:cNvSpPr/>
            <p:nvPr/>
          </p:nvSpPr>
          <p:spPr>
            <a:xfrm>
              <a:off x="3495675" y="3619500"/>
              <a:ext cx="1466851" cy="276226"/>
            </a:xfrm>
            <a:custGeom>
              <a:avLst/>
              <a:gdLst/>
              <a:ahLst/>
              <a:cxnLst/>
              <a:rect l="0" t="0" r="0" b="0"/>
              <a:pathLst>
                <a:path w="1466851" h="276226">
                  <a:moveTo>
                    <a:pt x="0" y="276225"/>
                  </a:moveTo>
                  <a:lnTo>
                    <a:pt x="276225" y="0"/>
                  </a:lnTo>
                  <a:lnTo>
                    <a:pt x="1466850" y="0"/>
                  </a:lnTo>
                  <a:lnTo>
                    <a:pt x="1190625" y="2762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E2_side">
              <a:extLst>
                <a:ext uri="{FF2B5EF4-FFF2-40B4-BE49-F238E27FC236}">
                  <a16:creationId xmlns:a16="http://schemas.microsoft.com/office/drawing/2014/main" id="{20FE39E9-83D6-B74D-A301-6B13B41CE7BD}"/>
                </a:ext>
              </a:extLst>
            </p:cNvPr>
            <p:cNvSpPr/>
            <p:nvPr/>
          </p:nvSpPr>
          <p:spPr>
            <a:xfrm>
              <a:off x="4686300" y="3619500"/>
              <a:ext cx="276226" cy="857251"/>
            </a:xfrm>
            <a:custGeom>
              <a:avLst/>
              <a:gdLst/>
              <a:ahLst/>
              <a:cxnLst/>
              <a:rect l="0" t="0" r="0" b="0"/>
              <a:pathLst>
                <a:path w="276226" h="857251">
                  <a:moveTo>
                    <a:pt x="0" y="276225"/>
                  </a:moveTo>
                  <a:lnTo>
                    <a:pt x="276225" y="0"/>
                  </a:lnTo>
                  <a:lnTo>
                    <a:pt x="276225" y="581025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7" name="module_D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E6C360C-930A-42A2-3217-53388BD00CD8}"/>
              </a:ext>
            </a:extLst>
          </p:cNvPr>
          <p:cNvGrpSpPr/>
          <p:nvPr/>
        </p:nvGrpSpPr>
        <p:grpSpPr>
          <a:xfrm>
            <a:off x="7639050" y="3619500"/>
            <a:ext cx="1257301" cy="809626"/>
            <a:chOff x="7639050" y="3619500"/>
            <a:chExt cx="1257301" cy="809626"/>
          </a:xfrm>
        </p:grpSpPr>
        <p:sp>
          <p:nvSpPr>
            <p:cNvPr id="16" name="D2_bg">
              <a:extLst>
                <a:ext uri="{FF2B5EF4-FFF2-40B4-BE49-F238E27FC236}">
                  <a16:creationId xmlns:a16="http://schemas.microsoft.com/office/drawing/2014/main" id="{74F327BD-8DA7-4433-860F-CFE9B2DACECA}"/>
                </a:ext>
              </a:extLst>
            </p:cNvPr>
            <p:cNvSpPr>
              <a:spLocks/>
            </p:cNvSpPr>
            <p:nvPr/>
          </p:nvSpPr>
          <p:spPr>
            <a:xfrm>
              <a:off x="7639050" y="3895725"/>
              <a:ext cx="981075" cy="53340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50" name="D2_out">
              <a:extLst>
                <a:ext uri="{FF2B5EF4-FFF2-40B4-BE49-F238E27FC236}">
                  <a16:creationId xmlns:a16="http://schemas.microsoft.com/office/drawing/2014/main" id="{CCC3685F-00FB-45F6-A9A1-F9659683B671}"/>
                </a:ext>
              </a:extLst>
            </p:cNvPr>
            <p:cNvSpPr>
              <a:spLocks/>
            </p:cNvSpPr>
            <p:nvPr/>
          </p:nvSpPr>
          <p:spPr>
            <a:xfrm>
              <a:off x="8877300" y="4152900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9" name="D2_top">
              <a:extLst>
                <a:ext uri="{FF2B5EF4-FFF2-40B4-BE49-F238E27FC236}">
                  <a16:creationId xmlns:a16="http://schemas.microsoft.com/office/drawing/2014/main" id="{F4A3DDD0-5D6C-4C03-4237-63553C7B7600}"/>
                </a:ext>
              </a:extLst>
            </p:cNvPr>
            <p:cNvSpPr/>
            <p:nvPr/>
          </p:nvSpPr>
          <p:spPr>
            <a:xfrm>
              <a:off x="7639050" y="3619500"/>
              <a:ext cx="1257301" cy="276226"/>
            </a:xfrm>
            <a:custGeom>
              <a:avLst/>
              <a:gdLst/>
              <a:ahLst/>
              <a:cxnLst/>
              <a:rect l="0" t="0" r="0" b="0"/>
              <a:pathLst>
                <a:path w="1257301" h="276226">
                  <a:moveTo>
                    <a:pt x="0" y="276225"/>
                  </a:moveTo>
                  <a:lnTo>
                    <a:pt x="276225" y="0"/>
                  </a:lnTo>
                  <a:lnTo>
                    <a:pt x="1257300" y="0"/>
                  </a:lnTo>
                  <a:lnTo>
                    <a:pt x="981075" y="2762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D2_side">
              <a:extLst>
                <a:ext uri="{FF2B5EF4-FFF2-40B4-BE49-F238E27FC236}">
                  <a16:creationId xmlns:a16="http://schemas.microsoft.com/office/drawing/2014/main" id="{6CC7D3A7-E424-2070-A8B8-3A4D84E978D6}"/>
                </a:ext>
              </a:extLst>
            </p:cNvPr>
            <p:cNvSpPr/>
            <p:nvPr/>
          </p:nvSpPr>
          <p:spPr>
            <a:xfrm>
              <a:off x="8620125" y="3619500"/>
              <a:ext cx="276226" cy="809626"/>
            </a:xfrm>
            <a:custGeom>
              <a:avLst/>
              <a:gdLst/>
              <a:ahLst/>
              <a:cxnLst/>
              <a:rect l="0" t="0" r="0" b="0"/>
              <a:pathLst>
                <a:path w="276226" h="809626">
                  <a:moveTo>
                    <a:pt x="0" y="276225"/>
                  </a:moveTo>
                  <a:lnTo>
                    <a:pt x="276225" y="0"/>
                  </a:lnTo>
                  <a:lnTo>
                    <a:pt x="276225" y="533400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8" name="module_E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748AA04-9B10-79D3-80E8-C2D2D0BF98AE}"/>
              </a:ext>
            </a:extLst>
          </p:cNvPr>
          <p:cNvGrpSpPr/>
          <p:nvPr/>
        </p:nvGrpSpPr>
        <p:grpSpPr>
          <a:xfrm>
            <a:off x="3495675" y="4562475"/>
            <a:ext cx="1466851" cy="857251"/>
            <a:chOff x="3495675" y="4562475"/>
            <a:chExt cx="1466851" cy="857251"/>
          </a:xfrm>
        </p:grpSpPr>
        <p:sp>
          <p:nvSpPr>
            <p:cNvPr id="18" name="E3_bg">
              <a:extLst>
                <a:ext uri="{FF2B5EF4-FFF2-40B4-BE49-F238E27FC236}">
                  <a16:creationId xmlns:a16="http://schemas.microsoft.com/office/drawing/2014/main" id="{98FC3C84-3FAD-4B6F-817F-436C640D9F6E}"/>
                </a:ext>
              </a:extLst>
            </p:cNvPr>
            <p:cNvSpPr>
              <a:spLocks/>
            </p:cNvSpPr>
            <p:nvPr/>
          </p:nvSpPr>
          <p:spPr>
            <a:xfrm>
              <a:off x="3495675" y="4838700"/>
              <a:ext cx="1190625" cy="5810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1" name="E3_out">
              <a:extLst>
                <a:ext uri="{FF2B5EF4-FFF2-40B4-BE49-F238E27FC236}">
                  <a16:creationId xmlns:a16="http://schemas.microsoft.com/office/drawing/2014/main" id="{5D737CB6-C466-4E6A-970C-891526644C8B}"/>
                </a:ext>
              </a:extLst>
            </p:cNvPr>
            <p:cNvSpPr>
              <a:spLocks/>
            </p:cNvSpPr>
            <p:nvPr/>
          </p:nvSpPr>
          <p:spPr>
            <a:xfrm>
              <a:off x="4943475" y="51196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1" name="E3_top">
              <a:extLst>
                <a:ext uri="{FF2B5EF4-FFF2-40B4-BE49-F238E27FC236}">
                  <a16:creationId xmlns:a16="http://schemas.microsoft.com/office/drawing/2014/main" id="{840BE07E-513D-3DB9-2EC8-A511D33E83FF}"/>
                </a:ext>
              </a:extLst>
            </p:cNvPr>
            <p:cNvSpPr/>
            <p:nvPr/>
          </p:nvSpPr>
          <p:spPr>
            <a:xfrm>
              <a:off x="3495675" y="4562475"/>
              <a:ext cx="1466851" cy="276226"/>
            </a:xfrm>
            <a:custGeom>
              <a:avLst/>
              <a:gdLst/>
              <a:ahLst/>
              <a:cxnLst/>
              <a:rect l="0" t="0" r="0" b="0"/>
              <a:pathLst>
                <a:path w="1466851" h="276226">
                  <a:moveTo>
                    <a:pt x="0" y="276225"/>
                  </a:moveTo>
                  <a:lnTo>
                    <a:pt x="276225" y="0"/>
                  </a:lnTo>
                  <a:lnTo>
                    <a:pt x="1466850" y="0"/>
                  </a:lnTo>
                  <a:lnTo>
                    <a:pt x="1190625" y="2762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E3_side">
              <a:extLst>
                <a:ext uri="{FF2B5EF4-FFF2-40B4-BE49-F238E27FC236}">
                  <a16:creationId xmlns:a16="http://schemas.microsoft.com/office/drawing/2014/main" id="{73896AB0-F7D9-EB5F-44A4-EDF727D94572}"/>
                </a:ext>
              </a:extLst>
            </p:cNvPr>
            <p:cNvSpPr/>
            <p:nvPr/>
          </p:nvSpPr>
          <p:spPr>
            <a:xfrm>
              <a:off x="4686300" y="4562475"/>
              <a:ext cx="276226" cy="857251"/>
            </a:xfrm>
            <a:custGeom>
              <a:avLst/>
              <a:gdLst/>
              <a:ahLst/>
              <a:cxnLst/>
              <a:rect l="0" t="0" r="0" b="0"/>
              <a:pathLst>
                <a:path w="276226" h="857251">
                  <a:moveTo>
                    <a:pt x="0" y="276225"/>
                  </a:moveTo>
                  <a:lnTo>
                    <a:pt x="276225" y="0"/>
                  </a:lnTo>
                  <a:lnTo>
                    <a:pt x="276225" y="581025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9" name="module_D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CF8E277-F5E3-E268-873F-46EEE831BF64}"/>
              </a:ext>
            </a:extLst>
          </p:cNvPr>
          <p:cNvGrpSpPr/>
          <p:nvPr/>
        </p:nvGrpSpPr>
        <p:grpSpPr>
          <a:xfrm>
            <a:off x="7639050" y="4562475"/>
            <a:ext cx="1257301" cy="809626"/>
            <a:chOff x="7639050" y="4562475"/>
            <a:chExt cx="1257301" cy="809626"/>
          </a:xfrm>
        </p:grpSpPr>
        <p:sp>
          <p:nvSpPr>
            <p:cNvPr id="20" name="D3_bg">
              <a:extLst>
                <a:ext uri="{FF2B5EF4-FFF2-40B4-BE49-F238E27FC236}">
                  <a16:creationId xmlns:a16="http://schemas.microsoft.com/office/drawing/2014/main" id="{04D1F22C-FB77-456A-B7CA-7AF3FFBCA99C}"/>
                </a:ext>
              </a:extLst>
            </p:cNvPr>
            <p:cNvSpPr>
              <a:spLocks/>
            </p:cNvSpPr>
            <p:nvPr/>
          </p:nvSpPr>
          <p:spPr>
            <a:xfrm>
              <a:off x="7639050" y="4838700"/>
              <a:ext cx="981075" cy="53340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52" name="D3_out">
              <a:extLst>
                <a:ext uri="{FF2B5EF4-FFF2-40B4-BE49-F238E27FC236}">
                  <a16:creationId xmlns:a16="http://schemas.microsoft.com/office/drawing/2014/main" id="{C64F87E3-7EC3-4341-9265-829D51F952EA}"/>
                </a:ext>
              </a:extLst>
            </p:cNvPr>
            <p:cNvSpPr>
              <a:spLocks/>
            </p:cNvSpPr>
            <p:nvPr/>
          </p:nvSpPr>
          <p:spPr>
            <a:xfrm>
              <a:off x="8877300" y="509587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3" name="D3_top">
              <a:extLst>
                <a:ext uri="{FF2B5EF4-FFF2-40B4-BE49-F238E27FC236}">
                  <a16:creationId xmlns:a16="http://schemas.microsoft.com/office/drawing/2014/main" id="{0BBE9A8A-22FB-000D-185D-7E6C4AEE9E57}"/>
                </a:ext>
              </a:extLst>
            </p:cNvPr>
            <p:cNvSpPr/>
            <p:nvPr/>
          </p:nvSpPr>
          <p:spPr>
            <a:xfrm>
              <a:off x="7639050" y="4562475"/>
              <a:ext cx="1257301" cy="276226"/>
            </a:xfrm>
            <a:custGeom>
              <a:avLst/>
              <a:gdLst/>
              <a:ahLst/>
              <a:cxnLst/>
              <a:rect l="0" t="0" r="0" b="0"/>
              <a:pathLst>
                <a:path w="1257301" h="276226">
                  <a:moveTo>
                    <a:pt x="0" y="276225"/>
                  </a:moveTo>
                  <a:lnTo>
                    <a:pt x="276225" y="0"/>
                  </a:lnTo>
                  <a:lnTo>
                    <a:pt x="1257300" y="0"/>
                  </a:lnTo>
                  <a:lnTo>
                    <a:pt x="981075" y="2762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D3_side">
              <a:extLst>
                <a:ext uri="{FF2B5EF4-FFF2-40B4-BE49-F238E27FC236}">
                  <a16:creationId xmlns:a16="http://schemas.microsoft.com/office/drawing/2014/main" id="{9C1E5689-BA10-8D0C-00C8-E7BDBFF7E626}"/>
                </a:ext>
              </a:extLst>
            </p:cNvPr>
            <p:cNvSpPr/>
            <p:nvPr/>
          </p:nvSpPr>
          <p:spPr>
            <a:xfrm>
              <a:off x="8620125" y="4562475"/>
              <a:ext cx="276226" cy="809626"/>
            </a:xfrm>
            <a:custGeom>
              <a:avLst/>
              <a:gdLst/>
              <a:ahLst/>
              <a:cxnLst/>
              <a:rect l="0" t="0" r="0" b="0"/>
              <a:pathLst>
                <a:path w="276226" h="809626">
                  <a:moveTo>
                    <a:pt x="0" y="276225"/>
                  </a:moveTo>
                  <a:lnTo>
                    <a:pt x="276225" y="0"/>
                  </a:lnTo>
                  <a:lnTo>
                    <a:pt x="276225" y="533400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0" name="module_E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F7847CA-8165-5E07-9975-7CA4580D630B}"/>
              </a:ext>
            </a:extLst>
          </p:cNvPr>
          <p:cNvGrpSpPr/>
          <p:nvPr/>
        </p:nvGrpSpPr>
        <p:grpSpPr>
          <a:xfrm>
            <a:off x="3495675" y="5505450"/>
            <a:ext cx="1466851" cy="857251"/>
            <a:chOff x="3495675" y="5505450"/>
            <a:chExt cx="1466851" cy="857251"/>
          </a:xfrm>
        </p:grpSpPr>
        <p:sp>
          <p:nvSpPr>
            <p:cNvPr id="22" name="E4_bg">
              <a:extLst>
                <a:ext uri="{FF2B5EF4-FFF2-40B4-BE49-F238E27FC236}">
                  <a16:creationId xmlns:a16="http://schemas.microsoft.com/office/drawing/2014/main" id="{CE52EF15-6A49-47A9-A866-B340A1D4CF92}"/>
                </a:ext>
              </a:extLst>
            </p:cNvPr>
            <p:cNvSpPr>
              <a:spLocks/>
            </p:cNvSpPr>
            <p:nvPr/>
          </p:nvSpPr>
          <p:spPr>
            <a:xfrm>
              <a:off x="3495675" y="5781675"/>
              <a:ext cx="1190625" cy="5810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3" name="E4_out">
              <a:extLst>
                <a:ext uri="{FF2B5EF4-FFF2-40B4-BE49-F238E27FC236}">
                  <a16:creationId xmlns:a16="http://schemas.microsoft.com/office/drawing/2014/main" id="{57234812-EEE1-4176-9956-3E8929F5E1F8}"/>
                </a:ext>
              </a:extLst>
            </p:cNvPr>
            <p:cNvSpPr>
              <a:spLocks/>
            </p:cNvSpPr>
            <p:nvPr/>
          </p:nvSpPr>
          <p:spPr>
            <a:xfrm>
              <a:off x="4943475" y="606266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5" name="E4_top">
              <a:extLst>
                <a:ext uri="{FF2B5EF4-FFF2-40B4-BE49-F238E27FC236}">
                  <a16:creationId xmlns:a16="http://schemas.microsoft.com/office/drawing/2014/main" id="{CDE32C29-CA94-DB27-A53E-9C74588CA5A7}"/>
                </a:ext>
              </a:extLst>
            </p:cNvPr>
            <p:cNvSpPr/>
            <p:nvPr/>
          </p:nvSpPr>
          <p:spPr>
            <a:xfrm>
              <a:off x="3495675" y="5505450"/>
              <a:ext cx="1466851" cy="276226"/>
            </a:xfrm>
            <a:custGeom>
              <a:avLst/>
              <a:gdLst/>
              <a:ahLst/>
              <a:cxnLst/>
              <a:rect l="0" t="0" r="0" b="0"/>
              <a:pathLst>
                <a:path w="1466851" h="276226">
                  <a:moveTo>
                    <a:pt x="0" y="276225"/>
                  </a:moveTo>
                  <a:lnTo>
                    <a:pt x="276225" y="0"/>
                  </a:lnTo>
                  <a:lnTo>
                    <a:pt x="1466850" y="0"/>
                  </a:lnTo>
                  <a:lnTo>
                    <a:pt x="1190625" y="2762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E4_side">
              <a:extLst>
                <a:ext uri="{FF2B5EF4-FFF2-40B4-BE49-F238E27FC236}">
                  <a16:creationId xmlns:a16="http://schemas.microsoft.com/office/drawing/2014/main" id="{EBFF0830-11F8-B39B-A14A-425AE3F83FDA}"/>
                </a:ext>
              </a:extLst>
            </p:cNvPr>
            <p:cNvSpPr/>
            <p:nvPr/>
          </p:nvSpPr>
          <p:spPr>
            <a:xfrm>
              <a:off x="4686300" y="5505450"/>
              <a:ext cx="276226" cy="857251"/>
            </a:xfrm>
            <a:custGeom>
              <a:avLst/>
              <a:gdLst/>
              <a:ahLst/>
              <a:cxnLst/>
              <a:rect l="0" t="0" r="0" b="0"/>
              <a:pathLst>
                <a:path w="276226" h="857251">
                  <a:moveTo>
                    <a:pt x="0" y="276225"/>
                  </a:moveTo>
                  <a:lnTo>
                    <a:pt x="276225" y="0"/>
                  </a:lnTo>
                  <a:lnTo>
                    <a:pt x="276225" y="581025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1" name="module_D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87D76D9-738C-160E-DF9D-52FB90E3B37E}"/>
              </a:ext>
            </a:extLst>
          </p:cNvPr>
          <p:cNvGrpSpPr/>
          <p:nvPr/>
        </p:nvGrpSpPr>
        <p:grpSpPr>
          <a:xfrm>
            <a:off x="7639050" y="5505450"/>
            <a:ext cx="1257301" cy="809626"/>
            <a:chOff x="7639050" y="5505450"/>
            <a:chExt cx="1257301" cy="809626"/>
          </a:xfrm>
        </p:grpSpPr>
        <p:sp>
          <p:nvSpPr>
            <p:cNvPr id="24" name="D4_bg">
              <a:extLst>
                <a:ext uri="{FF2B5EF4-FFF2-40B4-BE49-F238E27FC236}">
                  <a16:creationId xmlns:a16="http://schemas.microsoft.com/office/drawing/2014/main" id="{08A232D0-B08F-4422-B9C3-639A486DCE38}"/>
                </a:ext>
              </a:extLst>
            </p:cNvPr>
            <p:cNvSpPr>
              <a:spLocks/>
            </p:cNvSpPr>
            <p:nvPr/>
          </p:nvSpPr>
          <p:spPr>
            <a:xfrm>
              <a:off x="7639050" y="5781675"/>
              <a:ext cx="981075" cy="53340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54" name="D4_out">
              <a:extLst>
                <a:ext uri="{FF2B5EF4-FFF2-40B4-BE49-F238E27FC236}">
                  <a16:creationId xmlns:a16="http://schemas.microsoft.com/office/drawing/2014/main" id="{520F8860-C9DC-4C21-AD58-0D168B0B1BD3}"/>
                </a:ext>
              </a:extLst>
            </p:cNvPr>
            <p:cNvSpPr>
              <a:spLocks/>
            </p:cNvSpPr>
            <p:nvPr/>
          </p:nvSpPr>
          <p:spPr>
            <a:xfrm>
              <a:off x="8877300" y="6038850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7" name="D4_top">
              <a:extLst>
                <a:ext uri="{FF2B5EF4-FFF2-40B4-BE49-F238E27FC236}">
                  <a16:creationId xmlns:a16="http://schemas.microsoft.com/office/drawing/2014/main" id="{0ABB95FD-58E7-79E6-8D9C-24342CDFFD90}"/>
                </a:ext>
              </a:extLst>
            </p:cNvPr>
            <p:cNvSpPr/>
            <p:nvPr/>
          </p:nvSpPr>
          <p:spPr>
            <a:xfrm>
              <a:off x="7639050" y="5505450"/>
              <a:ext cx="1257301" cy="276226"/>
            </a:xfrm>
            <a:custGeom>
              <a:avLst/>
              <a:gdLst/>
              <a:ahLst/>
              <a:cxnLst/>
              <a:rect l="0" t="0" r="0" b="0"/>
              <a:pathLst>
                <a:path w="1257301" h="276226">
                  <a:moveTo>
                    <a:pt x="0" y="276225"/>
                  </a:moveTo>
                  <a:lnTo>
                    <a:pt x="276225" y="0"/>
                  </a:lnTo>
                  <a:lnTo>
                    <a:pt x="1257300" y="0"/>
                  </a:lnTo>
                  <a:lnTo>
                    <a:pt x="981075" y="2762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D4_side">
              <a:extLst>
                <a:ext uri="{FF2B5EF4-FFF2-40B4-BE49-F238E27FC236}">
                  <a16:creationId xmlns:a16="http://schemas.microsoft.com/office/drawing/2014/main" id="{0CE9D0A9-181D-4C86-9694-8BEA104577A5}"/>
                </a:ext>
              </a:extLst>
            </p:cNvPr>
            <p:cNvSpPr/>
            <p:nvPr/>
          </p:nvSpPr>
          <p:spPr>
            <a:xfrm>
              <a:off x="8620125" y="5505450"/>
              <a:ext cx="276226" cy="809626"/>
            </a:xfrm>
            <a:custGeom>
              <a:avLst/>
              <a:gdLst/>
              <a:ahLst/>
              <a:cxnLst/>
              <a:rect l="0" t="0" r="0" b="0"/>
              <a:pathLst>
                <a:path w="276226" h="809626">
                  <a:moveTo>
                    <a:pt x="0" y="276225"/>
                  </a:moveTo>
                  <a:lnTo>
                    <a:pt x="276225" y="0"/>
                  </a:lnTo>
                  <a:lnTo>
                    <a:pt x="276225" y="533400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2" name="module_B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2F6CF18-71F0-6065-446C-B6506E9A8467}"/>
              </a:ext>
            </a:extLst>
          </p:cNvPr>
          <p:cNvGrpSpPr/>
          <p:nvPr/>
        </p:nvGrpSpPr>
        <p:grpSpPr>
          <a:xfrm>
            <a:off x="5305425" y="6543675"/>
            <a:ext cx="1609726" cy="571501"/>
            <a:chOff x="5305425" y="6543675"/>
            <a:chExt cx="1609726" cy="571501"/>
          </a:xfrm>
        </p:grpSpPr>
        <p:sp>
          <p:nvSpPr>
            <p:cNvPr id="26" name="B_bg">
              <a:extLst>
                <a:ext uri="{FF2B5EF4-FFF2-40B4-BE49-F238E27FC236}">
                  <a16:creationId xmlns:a16="http://schemas.microsoft.com/office/drawing/2014/main" id="{B3EF64AE-8D9E-498E-B599-2B1013203E2D}"/>
                </a:ext>
              </a:extLst>
            </p:cNvPr>
            <p:cNvSpPr>
              <a:spLocks/>
            </p:cNvSpPr>
            <p:nvPr/>
          </p:nvSpPr>
          <p:spPr>
            <a:xfrm>
              <a:off x="5305425" y="6753225"/>
              <a:ext cx="1400175" cy="36195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5" name="B_out">
              <a:extLst>
                <a:ext uri="{FF2B5EF4-FFF2-40B4-BE49-F238E27FC236}">
                  <a16:creationId xmlns:a16="http://schemas.microsoft.com/office/drawing/2014/main" id="{2FEBFD8F-1119-4E0C-B48C-DE2C41EAF5EA}"/>
                </a:ext>
              </a:extLst>
            </p:cNvPr>
            <p:cNvSpPr>
              <a:spLocks/>
            </p:cNvSpPr>
            <p:nvPr/>
          </p:nvSpPr>
          <p:spPr>
            <a:xfrm>
              <a:off x="6896100" y="692467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9" name="B_top">
              <a:extLst>
                <a:ext uri="{FF2B5EF4-FFF2-40B4-BE49-F238E27FC236}">
                  <a16:creationId xmlns:a16="http://schemas.microsoft.com/office/drawing/2014/main" id="{14A2231F-5AF8-A10B-410D-A563AFC7E6E2}"/>
                </a:ext>
              </a:extLst>
            </p:cNvPr>
            <p:cNvSpPr/>
            <p:nvPr/>
          </p:nvSpPr>
          <p:spPr>
            <a:xfrm>
              <a:off x="5305425" y="6543675"/>
              <a:ext cx="1609726" cy="209551"/>
            </a:xfrm>
            <a:custGeom>
              <a:avLst/>
              <a:gdLst/>
              <a:ahLst/>
              <a:cxnLst/>
              <a:rect l="0" t="0" r="0" b="0"/>
              <a:pathLst>
                <a:path w="1609726" h="209551">
                  <a:moveTo>
                    <a:pt x="0" y="209550"/>
                  </a:moveTo>
                  <a:lnTo>
                    <a:pt x="209550" y="0"/>
                  </a:lnTo>
                  <a:lnTo>
                    <a:pt x="1609725" y="0"/>
                  </a:lnTo>
                  <a:lnTo>
                    <a:pt x="1400175" y="20955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B_side">
              <a:extLst>
                <a:ext uri="{FF2B5EF4-FFF2-40B4-BE49-F238E27FC236}">
                  <a16:creationId xmlns:a16="http://schemas.microsoft.com/office/drawing/2014/main" id="{4BD48872-E67C-6284-95F3-86D59D9F786B}"/>
                </a:ext>
              </a:extLst>
            </p:cNvPr>
            <p:cNvSpPr/>
            <p:nvPr/>
          </p:nvSpPr>
          <p:spPr>
            <a:xfrm>
              <a:off x="6705600" y="6543675"/>
              <a:ext cx="209551" cy="571501"/>
            </a:xfrm>
            <a:custGeom>
              <a:avLst/>
              <a:gdLst/>
              <a:ahLst/>
              <a:cxnLst/>
              <a:rect l="0" t="0" r="0" b="0"/>
              <a:pathLst>
                <a:path w="209551" h="571501">
                  <a:moveTo>
                    <a:pt x="0" y="20955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3" name="module_full_res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948E34F-A5D4-2EB6-89AA-349ABBD8AF06}"/>
              </a:ext>
            </a:extLst>
          </p:cNvPr>
          <p:cNvGrpSpPr/>
          <p:nvPr/>
        </p:nvGrpSpPr>
        <p:grpSpPr>
          <a:xfrm>
            <a:off x="10172700" y="3009900"/>
            <a:ext cx="1238251" cy="1295401"/>
            <a:chOff x="10172700" y="3009900"/>
            <a:chExt cx="1238251" cy="1295401"/>
          </a:xfrm>
        </p:grpSpPr>
        <p:sp>
          <p:nvSpPr>
            <p:cNvPr id="29" name="full_res_2_bg">
              <a:extLst>
                <a:ext uri="{FF2B5EF4-FFF2-40B4-BE49-F238E27FC236}">
                  <a16:creationId xmlns:a16="http://schemas.microsoft.com/office/drawing/2014/main" id="{BE9DB8FF-7AEA-4F4E-829B-3772AC58F52F}"/>
                </a:ext>
              </a:extLst>
            </p:cNvPr>
            <p:cNvSpPr>
              <a:spLocks/>
            </p:cNvSpPr>
            <p:nvPr/>
          </p:nvSpPr>
          <p:spPr>
            <a:xfrm>
              <a:off x="10172700" y="3181350"/>
              <a:ext cx="1066800" cy="112395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6" name="full_res_2_out">
              <a:extLst>
                <a:ext uri="{FF2B5EF4-FFF2-40B4-BE49-F238E27FC236}">
                  <a16:creationId xmlns:a16="http://schemas.microsoft.com/office/drawing/2014/main" id="{8269A13C-5C47-4B46-803B-48A8A9CAE05A}"/>
                </a:ext>
              </a:extLst>
            </p:cNvPr>
            <p:cNvSpPr>
              <a:spLocks/>
            </p:cNvSpPr>
            <p:nvPr/>
          </p:nvSpPr>
          <p:spPr>
            <a:xfrm>
              <a:off x="11391900" y="3733800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1" name="full_res_2_top">
              <a:extLst>
                <a:ext uri="{FF2B5EF4-FFF2-40B4-BE49-F238E27FC236}">
                  <a16:creationId xmlns:a16="http://schemas.microsoft.com/office/drawing/2014/main" id="{6E5DD114-4361-BB9B-D0C8-56A919F16066}"/>
                </a:ext>
              </a:extLst>
            </p:cNvPr>
            <p:cNvSpPr/>
            <p:nvPr/>
          </p:nvSpPr>
          <p:spPr>
            <a:xfrm>
              <a:off x="10172700" y="3009900"/>
              <a:ext cx="1238251" cy="171451"/>
            </a:xfrm>
            <a:custGeom>
              <a:avLst/>
              <a:gdLst/>
              <a:ahLst/>
              <a:cxnLst/>
              <a:rect l="0" t="0" r="0" b="0"/>
              <a:pathLst>
                <a:path w="1238251" h="171451">
                  <a:moveTo>
                    <a:pt x="0" y="171450"/>
                  </a:moveTo>
                  <a:lnTo>
                    <a:pt x="171450" y="0"/>
                  </a:lnTo>
                  <a:lnTo>
                    <a:pt x="1238250" y="0"/>
                  </a:lnTo>
                  <a:lnTo>
                    <a:pt x="1066800" y="17145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ull_res_2_side">
              <a:extLst>
                <a:ext uri="{FF2B5EF4-FFF2-40B4-BE49-F238E27FC236}">
                  <a16:creationId xmlns:a16="http://schemas.microsoft.com/office/drawing/2014/main" id="{87EA702D-FEED-D9F6-76FE-F13D550BA338}"/>
                </a:ext>
              </a:extLst>
            </p:cNvPr>
            <p:cNvSpPr/>
            <p:nvPr/>
          </p:nvSpPr>
          <p:spPr>
            <a:xfrm>
              <a:off x="11239500" y="3009900"/>
              <a:ext cx="171451" cy="1295401"/>
            </a:xfrm>
            <a:custGeom>
              <a:avLst/>
              <a:gdLst/>
              <a:ahLst/>
              <a:cxnLst/>
              <a:rect l="0" t="0" r="0" b="0"/>
              <a:pathLst>
                <a:path w="171451" h="1295401">
                  <a:moveTo>
                    <a:pt x="0" y="171450"/>
                  </a:moveTo>
                  <a:lnTo>
                    <a:pt x="171450" y="0"/>
                  </a:lnTo>
                  <a:lnTo>
                    <a:pt x="171450" y="112395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4" name="module_full_res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65A9F40-CCBC-235B-3068-92B5A8D7CBC4}"/>
              </a:ext>
            </a:extLst>
          </p:cNvPr>
          <p:cNvGrpSpPr/>
          <p:nvPr/>
        </p:nvGrpSpPr>
        <p:grpSpPr>
          <a:xfrm>
            <a:off x="10086975" y="3057525"/>
            <a:ext cx="1238251" cy="1295401"/>
            <a:chOff x="10086975" y="3057525"/>
            <a:chExt cx="1238251" cy="1295401"/>
          </a:xfrm>
        </p:grpSpPr>
        <p:sp>
          <p:nvSpPr>
            <p:cNvPr id="30" name="full_res_1_bg">
              <a:extLst>
                <a:ext uri="{FF2B5EF4-FFF2-40B4-BE49-F238E27FC236}">
                  <a16:creationId xmlns:a16="http://schemas.microsoft.com/office/drawing/2014/main" id="{653D2298-595D-45DF-A32A-43E906948873}"/>
                </a:ext>
              </a:extLst>
            </p:cNvPr>
            <p:cNvSpPr>
              <a:spLocks/>
            </p:cNvSpPr>
            <p:nvPr/>
          </p:nvSpPr>
          <p:spPr>
            <a:xfrm>
              <a:off x="10086975" y="3228975"/>
              <a:ext cx="1066800" cy="112395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7" name="full_res_1_out">
              <a:extLst>
                <a:ext uri="{FF2B5EF4-FFF2-40B4-BE49-F238E27FC236}">
                  <a16:creationId xmlns:a16="http://schemas.microsoft.com/office/drawing/2014/main" id="{40F93179-17A0-4971-B807-C23C7DAF6273}"/>
                </a:ext>
              </a:extLst>
            </p:cNvPr>
            <p:cNvSpPr>
              <a:spLocks/>
            </p:cNvSpPr>
            <p:nvPr/>
          </p:nvSpPr>
          <p:spPr>
            <a:xfrm>
              <a:off x="11306175" y="37814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3" name="full_res_1_top">
              <a:extLst>
                <a:ext uri="{FF2B5EF4-FFF2-40B4-BE49-F238E27FC236}">
                  <a16:creationId xmlns:a16="http://schemas.microsoft.com/office/drawing/2014/main" id="{2A45B06E-A7D2-6831-AC79-92825CF6A336}"/>
                </a:ext>
              </a:extLst>
            </p:cNvPr>
            <p:cNvSpPr/>
            <p:nvPr/>
          </p:nvSpPr>
          <p:spPr>
            <a:xfrm>
              <a:off x="10086975" y="3057525"/>
              <a:ext cx="1238251" cy="171451"/>
            </a:xfrm>
            <a:custGeom>
              <a:avLst/>
              <a:gdLst/>
              <a:ahLst/>
              <a:cxnLst/>
              <a:rect l="0" t="0" r="0" b="0"/>
              <a:pathLst>
                <a:path w="1238251" h="171451">
                  <a:moveTo>
                    <a:pt x="0" y="171450"/>
                  </a:moveTo>
                  <a:lnTo>
                    <a:pt x="171450" y="0"/>
                  </a:lnTo>
                  <a:lnTo>
                    <a:pt x="1238250" y="0"/>
                  </a:lnTo>
                  <a:lnTo>
                    <a:pt x="1066800" y="17145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full_res_1_side">
              <a:extLst>
                <a:ext uri="{FF2B5EF4-FFF2-40B4-BE49-F238E27FC236}">
                  <a16:creationId xmlns:a16="http://schemas.microsoft.com/office/drawing/2014/main" id="{318D3512-023B-7C6A-EAC5-7BDD47FC80FB}"/>
                </a:ext>
              </a:extLst>
            </p:cNvPr>
            <p:cNvSpPr/>
            <p:nvPr/>
          </p:nvSpPr>
          <p:spPr>
            <a:xfrm>
              <a:off x="11153775" y="3057525"/>
              <a:ext cx="171451" cy="1295401"/>
            </a:xfrm>
            <a:custGeom>
              <a:avLst/>
              <a:gdLst/>
              <a:ahLst/>
              <a:cxnLst/>
              <a:rect l="0" t="0" r="0" b="0"/>
              <a:pathLst>
                <a:path w="171451" h="1295401">
                  <a:moveTo>
                    <a:pt x="0" y="171450"/>
                  </a:moveTo>
                  <a:lnTo>
                    <a:pt x="171450" y="0"/>
                  </a:lnTo>
                  <a:lnTo>
                    <a:pt x="171450" y="112395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5" name="module_full_res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2D30F3B-5376-F10D-8B4E-BC409875AE4D}"/>
              </a:ext>
            </a:extLst>
          </p:cNvPr>
          <p:cNvGrpSpPr/>
          <p:nvPr/>
        </p:nvGrpSpPr>
        <p:grpSpPr>
          <a:xfrm>
            <a:off x="10001250" y="3105150"/>
            <a:ext cx="1238251" cy="1295401"/>
            <a:chOff x="10001250" y="3105150"/>
            <a:chExt cx="1238251" cy="1295401"/>
          </a:xfrm>
        </p:grpSpPr>
        <p:sp>
          <p:nvSpPr>
            <p:cNvPr id="31" name="full_res_0_bg">
              <a:extLst>
                <a:ext uri="{FF2B5EF4-FFF2-40B4-BE49-F238E27FC236}">
                  <a16:creationId xmlns:a16="http://schemas.microsoft.com/office/drawing/2014/main" id="{6473D64C-5D08-43EB-B15B-A75B7AD92EAA}"/>
                </a:ext>
              </a:extLst>
            </p:cNvPr>
            <p:cNvSpPr>
              <a:spLocks/>
            </p:cNvSpPr>
            <p:nvPr/>
          </p:nvSpPr>
          <p:spPr>
            <a:xfrm>
              <a:off x="10001250" y="3276600"/>
              <a:ext cx="1066800" cy="112395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8" name="full_res_0_out">
              <a:extLst>
                <a:ext uri="{FF2B5EF4-FFF2-40B4-BE49-F238E27FC236}">
                  <a16:creationId xmlns:a16="http://schemas.microsoft.com/office/drawing/2014/main" id="{EC855FE2-B6C4-4BB4-AEA6-1589820913CF}"/>
                </a:ext>
              </a:extLst>
            </p:cNvPr>
            <p:cNvSpPr>
              <a:spLocks/>
            </p:cNvSpPr>
            <p:nvPr/>
          </p:nvSpPr>
          <p:spPr>
            <a:xfrm>
              <a:off x="11220450" y="3829050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5" name="full_res_0_top">
              <a:extLst>
                <a:ext uri="{FF2B5EF4-FFF2-40B4-BE49-F238E27FC236}">
                  <a16:creationId xmlns:a16="http://schemas.microsoft.com/office/drawing/2014/main" id="{AFFF3DD2-3A61-9E2A-B7B7-E5E9D5F8B9FA}"/>
                </a:ext>
              </a:extLst>
            </p:cNvPr>
            <p:cNvSpPr/>
            <p:nvPr/>
          </p:nvSpPr>
          <p:spPr>
            <a:xfrm>
              <a:off x="10001250" y="3105150"/>
              <a:ext cx="1238251" cy="171451"/>
            </a:xfrm>
            <a:custGeom>
              <a:avLst/>
              <a:gdLst/>
              <a:ahLst/>
              <a:cxnLst/>
              <a:rect l="0" t="0" r="0" b="0"/>
              <a:pathLst>
                <a:path w="1238251" h="171451">
                  <a:moveTo>
                    <a:pt x="0" y="171450"/>
                  </a:moveTo>
                  <a:lnTo>
                    <a:pt x="171450" y="0"/>
                  </a:lnTo>
                  <a:lnTo>
                    <a:pt x="1238250" y="0"/>
                  </a:lnTo>
                  <a:lnTo>
                    <a:pt x="1066800" y="17145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full_res_0_side">
              <a:extLst>
                <a:ext uri="{FF2B5EF4-FFF2-40B4-BE49-F238E27FC236}">
                  <a16:creationId xmlns:a16="http://schemas.microsoft.com/office/drawing/2014/main" id="{AAA6AF3D-A3D3-E46E-0580-C6BAC10C6E58}"/>
                </a:ext>
              </a:extLst>
            </p:cNvPr>
            <p:cNvSpPr/>
            <p:nvPr/>
          </p:nvSpPr>
          <p:spPr>
            <a:xfrm>
              <a:off x="11068050" y="3105150"/>
              <a:ext cx="171451" cy="1295401"/>
            </a:xfrm>
            <a:custGeom>
              <a:avLst/>
              <a:gdLst/>
              <a:ahLst/>
              <a:cxnLst/>
              <a:rect l="0" t="0" r="0" b="0"/>
              <a:pathLst>
                <a:path w="171451" h="1295401">
                  <a:moveTo>
                    <a:pt x="0" y="171450"/>
                  </a:moveTo>
                  <a:lnTo>
                    <a:pt x="171450" y="0"/>
                  </a:lnTo>
                  <a:lnTo>
                    <a:pt x="171450" y="112395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7" name="module_lesion_prediction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EE281E4-BE3C-8909-F062-515D9419C9B8}"/>
              </a:ext>
            </a:extLst>
          </p:cNvPr>
          <p:cNvGrpSpPr/>
          <p:nvPr/>
        </p:nvGrpSpPr>
        <p:grpSpPr>
          <a:xfrm>
            <a:off x="14373225" y="2724150"/>
            <a:ext cx="466726" cy="733426"/>
            <a:chOff x="14373225" y="2724150"/>
            <a:chExt cx="466726" cy="733426"/>
          </a:xfrm>
        </p:grpSpPr>
        <p:sp>
          <p:nvSpPr>
            <p:cNvPr id="34" name="lesion_prediction_0_bg">
              <a:extLst>
                <a:ext uri="{FF2B5EF4-FFF2-40B4-BE49-F238E27FC236}">
                  <a16:creationId xmlns:a16="http://schemas.microsoft.com/office/drawing/2014/main" id="{AA4F05ED-4772-4787-81F5-EA6982C8BCFB}"/>
                </a:ext>
              </a:extLst>
            </p:cNvPr>
            <p:cNvSpPr>
              <a:spLocks/>
            </p:cNvSpPr>
            <p:nvPr/>
          </p:nvSpPr>
          <p:spPr>
            <a:xfrm>
              <a:off x="14373225" y="2876550"/>
              <a:ext cx="314325" cy="581025"/>
            </a:xfrm>
            <a:prstGeom prst="rect">
              <a:avLst/>
            </a:prstGeom>
            <a:gradFill flip="none" rotWithShape="1">
              <a:gsLst>
                <a:gs pos="0">
                  <a:srgbClr val="FFD0D5"/>
                </a:gs>
                <a:gs pos="100000">
                  <a:srgbClr val="F39CAC"/>
                </a:gs>
              </a:gsLst>
              <a:lin ang="5400000" scaled="1"/>
              <a:tileRect/>
            </a:gradFill>
            <a:ln w="12383">
              <a:solidFill>
                <a:srgbClr val="DA6A82"/>
              </a:solidFill>
            </a:ln>
          </p:spPr>
        </p:sp>
        <p:sp>
          <p:nvSpPr>
            <p:cNvPr id="59" name="lesion_prediction_0_out">
              <a:extLst>
                <a:ext uri="{FF2B5EF4-FFF2-40B4-BE49-F238E27FC236}">
                  <a16:creationId xmlns:a16="http://schemas.microsoft.com/office/drawing/2014/main" id="{E60805E4-10D5-4656-B4A2-879818C970D3}"/>
                </a:ext>
              </a:extLst>
            </p:cNvPr>
            <p:cNvSpPr>
              <a:spLocks/>
            </p:cNvSpPr>
            <p:nvPr/>
          </p:nvSpPr>
          <p:spPr>
            <a:xfrm>
              <a:off x="14820900" y="31575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7" name="lesion_prediction_0_top">
              <a:extLst>
                <a:ext uri="{FF2B5EF4-FFF2-40B4-BE49-F238E27FC236}">
                  <a16:creationId xmlns:a16="http://schemas.microsoft.com/office/drawing/2014/main" id="{4E03620B-BF8B-CA9A-412A-E451F8C5542F}"/>
                </a:ext>
              </a:extLst>
            </p:cNvPr>
            <p:cNvSpPr/>
            <p:nvPr/>
          </p:nvSpPr>
          <p:spPr>
            <a:xfrm>
              <a:off x="14373225" y="2724150"/>
              <a:ext cx="466726" cy="152401"/>
            </a:xfrm>
            <a:custGeom>
              <a:avLst/>
              <a:gdLst/>
              <a:ahLst/>
              <a:cxnLst/>
              <a:rect l="0" t="0" r="0" b="0"/>
              <a:pathLst>
                <a:path w="466726" h="152401">
                  <a:moveTo>
                    <a:pt x="0" y="152400"/>
                  </a:moveTo>
                  <a:lnTo>
                    <a:pt x="152400" y="0"/>
                  </a:lnTo>
                  <a:lnTo>
                    <a:pt x="466725" y="0"/>
                  </a:lnTo>
                  <a:lnTo>
                    <a:pt x="314325" y="152400"/>
                  </a:lnTo>
                  <a:close/>
                </a:path>
              </a:pathLst>
            </a:custGeom>
            <a:solidFill>
              <a:srgbClr val="FFD0D5"/>
            </a:solidFill>
            <a:ln w="11430">
              <a:solidFill>
                <a:srgbClr val="DA6A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lesion_prediction_0_side">
              <a:extLst>
                <a:ext uri="{FF2B5EF4-FFF2-40B4-BE49-F238E27FC236}">
                  <a16:creationId xmlns:a16="http://schemas.microsoft.com/office/drawing/2014/main" id="{54AB0D6A-7F3E-B033-6A0D-6331C45A3587}"/>
                </a:ext>
              </a:extLst>
            </p:cNvPr>
            <p:cNvSpPr/>
            <p:nvPr/>
          </p:nvSpPr>
          <p:spPr>
            <a:xfrm>
              <a:off x="14687550" y="2724150"/>
              <a:ext cx="152401" cy="733426"/>
            </a:xfrm>
            <a:custGeom>
              <a:avLst/>
              <a:gdLst/>
              <a:ahLst/>
              <a:cxnLst/>
              <a:rect l="0" t="0" r="0" b="0"/>
              <a:pathLst>
                <a:path w="152401" h="733426">
                  <a:moveTo>
                    <a:pt x="0" y="152400"/>
                  </a:moveTo>
                  <a:lnTo>
                    <a:pt x="152400" y="0"/>
                  </a:lnTo>
                  <a:lnTo>
                    <a:pt x="152400" y="5810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DA6A82"/>
            </a:solidFill>
            <a:ln w="11430">
              <a:solidFill>
                <a:srgbClr val="DA6A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8" name="module_lesion_prediction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B1832E9-F22E-9BB3-A030-23D080D6B65B}"/>
              </a:ext>
            </a:extLst>
          </p:cNvPr>
          <p:cNvGrpSpPr/>
          <p:nvPr/>
        </p:nvGrpSpPr>
        <p:grpSpPr>
          <a:xfrm>
            <a:off x="14373225" y="3771900"/>
            <a:ext cx="466726" cy="733426"/>
            <a:chOff x="14373225" y="3771900"/>
            <a:chExt cx="466726" cy="733426"/>
          </a:xfrm>
        </p:grpSpPr>
        <p:sp>
          <p:nvSpPr>
            <p:cNvPr id="36" name="lesion_prediction_1_bg">
              <a:extLst>
                <a:ext uri="{FF2B5EF4-FFF2-40B4-BE49-F238E27FC236}">
                  <a16:creationId xmlns:a16="http://schemas.microsoft.com/office/drawing/2014/main" id="{BD3391F2-AE76-40DA-B4A0-386536D10B58}"/>
                </a:ext>
              </a:extLst>
            </p:cNvPr>
            <p:cNvSpPr>
              <a:spLocks/>
            </p:cNvSpPr>
            <p:nvPr/>
          </p:nvSpPr>
          <p:spPr>
            <a:xfrm>
              <a:off x="14373225" y="3924300"/>
              <a:ext cx="314325" cy="581025"/>
            </a:xfrm>
            <a:prstGeom prst="rect">
              <a:avLst/>
            </a:prstGeom>
            <a:gradFill flip="none" rotWithShape="1">
              <a:gsLst>
                <a:gs pos="0">
                  <a:srgbClr val="DBC9F0"/>
                </a:gs>
                <a:gs pos="100000">
                  <a:srgbClr val="B299D9"/>
                </a:gs>
              </a:gsLst>
              <a:lin ang="5400000" scaled="1"/>
              <a:tileRect/>
            </a:gradFill>
            <a:ln w="12383">
              <a:solidFill>
                <a:srgbClr val="8B6AB9"/>
              </a:solidFill>
            </a:ln>
          </p:spPr>
        </p:sp>
        <p:sp>
          <p:nvSpPr>
            <p:cNvPr id="60" name="lesion_prediction_1_out">
              <a:extLst>
                <a:ext uri="{FF2B5EF4-FFF2-40B4-BE49-F238E27FC236}">
                  <a16:creationId xmlns:a16="http://schemas.microsoft.com/office/drawing/2014/main" id="{2D6DE8F8-DD36-4509-A5B8-B336A436DE69}"/>
                </a:ext>
              </a:extLst>
            </p:cNvPr>
            <p:cNvSpPr>
              <a:spLocks/>
            </p:cNvSpPr>
            <p:nvPr/>
          </p:nvSpPr>
          <p:spPr>
            <a:xfrm>
              <a:off x="14820900" y="42052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89" name="lesion_prediction_1_top">
              <a:extLst>
                <a:ext uri="{FF2B5EF4-FFF2-40B4-BE49-F238E27FC236}">
                  <a16:creationId xmlns:a16="http://schemas.microsoft.com/office/drawing/2014/main" id="{6389F6B2-B92D-46BC-B0C7-23E5499E056F}"/>
                </a:ext>
              </a:extLst>
            </p:cNvPr>
            <p:cNvSpPr/>
            <p:nvPr/>
          </p:nvSpPr>
          <p:spPr>
            <a:xfrm>
              <a:off x="14373225" y="3771900"/>
              <a:ext cx="466726" cy="152401"/>
            </a:xfrm>
            <a:custGeom>
              <a:avLst/>
              <a:gdLst/>
              <a:ahLst/>
              <a:cxnLst/>
              <a:rect l="0" t="0" r="0" b="0"/>
              <a:pathLst>
                <a:path w="466726" h="152401">
                  <a:moveTo>
                    <a:pt x="0" y="152400"/>
                  </a:moveTo>
                  <a:lnTo>
                    <a:pt x="152400" y="0"/>
                  </a:lnTo>
                  <a:lnTo>
                    <a:pt x="466725" y="0"/>
                  </a:lnTo>
                  <a:lnTo>
                    <a:pt x="314325" y="152400"/>
                  </a:lnTo>
                  <a:close/>
                </a:path>
              </a:pathLst>
            </a:custGeom>
            <a:solidFill>
              <a:srgbClr val="DBC9F0"/>
            </a:solidFill>
            <a:ln w="11430">
              <a:solidFill>
                <a:srgbClr val="8B6A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lesion_prediction_1_side">
              <a:extLst>
                <a:ext uri="{FF2B5EF4-FFF2-40B4-BE49-F238E27FC236}">
                  <a16:creationId xmlns:a16="http://schemas.microsoft.com/office/drawing/2014/main" id="{2968A7FD-FF8C-7C03-8669-7470F003C317}"/>
                </a:ext>
              </a:extLst>
            </p:cNvPr>
            <p:cNvSpPr/>
            <p:nvPr/>
          </p:nvSpPr>
          <p:spPr>
            <a:xfrm>
              <a:off x="14687550" y="3771900"/>
              <a:ext cx="152401" cy="733426"/>
            </a:xfrm>
            <a:custGeom>
              <a:avLst/>
              <a:gdLst/>
              <a:ahLst/>
              <a:cxnLst/>
              <a:rect l="0" t="0" r="0" b="0"/>
              <a:pathLst>
                <a:path w="152401" h="733426">
                  <a:moveTo>
                    <a:pt x="0" y="152400"/>
                  </a:moveTo>
                  <a:lnTo>
                    <a:pt x="152400" y="0"/>
                  </a:lnTo>
                  <a:lnTo>
                    <a:pt x="152400" y="5810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8B6AB9"/>
            </a:solidFill>
            <a:ln w="11430">
              <a:solidFill>
                <a:srgbClr val="8B6A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9" name="module_lesion_prediction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CAFD934-B6AA-C81B-257B-81D218F30D48}"/>
              </a:ext>
            </a:extLst>
          </p:cNvPr>
          <p:cNvGrpSpPr/>
          <p:nvPr/>
        </p:nvGrpSpPr>
        <p:grpSpPr>
          <a:xfrm>
            <a:off x="14373225" y="4819650"/>
            <a:ext cx="466726" cy="733426"/>
            <a:chOff x="14373225" y="4819650"/>
            <a:chExt cx="466726" cy="733426"/>
          </a:xfrm>
        </p:grpSpPr>
        <p:sp>
          <p:nvSpPr>
            <p:cNvPr id="38" name="lesion_prediction_2_bg">
              <a:extLst>
                <a:ext uri="{FF2B5EF4-FFF2-40B4-BE49-F238E27FC236}">
                  <a16:creationId xmlns:a16="http://schemas.microsoft.com/office/drawing/2014/main" id="{3E2AB30F-468F-4424-9A91-C8750D1F123C}"/>
                </a:ext>
              </a:extLst>
            </p:cNvPr>
            <p:cNvSpPr>
              <a:spLocks/>
            </p:cNvSpPr>
            <p:nvPr/>
          </p:nvSpPr>
          <p:spPr>
            <a:xfrm>
              <a:off x="14373225" y="4972050"/>
              <a:ext cx="314325" cy="581025"/>
            </a:xfrm>
            <a:prstGeom prst="rect">
              <a:avLst/>
            </a:prstGeom>
            <a:gradFill flip="none" rotWithShape="1">
              <a:gsLst>
                <a:gs pos="0">
                  <a:srgbClr val="B6E0B8"/>
                </a:gs>
                <a:gs pos="100000">
                  <a:srgbClr val="83C591"/>
                </a:gs>
              </a:gsLst>
              <a:lin ang="5400000" scaled="1"/>
              <a:tileRect/>
            </a:gradFill>
            <a:ln w="12383">
              <a:solidFill>
                <a:srgbClr val="4A9966"/>
              </a:solidFill>
            </a:ln>
          </p:spPr>
        </p:sp>
        <p:sp>
          <p:nvSpPr>
            <p:cNvPr id="61" name="lesion_prediction_2_out">
              <a:extLst>
                <a:ext uri="{FF2B5EF4-FFF2-40B4-BE49-F238E27FC236}">
                  <a16:creationId xmlns:a16="http://schemas.microsoft.com/office/drawing/2014/main" id="{76646425-3F5B-4FE1-A25E-CD6EF06722AC}"/>
                </a:ext>
              </a:extLst>
            </p:cNvPr>
            <p:cNvSpPr>
              <a:spLocks/>
            </p:cNvSpPr>
            <p:nvPr/>
          </p:nvSpPr>
          <p:spPr>
            <a:xfrm>
              <a:off x="14820900" y="52530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91" name="lesion_prediction_2_top">
              <a:extLst>
                <a:ext uri="{FF2B5EF4-FFF2-40B4-BE49-F238E27FC236}">
                  <a16:creationId xmlns:a16="http://schemas.microsoft.com/office/drawing/2014/main" id="{1F4823DA-3ED3-4AB5-9CB1-AFFE23C2089E}"/>
                </a:ext>
              </a:extLst>
            </p:cNvPr>
            <p:cNvSpPr/>
            <p:nvPr/>
          </p:nvSpPr>
          <p:spPr>
            <a:xfrm>
              <a:off x="14373225" y="4819650"/>
              <a:ext cx="466726" cy="152401"/>
            </a:xfrm>
            <a:custGeom>
              <a:avLst/>
              <a:gdLst/>
              <a:ahLst/>
              <a:cxnLst/>
              <a:rect l="0" t="0" r="0" b="0"/>
              <a:pathLst>
                <a:path w="466726" h="152401">
                  <a:moveTo>
                    <a:pt x="0" y="152400"/>
                  </a:moveTo>
                  <a:lnTo>
                    <a:pt x="152400" y="0"/>
                  </a:lnTo>
                  <a:lnTo>
                    <a:pt x="466725" y="0"/>
                  </a:lnTo>
                  <a:lnTo>
                    <a:pt x="314325" y="152400"/>
                  </a:lnTo>
                  <a:close/>
                </a:path>
              </a:pathLst>
            </a:custGeom>
            <a:solidFill>
              <a:srgbClr val="B6E0B8"/>
            </a:solidFill>
            <a:ln w="11430">
              <a:solidFill>
                <a:srgbClr val="4A99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lesion_prediction_2_side">
              <a:extLst>
                <a:ext uri="{FF2B5EF4-FFF2-40B4-BE49-F238E27FC236}">
                  <a16:creationId xmlns:a16="http://schemas.microsoft.com/office/drawing/2014/main" id="{D815EB95-4ABB-E6D4-86C0-6BD357E05F01}"/>
                </a:ext>
              </a:extLst>
            </p:cNvPr>
            <p:cNvSpPr/>
            <p:nvPr/>
          </p:nvSpPr>
          <p:spPr>
            <a:xfrm>
              <a:off x="14687550" y="4819650"/>
              <a:ext cx="152401" cy="733426"/>
            </a:xfrm>
            <a:custGeom>
              <a:avLst/>
              <a:gdLst/>
              <a:ahLst/>
              <a:cxnLst/>
              <a:rect l="0" t="0" r="0" b="0"/>
              <a:pathLst>
                <a:path w="152401" h="733426">
                  <a:moveTo>
                    <a:pt x="0" y="152400"/>
                  </a:moveTo>
                  <a:lnTo>
                    <a:pt x="152400" y="0"/>
                  </a:lnTo>
                  <a:lnTo>
                    <a:pt x="152400" y="5810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rgbClr val="4A9966"/>
            </a:solidFill>
            <a:ln w="11430">
              <a:solidFill>
                <a:srgbClr val="4A99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3" name="header_rule">
            <a:extLst>
              <a:ext uri="{FF2B5EF4-FFF2-40B4-BE49-F238E27FC236}">
                <a16:creationId xmlns:a16="http://schemas.microsoft.com/office/drawing/2014/main" id="{3D3C5AB3-A63E-FA73-1DE5-E6D61FE2B2EA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header_accent">
            <a:extLst>
              <a:ext uri="{FF2B5EF4-FFF2-40B4-BE49-F238E27FC236}">
                <a16:creationId xmlns:a16="http://schemas.microsoft.com/office/drawing/2014/main" id="{7C2BFDAC-F9CD-FEEA-8701-F21F9FB7F0D8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footer_rule">
            <a:extLst>
              <a:ext uri="{FF2B5EF4-FFF2-40B4-BE49-F238E27FC236}">
                <a16:creationId xmlns:a16="http://schemas.microsoft.com/office/drawing/2014/main" id="{908AD995-A40E-6C42-D308-A4E38BE6B6FB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decoder_output">
            <a:extLst>
              <a:ext uri="{FF2B5EF4-FFF2-40B4-BE49-F238E27FC236}">
                <a16:creationId xmlns:a16="http://schemas.microsoft.com/office/drawing/2014/main" id="{8AC4F500-4715-5622-CBB4-4A51D6BAFFA8}"/>
              </a:ext>
            </a:extLst>
          </p:cNvPr>
          <p:cNvCxnSpPr/>
          <p:nvPr/>
        </p:nvCxnSpPr>
        <p:spPr>
          <a:xfrm>
            <a:off x="8896350" y="3238500"/>
            <a:ext cx="1104900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amf_input">
            <a:extLst>
              <a:ext uri="{FF2B5EF4-FFF2-40B4-BE49-F238E27FC236}">
                <a16:creationId xmlns:a16="http://schemas.microsoft.com/office/drawing/2014/main" id="{BD909C2E-98C1-2DA7-E118-4098940883FC}"/>
              </a:ext>
            </a:extLst>
          </p:cNvPr>
          <p:cNvCxnSpPr/>
          <p:nvPr/>
        </p:nvCxnSpPr>
        <p:spPr>
          <a:xfrm>
            <a:off x="11525250" y="3876675"/>
            <a:ext cx="619125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amf_branch_0_1">
            <a:extLst>
              <a:ext uri="{FF2B5EF4-FFF2-40B4-BE49-F238E27FC236}">
                <a16:creationId xmlns:a16="http://schemas.microsoft.com/office/drawing/2014/main" id="{BEDD5BF0-A655-1635-7DE0-2383E6FFD956}"/>
              </a:ext>
            </a:extLst>
          </p:cNvPr>
          <p:cNvCxnSpPr/>
          <p:nvPr/>
        </p:nvCxnSpPr>
        <p:spPr>
          <a:xfrm>
            <a:off x="13544550" y="3914775"/>
            <a:ext cx="352425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amf_branch_0_2">
            <a:extLst>
              <a:ext uri="{FF2B5EF4-FFF2-40B4-BE49-F238E27FC236}">
                <a16:creationId xmlns:a16="http://schemas.microsoft.com/office/drawing/2014/main" id="{85379708-CEB6-67AD-6E1E-893D437D680E}"/>
              </a:ext>
            </a:extLst>
          </p:cNvPr>
          <p:cNvCxnSpPr/>
          <p:nvPr/>
        </p:nvCxnSpPr>
        <p:spPr>
          <a:xfrm flipV="1">
            <a:off x="13896975" y="3038475"/>
            <a:ext cx="0" cy="87630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amf_branch_0_3">
            <a:extLst>
              <a:ext uri="{FF2B5EF4-FFF2-40B4-BE49-F238E27FC236}">
                <a16:creationId xmlns:a16="http://schemas.microsoft.com/office/drawing/2014/main" id="{56A418DC-274C-CDFC-28F1-8774027698DA}"/>
              </a:ext>
            </a:extLst>
          </p:cNvPr>
          <p:cNvCxnSpPr/>
          <p:nvPr/>
        </p:nvCxnSpPr>
        <p:spPr>
          <a:xfrm>
            <a:off x="13896975" y="3038475"/>
            <a:ext cx="47625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amf_branch_1_1">
            <a:extLst>
              <a:ext uri="{FF2B5EF4-FFF2-40B4-BE49-F238E27FC236}">
                <a16:creationId xmlns:a16="http://schemas.microsoft.com/office/drawing/2014/main" id="{70FD3A9D-F593-68C0-386F-29E5AE1572AF}"/>
              </a:ext>
            </a:extLst>
          </p:cNvPr>
          <p:cNvCxnSpPr/>
          <p:nvPr/>
        </p:nvCxnSpPr>
        <p:spPr>
          <a:xfrm>
            <a:off x="13544550" y="3914775"/>
            <a:ext cx="352425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amf_branch_1_2">
            <a:extLst>
              <a:ext uri="{FF2B5EF4-FFF2-40B4-BE49-F238E27FC236}">
                <a16:creationId xmlns:a16="http://schemas.microsoft.com/office/drawing/2014/main" id="{C12C8B4F-EEA2-445A-D863-CE99C674EAE3}"/>
              </a:ext>
            </a:extLst>
          </p:cNvPr>
          <p:cNvCxnSpPr/>
          <p:nvPr/>
        </p:nvCxnSpPr>
        <p:spPr>
          <a:xfrm>
            <a:off x="13896975" y="3914775"/>
            <a:ext cx="0" cy="17145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amf_branch_1_3">
            <a:extLst>
              <a:ext uri="{FF2B5EF4-FFF2-40B4-BE49-F238E27FC236}">
                <a16:creationId xmlns:a16="http://schemas.microsoft.com/office/drawing/2014/main" id="{AE0CE52E-91C1-9299-3939-374F75721DBA}"/>
              </a:ext>
            </a:extLst>
          </p:cNvPr>
          <p:cNvCxnSpPr/>
          <p:nvPr/>
        </p:nvCxnSpPr>
        <p:spPr>
          <a:xfrm>
            <a:off x="13896975" y="4086225"/>
            <a:ext cx="47625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amf_branch_2_1">
            <a:extLst>
              <a:ext uri="{FF2B5EF4-FFF2-40B4-BE49-F238E27FC236}">
                <a16:creationId xmlns:a16="http://schemas.microsoft.com/office/drawing/2014/main" id="{4894E86B-EFFA-F59C-1433-6799CE7E7E6B}"/>
              </a:ext>
            </a:extLst>
          </p:cNvPr>
          <p:cNvCxnSpPr/>
          <p:nvPr/>
        </p:nvCxnSpPr>
        <p:spPr>
          <a:xfrm>
            <a:off x="13544550" y="3914775"/>
            <a:ext cx="352425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amf_branch_2_2">
            <a:extLst>
              <a:ext uri="{FF2B5EF4-FFF2-40B4-BE49-F238E27FC236}">
                <a16:creationId xmlns:a16="http://schemas.microsoft.com/office/drawing/2014/main" id="{CB353342-3E6D-9AE3-3625-9FCEB7A22920}"/>
              </a:ext>
            </a:extLst>
          </p:cNvPr>
          <p:cNvCxnSpPr/>
          <p:nvPr/>
        </p:nvCxnSpPr>
        <p:spPr>
          <a:xfrm>
            <a:off x="13896975" y="3914775"/>
            <a:ext cx="0" cy="121920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amf_branch_2_3">
            <a:extLst>
              <a:ext uri="{FF2B5EF4-FFF2-40B4-BE49-F238E27FC236}">
                <a16:creationId xmlns:a16="http://schemas.microsoft.com/office/drawing/2014/main" id="{F67B1465-5FF2-8165-4E25-90DE1E46767B}"/>
              </a:ext>
            </a:extLst>
          </p:cNvPr>
          <p:cNvCxnSpPr/>
          <p:nvPr/>
        </p:nvCxnSpPr>
        <p:spPr>
          <a:xfrm>
            <a:off x="13896975" y="5133975"/>
            <a:ext cx="47625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unet_input_route_1">
            <a:extLst>
              <a:ext uri="{FF2B5EF4-FFF2-40B4-BE49-F238E27FC236}">
                <a16:creationId xmlns:a16="http://schemas.microsoft.com/office/drawing/2014/main" id="{693C1E18-6224-9D9D-786B-360F2700EC74}"/>
              </a:ext>
            </a:extLst>
          </p:cNvPr>
          <p:cNvCxnSpPr/>
          <p:nvPr/>
        </p:nvCxnSpPr>
        <p:spPr>
          <a:xfrm>
            <a:off x="2600325" y="4410075"/>
            <a:ext cx="200025" cy="0"/>
          </a:xfrm>
          <a:prstGeom prst="line">
            <a:avLst/>
          </a:prstGeom>
          <a:ln w="3810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unet_input_route_2">
            <a:extLst>
              <a:ext uri="{FF2B5EF4-FFF2-40B4-BE49-F238E27FC236}">
                <a16:creationId xmlns:a16="http://schemas.microsoft.com/office/drawing/2014/main" id="{E3DC8912-517B-8724-8FBA-53644DA168C2}"/>
              </a:ext>
            </a:extLst>
          </p:cNvPr>
          <p:cNvCxnSpPr/>
          <p:nvPr/>
        </p:nvCxnSpPr>
        <p:spPr>
          <a:xfrm flipV="1">
            <a:off x="2800350" y="3238500"/>
            <a:ext cx="0" cy="1171575"/>
          </a:xfrm>
          <a:prstGeom prst="line">
            <a:avLst/>
          </a:prstGeom>
          <a:ln w="3810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unet_input_route_3">
            <a:extLst>
              <a:ext uri="{FF2B5EF4-FFF2-40B4-BE49-F238E27FC236}">
                <a16:creationId xmlns:a16="http://schemas.microsoft.com/office/drawing/2014/main" id="{F84A79B1-6B18-F770-DC48-C06363D8E6D9}"/>
              </a:ext>
            </a:extLst>
          </p:cNvPr>
          <p:cNvCxnSpPr/>
          <p:nvPr/>
        </p:nvCxnSpPr>
        <p:spPr>
          <a:xfrm>
            <a:off x="2800350" y="3238500"/>
            <a:ext cx="695325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_0">
            <a:extLst>
              <a:ext uri="{FF2B5EF4-FFF2-40B4-BE49-F238E27FC236}">
                <a16:creationId xmlns:a16="http://schemas.microsoft.com/office/drawing/2014/main" id="{25D350C4-34FD-1BC5-BBB5-C9C209ED0126}"/>
              </a:ext>
            </a:extLst>
          </p:cNvPr>
          <p:cNvCxnSpPr>
            <a:cxnSpLocks/>
            <a:stCxn id="47" idx="3"/>
            <a:endCxn id="12" idx="1"/>
          </p:cNvCxnSpPr>
          <p:nvPr/>
        </p:nvCxnSpPr>
        <p:spPr>
          <a:xfrm flipV="1">
            <a:off x="4962525" y="3219450"/>
            <a:ext cx="2676525" cy="23813"/>
          </a:xfrm>
          <a:prstGeom prst="straightConnector1">
            <a:avLst/>
          </a:prstGeom>
          <a:ln w="29210">
            <a:solidFill>
              <a:srgbClr val="5598D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_1">
            <a:extLst>
              <a:ext uri="{FF2B5EF4-FFF2-40B4-BE49-F238E27FC236}">
                <a16:creationId xmlns:a16="http://schemas.microsoft.com/office/drawing/2014/main" id="{3152F32A-2F51-95C3-4C48-73F26A82366B}"/>
              </a:ext>
            </a:extLst>
          </p:cNvPr>
          <p:cNvCxnSpPr>
            <a:cxnSpLocks/>
            <a:stCxn id="49" idx="3"/>
            <a:endCxn id="16" idx="1"/>
          </p:cNvCxnSpPr>
          <p:nvPr/>
        </p:nvCxnSpPr>
        <p:spPr>
          <a:xfrm flipV="1">
            <a:off x="4962525" y="4162425"/>
            <a:ext cx="2676525" cy="23813"/>
          </a:xfrm>
          <a:prstGeom prst="straightConnector1">
            <a:avLst/>
          </a:prstGeom>
          <a:ln w="29210">
            <a:solidFill>
              <a:srgbClr val="5598D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_2">
            <a:extLst>
              <a:ext uri="{FF2B5EF4-FFF2-40B4-BE49-F238E27FC236}">
                <a16:creationId xmlns:a16="http://schemas.microsoft.com/office/drawing/2014/main" id="{36CA7AA0-B064-0260-3398-2D83AD120048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4090988" y="3533775"/>
            <a:ext cx="0" cy="36195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_3">
            <a:extLst>
              <a:ext uri="{FF2B5EF4-FFF2-40B4-BE49-F238E27FC236}">
                <a16:creationId xmlns:a16="http://schemas.microsoft.com/office/drawing/2014/main" id="{4289CE8C-F8AF-BCC9-65C5-C6D40C49A3AE}"/>
              </a:ext>
            </a:extLst>
          </p:cNvPr>
          <p:cNvCxnSpPr>
            <a:cxnSpLocks/>
            <a:stCxn id="16" idx="0"/>
            <a:endCxn id="12" idx="2"/>
          </p:cNvCxnSpPr>
          <p:nvPr/>
        </p:nvCxnSpPr>
        <p:spPr>
          <a:xfrm flipV="1">
            <a:off x="8129588" y="3486150"/>
            <a:ext cx="0" cy="409575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_4">
            <a:extLst>
              <a:ext uri="{FF2B5EF4-FFF2-40B4-BE49-F238E27FC236}">
                <a16:creationId xmlns:a16="http://schemas.microsoft.com/office/drawing/2014/main" id="{4AF191CD-A37F-5C60-4D1E-66AF1294E3FD}"/>
              </a:ext>
            </a:extLst>
          </p:cNvPr>
          <p:cNvCxnSpPr>
            <a:cxnSpLocks/>
            <a:stCxn id="51" idx="3"/>
            <a:endCxn id="20" idx="1"/>
          </p:cNvCxnSpPr>
          <p:nvPr/>
        </p:nvCxnSpPr>
        <p:spPr>
          <a:xfrm flipV="1">
            <a:off x="4962525" y="5105400"/>
            <a:ext cx="2676525" cy="23813"/>
          </a:xfrm>
          <a:prstGeom prst="straightConnector1">
            <a:avLst/>
          </a:prstGeom>
          <a:ln w="29210">
            <a:solidFill>
              <a:srgbClr val="5598D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_5">
            <a:extLst>
              <a:ext uri="{FF2B5EF4-FFF2-40B4-BE49-F238E27FC236}">
                <a16:creationId xmlns:a16="http://schemas.microsoft.com/office/drawing/2014/main" id="{FC5127B0-F1F1-537B-EF84-42661C5A6087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4090988" y="4476750"/>
            <a:ext cx="0" cy="36195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_6">
            <a:extLst>
              <a:ext uri="{FF2B5EF4-FFF2-40B4-BE49-F238E27FC236}">
                <a16:creationId xmlns:a16="http://schemas.microsoft.com/office/drawing/2014/main" id="{3304B453-4913-AB29-E1F2-F771FC1F2844}"/>
              </a:ext>
            </a:extLst>
          </p:cNvPr>
          <p:cNvCxnSpPr>
            <a:cxnSpLocks/>
            <a:stCxn id="20" idx="0"/>
            <a:endCxn id="16" idx="2"/>
          </p:cNvCxnSpPr>
          <p:nvPr/>
        </p:nvCxnSpPr>
        <p:spPr>
          <a:xfrm flipV="1">
            <a:off x="8129588" y="4429125"/>
            <a:ext cx="0" cy="409575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_7">
            <a:extLst>
              <a:ext uri="{FF2B5EF4-FFF2-40B4-BE49-F238E27FC236}">
                <a16:creationId xmlns:a16="http://schemas.microsoft.com/office/drawing/2014/main" id="{F966406A-4EA1-759F-0F83-48082BF58B0E}"/>
              </a:ext>
            </a:extLst>
          </p:cNvPr>
          <p:cNvCxnSpPr>
            <a:cxnSpLocks/>
            <a:stCxn id="53" idx="3"/>
            <a:endCxn id="24" idx="1"/>
          </p:cNvCxnSpPr>
          <p:nvPr/>
        </p:nvCxnSpPr>
        <p:spPr>
          <a:xfrm flipV="1">
            <a:off x="4962525" y="6048375"/>
            <a:ext cx="2676525" cy="23813"/>
          </a:xfrm>
          <a:prstGeom prst="straightConnector1">
            <a:avLst/>
          </a:prstGeom>
          <a:ln w="29210">
            <a:solidFill>
              <a:srgbClr val="5598D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_8">
            <a:extLst>
              <a:ext uri="{FF2B5EF4-FFF2-40B4-BE49-F238E27FC236}">
                <a16:creationId xmlns:a16="http://schemas.microsoft.com/office/drawing/2014/main" id="{D08F5FE5-EB41-54FD-1E57-BB518B5BCE2E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4090988" y="5419725"/>
            <a:ext cx="0" cy="36195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_9">
            <a:extLst>
              <a:ext uri="{FF2B5EF4-FFF2-40B4-BE49-F238E27FC236}">
                <a16:creationId xmlns:a16="http://schemas.microsoft.com/office/drawing/2014/main" id="{656CB64E-C620-5189-B224-CC3F578650EF}"/>
              </a:ext>
            </a:extLst>
          </p:cNvPr>
          <p:cNvCxnSpPr>
            <a:cxnSpLocks/>
            <a:stCxn id="24" idx="0"/>
            <a:endCxn id="20" idx="2"/>
          </p:cNvCxnSpPr>
          <p:nvPr/>
        </p:nvCxnSpPr>
        <p:spPr>
          <a:xfrm flipV="1">
            <a:off x="8129588" y="5372100"/>
            <a:ext cx="0" cy="409575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_10">
            <a:extLst>
              <a:ext uri="{FF2B5EF4-FFF2-40B4-BE49-F238E27FC236}">
                <a16:creationId xmlns:a16="http://schemas.microsoft.com/office/drawing/2014/main" id="{776A70E5-9C01-67CE-751E-B7515223E7CE}"/>
              </a:ext>
            </a:extLst>
          </p:cNvPr>
          <p:cNvCxnSpPr>
            <a:cxnSpLocks/>
            <a:stCxn id="22" idx="2"/>
            <a:endCxn id="26" idx="1"/>
          </p:cNvCxnSpPr>
          <p:nvPr/>
        </p:nvCxnSpPr>
        <p:spPr>
          <a:xfrm rot="16200000" flipH="1">
            <a:off x="4412456" y="6041231"/>
            <a:ext cx="571500" cy="1214437"/>
          </a:xfrm>
          <a:prstGeom prst="bentConnector2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_11">
            <a:extLst>
              <a:ext uri="{FF2B5EF4-FFF2-40B4-BE49-F238E27FC236}">
                <a16:creationId xmlns:a16="http://schemas.microsoft.com/office/drawing/2014/main" id="{0E0C2BB4-23E4-2331-5191-F51A53EF19C4}"/>
              </a:ext>
            </a:extLst>
          </p:cNvPr>
          <p:cNvCxnSpPr>
            <a:cxnSpLocks/>
            <a:stCxn id="55" idx="3"/>
            <a:endCxn id="24" idx="2"/>
          </p:cNvCxnSpPr>
          <p:nvPr/>
        </p:nvCxnSpPr>
        <p:spPr>
          <a:xfrm flipV="1">
            <a:off x="6915150" y="6315075"/>
            <a:ext cx="1214438" cy="619125"/>
          </a:xfrm>
          <a:prstGeom prst="bentConnector2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_title">
            <a:extLst>
              <a:ext uri="{FF2B5EF4-FFF2-40B4-BE49-F238E27FC236}">
                <a16:creationId xmlns:a16="http://schemas.microsoft.com/office/drawing/2014/main" id="{76A95021-E49B-47AF-9D15-DA22AE06326A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病灶分割网络：残差</a:t>
            </a: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U-Net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</a:t>
            </a: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CAMF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footer_text">
            <a:extLst>
              <a:ext uri="{FF2B5EF4-FFF2-40B4-BE49-F238E27FC236}">
                <a16:creationId xmlns:a16="http://schemas.microsoft.com/office/drawing/2014/main" id="{8235E16F-F30E-4B28-A693-A2A816E7DAC4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" name="page_number">
            <a:extLst>
              <a:ext uri="{FF2B5EF4-FFF2-40B4-BE49-F238E27FC236}">
                <a16:creationId xmlns:a16="http://schemas.microsoft.com/office/drawing/2014/main" id="{2483AC8C-9B47-452D-824A-48DA8E371393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13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text_0">
            <a:extLst>
              <a:ext uri="{FF2B5EF4-FFF2-40B4-BE49-F238E27FC236}">
                <a16:creationId xmlns:a16="http://schemas.microsoft.com/office/drawing/2014/main" id="{972C1B88-4275-4B40-8AFD-7FA25BFAEFEC}"/>
              </a:ext>
            </a:extLst>
          </p:cNvPr>
          <p:cNvSpPr>
            <a:spLocks/>
          </p:cNvSpPr>
          <p:nvPr/>
        </p:nvSpPr>
        <p:spPr>
          <a:xfrm>
            <a:off x="438150" y="2438400"/>
            <a:ext cx="2286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输入眼底图像</a:t>
            </a:r>
          </a:p>
          <a:p>
            <a:pPr algn="ctr">
              <a:defRPr sz="24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RGB</a:t>
            </a:r>
            <a:endParaRPr sz="24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_1">
            <a:extLst>
              <a:ext uri="{FF2B5EF4-FFF2-40B4-BE49-F238E27FC236}">
                <a16:creationId xmlns:a16="http://schemas.microsoft.com/office/drawing/2014/main" id="{1A17A2DD-DA94-451B-8758-E77CDBE0F6E4}"/>
              </a:ext>
            </a:extLst>
          </p:cNvPr>
          <p:cNvSpPr>
            <a:spLocks/>
          </p:cNvSpPr>
          <p:nvPr/>
        </p:nvSpPr>
        <p:spPr>
          <a:xfrm>
            <a:off x="2876550" y="2152650"/>
            <a:ext cx="31813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编码器（下采样）</a:t>
            </a:r>
            <a:endParaRPr sz="22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_2">
            <a:extLst>
              <a:ext uri="{FF2B5EF4-FFF2-40B4-BE49-F238E27FC236}">
                <a16:creationId xmlns:a16="http://schemas.microsoft.com/office/drawing/2014/main" id="{4716C775-9469-4921-85A7-80501D253BED}"/>
              </a:ext>
            </a:extLst>
          </p:cNvPr>
          <p:cNvSpPr>
            <a:spLocks/>
          </p:cNvSpPr>
          <p:nvPr/>
        </p:nvSpPr>
        <p:spPr>
          <a:xfrm>
            <a:off x="6219825" y="2152650"/>
            <a:ext cx="31242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解码器（上采样）</a:t>
            </a:r>
            <a:endParaRPr sz="22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1" name="text_3">
            <a:extLst>
              <a:ext uri="{FF2B5EF4-FFF2-40B4-BE49-F238E27FC236}">
                <a16:creationId xmlns:a16="http://schemas.microsoft.com/office/drawing/2014/main" id="{9303311E-4733-44C0-A899-7D37B1D2CEC6}"/>
              </a:ext>
            </a:extLst>
          </p:cNvPr>
          <p:cNvSpPr>
            <a:spLocks/>
          </p:cNvSpPr>
          <p:nvPr/>
        </p:nvSpPr>
        <p:spPr>
          <a:xfrm>
            <a:off x="3019425" y="25908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E1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3" name="text_4">
            <a:extLst>
              <a:ext uri="{FF2B5EF4-FFF2-40B4-BE49-F238E27FC236}">
                <a16:creationId xmlns:a16="http://schemas.microsoft.com/office/drawing/2014/main" id="{A98CF667-8BAB-49DD-9457-FA58C434BCDA}"/>
              </a:ext>
            </a:extLst>
          </p:cNvPr>
          <p:cNvSpPr>
            <a:spLocks/>
          </p:cNvSpPr>
          <p:nvPr/>
        </p:nvSpPr>
        <p:spPr>
          <a:xfrm>
            <a:off x="8953500" y="2590800"/>
            <a:ext cx="4667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D1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_5">
            <a:extLst>
              <a:ext uri="{FF2B5EF4-FFF2-40B4-BE49-F238E27FC236}">
                <a16:creationId xmlns:a16="http://schemas.microsoft.com/office/drawing/2014/main" id="{54405914-6FEC-4351-9317-AD5875E5B76C}"/>
              </a:ext>
            </a:extLst>
          </p:cNvPr>
          <p:cNvSpPr>
            <a:spLocks/>
          </p:cNvSpPr>
          <p:nvPr/>
        </p:nvSpPr>
        <p:spPr>
          <a:xfrm>
            <a:off x="3019425" y="35337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E2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7" name="text_6">
            <a:extLst>
              <a:ext uri="{FF2B5EF4-FFF2-40B4-BE49-F238E27FC236}">
                <a16:creationId xmlns:a16="http://schemas.microsoft.com/office/drawing/2014/main" id="{1BBE535D-C5FD-4F94-9FB6-CFBBD81992BB}"/>
              </a:ext>
            </a:extLst>
          </p:cNvPr>
          <p:cNvSpPr>
            <a:spLocks/>
          </p:cNvSpPr>
          <p:nvPr/>
        </p:nvSpPr>
        <p:spPr>
          <a:xfrm>
            <a:off x="8953500" y="3533775"/>
            <a:ext cx="4667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D2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9" name="text_7">
            <a:extLst>
              <a:ext uri="{FF2B5EF4-FFF2-40B4-BE49-F238E27FC236}">
                <a16:creationId xmlns:a16="http://schemas.microsoft.com/office/drawing/2014/main" id="{3A087F33-419E-401B-9DB5-46B33185E066}"/>
              </a:ext>
            </a:extLst>
          </p:cNvPr>
          <p:cNvSpPr>
            <a:spLocks/>
          </p:cNvSpPr>
          <p:nvPr/>
        </p:nvSpPr>
        <p:spPr>
          <a:xfrm>
            <a:off x="3019425" y="44767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E3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_8">
            <a:extLst>
              <a:ext uri="{FF2B5EF4-FFF2-40B4-BE49-F238E27FC236}">
                <a16:creationId xmlns:a16="http://schemas.microsoft.com/office/drawing/2014/main" id="{CFBAC107-F402-4415-B1CF-C36C5C4963E6}"/>
              </a:ext>
            </a:extLst>
          </p:cNvPr>
          <p:cNvSpPr>
            <a:spLocks/>
          </p:cNvSpPr>
          <p:nvPr/>
        </p:nvSpPr>
        <p:spPr>
          <a:xfrm>
            <a:off x="8953500" y="4476750"/>
            <a:ext cx="4667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D3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text_9">
            <a:extLst>
              <a:ext uri="{FF2B5EF4-FFF2-40B4-BE49-F238E27FC236}">
                <a16:creationId xmlns:a16="http://schemas.microsoft.com/office/drawing/2014/main" id="{8AD2CB86-1F34-400C-99D4-A02050283D47}"/>
              </a:ext>
            </a:extLst>
          </p:cNvPr>
          <p:cNvSpPr>
            <a:spLocks/>
          </p:cNvSpPr>
          <p:nvPr/>
        </p:nvSpPr>
        <p:spPr>
          <a:xfrm>
            <a:off x="3019425" y="541972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E4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5" name="text_10">
            <a:extLst>
              <a:ext uri="{FF2B5EF4-FFF2-40B4-BE49-F238E27FC236}">
                <a16:creationId xmlns:a16="http://schemas.microsoft.com/office/drawing/2014/main" id="{D534798C-493C-42CD-A63B-31B7022495F7}"/>
              </a:ext>
            </a:extLst>
          </p:cNvPr>
          <p:cNvSpPr>
            <a:spLocks/>
          </p:cNvSpPr>
          <p:nvPr/>
        </p:nvSpPr>
        <p:spPr>
          <a:xfrm>
            <a:off x="8953500" y="5419725"/>
            <a:ext cx="4667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D4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7" name="text_11">
            <a:extLst>
              <a:ext uri="{FF2B5EF4-FFF2-40B4-BE49-F238E27FC236}">
                <a16:creationId xmlns:a16="http://schemas.microsoft.com/office/drawing/2014/main" id="{8FE8EA69-BD02-4175-83FA-E1A0B0BDA25D}"/>
              </a:ext>
            </a:extLst>
          </p:cNvPr>
          <p:cNvSpPr>
            <a:spLocks/>
          </p:cNvSpPr>
          <p:nvPr/>
        </p:nvSpPr>
        <p:spPr>
          <a:xfrm>
            <a:off x="5619750" y="712470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瓶颈</a:t>
            </a:r>
            <a:r>
              <a:rPr lang="en-US" sz="16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</a:t>
            </a:r>
            <a:endParaRPr sz="16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8" name="text_12">
            <a:extLst>
              <a:ext uri="{FF2B5EF4-FFF2-40B4-BE49-F238E27FC236}">
                <a16:creationId xmlns:a16="http://schemas.microsoft.com/office/drawing/2014/main" id="{9155AFAC-ED76-4100-AB38-0CC774EBE048}"/>
              </a:ext>
            </a:extLst>
          </p:cNvPr>
          <p:cNvSpPr>
            <a:spLocks/>
          </p:cNvSpPr>
          <p:nvPr/>
        </p:nvSpPr>
        <p:spPr>
          <a:xfrm>
            <a:off x="9782175" y="2333625"/>
            <a:ext cx="26479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全分辨率特征F</a:t>
            </a:r>
            <a:endParaRPr sz="24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36" name="module_camf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B99382F-C26A-F793-3681-EF93753F261D}"/>
              </a:ext>
            </a:extLst>
          </p:cNvPr>
          <p:cNvGrpSpPr/>
          <p:nvPr/>
        </p:nvGrpSpPr>
        <p:grpSpPr>
          <a:xfrm>
            <a:off x="12144375" y="3476625"/>
            <a:ext cx="1400175" cy="847725"/>
            <a:chOff x="12144375" y="3476625"/>
            <a:chExt cx="1400175" cy="847725"/>
          </a:xfrm>
        </p:grpSpPr>
        <p:sp>
          <p:nvSpPr>
            <p:cNvPr id="32" name="camf_bg">
              <a:extLst>
                <a:ext uri="{FF2B5EF4-FFF2-40B4-BE49-F238E27FC236}">
                  <a16:creationId xmlns:a16="http://schemas.microsoft.com/office/drawing/2014/main" id="{087C3C73-C159-4196-BDAD-786F3F06FA3E}"/>
                </a:ext>
              </a:extLst>
            </p:cNvPr>
            <p:cNvSpPr>
              <a:spLocks/>
            </p:cNvSpPr>
            <p:nvPr/>
          </p:nvSpPr>
          <p:spPr>
            <a:xfrm>
              <a:off x="12144375" y="3476625"/>
              <a:ext cx="1400175" cy="847725"/>
            </a:xfrm>
            <a:prstGeom prst="roundRect">
              <a:avLst>
                <a:gd name="adj" fmla="val 13483"/>
              </a:avLst>
            </a:prstGeom>
            <a:gradFill flip="none" rotWithShape="1">
              <a:gsLst>
                <a:gs pos="0">
                  <a:srgbClr val="FFF9E4"/>
                </a:gs>
                <a:gs pos="100000">
                  <a:srgbClr val="FFEAB4"/>
                </a:gs>
              </a:gsLst>
              <a:lin ang="5400000" scaled="1"/>
              <a:tileRect/>
            </a:gradFill>
            <a:ln w="12383">
              <a:solidFill>
                <a:srgbClr val="C49B25"/>
              </a:solidFill>
            </a:ln>
          </p:spPr>
        </p:sp>
        <p:sp>
          <p:nvSpPr>
            <p:cNvPr id="33" name="camf_text">
              <a:extLst>
                <a:ext uri="{FF2B5EF4-FFF2-40B4-BE49-F238E27FC236}">
                  <a16:creationId xmlns:a16="http://schemas.microsoft.com/office/drawing/2014/main" id="{1C97ACD7-FB91-46FA-9DF8-55AA73B04E8D}"/>
                </a:ext>
              </a:extLst>
            </p:cNvPr>
            <p:cNvSpPr>
              <a:spLocks/>
            </p:cNvSpPr>
            <p:nvPr/>
          </p:nvSpPr>
          <p:spPr>
            <a:xfrm>
              <a:off x="12211050" y="3505200"/>
              <a:ext cx="1266825" cy="790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6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6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CAMF</a:t>
              </a:r>
              <a:endParaRPr sz="26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5" name="text_13">
            <a:extLst>
              <a:ext uri="{FF2B5EF4-FFF2-40B4-BE49-F238E27FC236}">
                <a16:creationId xmlns:a16="http://schemas.microsoft.com/office/drawing/2014/main" id="{EB768A43-32E9-44AC-920E-82CBCB81234D}"/>
              </a:ext>
            </a:extLst>
          </p:cNvPr>
          <p:cNvSpPr>
            <a:spLocks/>
          </p:cNvSpPr>
          <p:nvPr/>
        </p:nvSpPr>
        <p:spPr>
          <a:xfrm>
            <a:off x="14963775" y="28575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MA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7" name="text_14">
            <a:extLst>
              <a:ext uri="{FF2B5EF4-FFF2-40B4-BE49-F238E27FC236}">
                <a16:creationId xmlns:a16="http://schemas.microsoft.com/office/drawing/2014/main" id="{4360BAE2-6165-40DB-8B0D-4135D8A62C1D}"/>
              </a:ext>
            </a:extLst>
          </p:cNvPr>
          <p:cNvSpPr>
            <a:spLocks/>
          </p:cNvSpPr>
          <p:nvPr/>
        </p:nvSpPr>
        <p:spPr>
          <a:xfrm>
            <a:off x="14963775" y="390525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HE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9" name="text_15">
            <a:extLst>
              <a:ext uri="{FF2B5EF4-FFF2-40B4-BE49-F238E27FC236}">
                <a16:creationId xmlns:a16="http://schemas.microsoft.com/office/drawing/2014/main" id="{80776BB4-D5C1-431E-BDE7-8F18039E21BC}"/>
              </a:ext>
            </a:extLst>
          </p:cNvPr>
          <p:cNvSpPr>
            <a:spLocks/>
          </p:cNvSpPr>
          <p:nvPr/>
        </p:nvSpPr>
        <p:spPr>
          <a:xfrm>
            <a:off x="14963775" y="49530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EX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0" name="text_16">
            <a:extLst>
              <a:ext uri="{FF2B5EF4-FFF2-40B4-BE49-F238E27FC236}">
                <a16:creationId xmlns:a16="http://schemas.microsoft.com/office/drawing/2014/main" id="{DB84623A-3FA9-4D11-8DBC-273C7BD36398}"/>
              </a:ext>
            </a:extLst>
          </p:cNvPr>
          <p:cNvSpPr>
            <a:spLocks/>
          </p:cNvSpPr>
          <p:nvPr/>
        </p:nvSpPr>
        <p:spPr>
          <a:xfrm>
            <a:off x="13696950" y="2209800"/>
            <a:ext cx="20859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病灶概率图预测</a:t>
            </a:r>
            <a:endParaRPr sz="21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2" name="text_17">
            <a:extLst>
              <a:ext uri="{FF2B5EF4-FFF2-40B4-BE49-F238E27FC236}">
                <a16:creationId xmlns:a16="http://schemas.microsoft.com/office/drawing/2014/main" id="{63D28395-BF8D-44F5-BE4D-810DE38B08CD}"/>
              </a:ext>
            </a:extLst>
          </p:cNvPr>
          <p:cNvSpPr>
            <a:spLocks/>
          </p:cNvSpPr>
          <p:nvPr/>
        </p:nvSpPr>
        <p:spPr>
          <a:xfrm>
            <a:off x="10096500" y="5391150"/>
            <a:ext cx="2505075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MA</a:t>
            </a:r>
            <a:r>
              <a:rPr lang="zh-CN" altLang="en-US"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：微动脉瘤</a:t>
            </a:r>
          </a:p>
          <a:p>
            <a:pPr>
              <a:defRPr sz="24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HE</a:t>
            </a:r>
            <a:r>
              <a:rPr lang="zh-CN" altLang="en-US"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：出血</a:t>
            </a:r>
          </a:p>
          <a:p>
            <a:pPr>
              <a:defRPr sz="24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EX</a:t>
            </a:r>
            <a:r>
              <a:rPr lang="zh-CN" altLang="en-US"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：硬性渗出</a:t>
            </a:r>
            <a:endParaRPr sz="24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4" name="train_lesion_text">
            <a:extLst>
              <a:ext uri="{FF2B5EF4-FFF2-40B4-BE49-F238E27FC236}">
                <a16:creationId xmlns:a16="http://schemas.microsoft.com/office/drawing/2014/main" id="{4A0A194D-42E7-4F90-9C90-D97B38C26BE3}"/>
              </a:ext>
            </a:extLst>
          </p:cNvPr>
          <p:cNvSpPr>
            <a:spLocks/>
          </p:cNvSpPr>
          <p:nvPr/>
        </p:nvSpPr>
        <p:spPr>
          <a:xfrm>
            <a:off x="13115925" y="5534025"/>
            <a:ext cx="23241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训练：</a:t>
            </a:r>
            <a:r>
              <a:rPr lang="en-US" altLang="zh-CN" sz="187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DDR</a:t>
            </a:r>
          </a:p>
          <a:p>
            <a:pPr>
              <a:defRPr sz="18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外部验证：</a:t>
            </a:r>
            <a:r>
              <a:rPr lang="en-US" altLang="zh-CN" sz="18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FGADR</a:t>
            </a:r>
            <a:endParaRPr sz="18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6" name="summary_text">
            <a:extLst>
              <a:ext uri="{FF2B5EF4-FFF2-40B4-BE49-F238E27FC236}">
                <a16:creationId xmlns:a16="http://schemas.microsoft.com/office/drawing/2014/main" id="{5F07D598-918F-44E6-973D-A7271D8BC657}"/>
              </a:ext>
            </a:extLst>
          </p:cNvPr>
          <p:cNvSpPr>
            <a:spLocks/>
          </p:cNvSpPr>
          <p:nvPr/>
        </p:nvSpPr>
        <p:spPr>
          <a:xfrm>
            <a:off x="685800" y="7543800"/>
            <a:ext cx="14573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在全分辨率特征上学习类</a:t>
            </a:r>
            <a:r>
              <a:rPr lang="zh-CN" altLang="en-US" sz="27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别自适应多尺度融合</a:t>
            </a:r>
            <a:endParaRPr sz="27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78022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mf_panel_0">
            <a:extLst>
              <a:ext uri="{FF2B5EF4-FFF2-40B4-BE49-F238E27FC236}">
                <a16:creationId xmlns:a16="http://schemas.microsoft.com/office/drawing/2014/main" id="{6E629754-DD4B-4504-BC8A-453F5D4369F1}"/>
              </a:ext>
            </a:extLst>
          </p:cNvPr>
          <p:cNvSpPr>
            <a:spLocks/>
          </p:cNvSpPr>
          <p:nvPr/>
        </p:nvSpPr>
        <p:spPr>
          <a:xfrm>
            <a:off x="333375" y="2190750"/>
            <a:ext cx="4476750" cy="4762500"/>
          </a:xfrm>
          <a:prstGeom prst="roundRect">
            <a:avLst>
              <a:gd name="adj" fmla="val 2553"/>
            </a:avLst>
          </a:prstGeom>
          <a:solidFill>
            <a:srgbClr val="EEF7FE"/>
          </a:solidFill>
          <a:ln w="12383">
            <a:solidFill>
              <a:srgbClr val="81BEE7"/>
            </a:solidFill>
            <a:prstDash val="dash"/>
          </a:ln>
        </p:spPr>
      </p:sp>
      <p:sp>
        <p:nvSpPr>
          <p:cNvPr id="5" name="camf_header_0">
            <a:extLst>
              <a:ext uri="{FF2B5EF4-FFF2-40B4-BE49-F238E27FC236}">
                <a16:creationId xmlns:a16="http://schemas.microsoft.com/office/drawing/2014/main" id="{ACF2DC9F-6E08-497C-AD14-4C0D6EF45D69}"/>
              </a:ext>
            </a:extLst>
          </p:cNvPr>
          <p:cNvSpPr>
            <a:spLocks/>
          </p:cNvSpPr>
          <p:nvPr/>
        </p:nvSpPr>
        <p:spPr>
          <a:xfrm>
            <a:off x="428625" y="2305050"/>
            <a:ext cx="4286250" cy="638175"/>
          </a:xfrm>
          <a:prstGeom prst="roundRect">
            <a:avLst>
              <a:gd name="adj" fmla="val 17910"/>
            </a:avLst>
          </a:prstGeom>
          <a:solidFill>
            <a:srgbClr val="EEF7FE"/>
          </a:solidFill>
          <a:ln w="0">
            <a:noFill/>
          </a:ln>
        </p:spPr>
      </p:sp>
      <p:sp>
        <p:nvSpPr>
          <p:cNvPr id="7" name="camf_panel_1">
            <a:extLst>
              <a:ext uri="{FF2B5EF4-FFF2-40B4-BE49-F238E27FC236}">
                <a16:creationId xmlns:a16="http://schemas.microsoft.com/office/drawing/2014/main" id="{CB51BE27-A9C7-4552-BCD2-E0C62FAE4BD2}"/>
              </a:ext>
            </a:extLst>
          </p:cNvPr>
          <p:cNvSpPr>
            <a:spLocks/>
          </p:cNvSpPr>
          <p:nvPr/>
        </p:nvSpPr>
        <p:spPr>
          <a:xfrm>
            <a:off x="4905375" y="2190750"/>
            <a:ext cx="5734050" cy="4762500"/>
          </a:xfrm>
          <a:prstGeom prst="roundRect">
            <a:avLst>
              <a:gd name="adj" fmla="val 2400"/>
            </a:avLst>
          </a:prstGeom>
          <a:solidFill>
            <a:srgbClr val="FFF9E9"/>
          </a:solidFill>
          <a:ln w="12383">
            <a:solidFill>
              <a:srgbClr val="81BEE7"/>
            </a:solidFill>
            <a:prstDash val="dash"/>
          </a:ln>
        </p:spPr>
      </p:sp>
      <p:sp>
        <p:nvSpPr>
          <p:cNvPr id="8" name="camf_header_1">
            <a:extLst>
              <a:ext uri="{FF2B5EF4-FFF2-40B4-BE49-F238E27FC236}">
                <a16:creationId xmlns:a16="http://schemas.microsoft.com/office/drawing/2014/main" id="{E3E1665A-BF90-46BB-8AE8-3BE4B2F06BCD}"/>
              </a:ext>
            </a:extLst>
          </p:cNvPr>
          <p:cNvSpPr>
            <a:spLocks/>
          </p:cNvSpPr>
          <p:nvPr/>
        </p:nvSpPr>
        <p:spPr>
          <a:xfrm>
            <a:off x="5000625" y="2305050"/>
            <a:ext cx="5543550" cy="638175"/>
          </a:xfrm>
          <a:prstGeom prst="roundRect">
            <a:avLst>
              <a:gd name="adj" fmla="val 17910"/>
            </a:avLst>
          </a:prstGeom>
          <a:solidFill>
            <a:srgbClr val="FFF9E9"/>
          </a:solidFill>
          <a:ln w="0">
            <a:noFill/>
          </a:ln>
        </p:spPr>
      </p:sp>
      <p:sp>
        <p:nvSpPr>
          <p:cNvPr id="10" name="camf_panel_2">
            <a:extLst>
              <a:ext uri="{FF2B5EF4-FFF2-40B4-BE49-F238E27FC236}">
                <a16:creationId xmlns:a16="http://schemas.microsoft.com/office/drawing/2014/main" id="{625BDFB3-DD8E-4C46-A47F-155FF876CD84}"/>
              </a:ext>
            </a:extLst>
          </p:cNvPr>
          <p:cNvSpPr>
            <a:spLocks/>
          </p:cNvSpPr>
          <p:nvPr/>
        </p:nvSpPr>
        <p:spPr>
          <a:xfrm>
            <a:off x="10734675" y="2190750"/>
            <a:ext cx="4857750" cy="4762500"/>
          </a:xfrm>
          <a:prstGeom prst="roundRect">
            <a:avLst>
              <a:gd name="adj" fmla="val 2400"/>
            </a:avLst>
          </a:prstGeom>
          <a:solidFill>
            <a:srgbClr val="F0FAF2"/>
          </a:solidFill>
          <a:ln w="12383">
            <a:solidFill>
              <a:srgbClr val="81BEE7"/>
            </a:solidFill>
            <a:prstDash val="dash"/>
          </a:ln>
        </p:spPr>
      </p:sp>
      <p:sp>
        <p:nvSpPr>
          <p:cNvPr id="11" name="camf_header_2">
            <a:extLst>
              <a:ext uri="{FF2B5EF4-FFF2-40B4-BE49-F238E27FC236}">
                <a16:creationId xmlns:a16="http://schemas.microsoft.com/office/drawing/2014/main" id="{12345457-BE4A-41AD-A7D6-60E7E76CFB72}"/>
              </a:ext>
            </a:extLst>
          </p:cNvPr>
          <p:cNvSpPr>
            <a:spLocks/>
          </p:cNvSpPr>
          <p:nvPr/>
        </p:nvSpPr>
        <p:spPr>
          <a:xfrm>
            <a:off x="10829925" y="2305050"/>
            <a:ext cx="4667250" cy="638175"/>
          </a:xfrm>
          <a:prstGeom prst="roundRect">
            <a:avLst>
              <a:gd name="adj" fmla="val 17910"/>
            </a:avLst>
          </a:prstGeom>
          <a:solidFill>
            <a:srgbClr val="F0FAF2"/>
          </a:solidFill>
          <a:ln w="0">
            <a:noFill/>
          </a:ln>
        </p:spPr>
      </p:sp>
      <p:sp>
        <p:nvSpPr>
          <p:cNvPr id="31" name="weights_title_bg">
            <a:extLst>
              <a:ext uri="{FF2B5EF4-FFF2-40B4-BE49-F238E27FC236}">
                <a16:creationId xmlns:a16="http://schemas.microsoft.com/office/drawing/2014/main" id="{D88D29B7-28E0-4483-BAE2-24F46B603471}"/>
              </a:ext>
            </a:extLst>
          </p:cNvPr>
          <p:cNvSpPr>
            <a:spLocks/>
          </p:cNvSpPr>
          <p:nvPr/>
        </p:nvSpPr>
        <p:spPr>
          <a:xfrm>
            <a:off x="8115300" y="3257550"/>
            <a:ext cx="2362200" cy="523875"/>
          </a:xfrm>
          <a:prstGeom prst="roundRect">
            <a:avLst>
              <a:gd name="adj" fmla="val 21818"/>
            </a:avLst>
          </a:prstGeom>
          <a:solidFill>
            <a:srgbClr val="064A9D"/>
          </a:solidFill>
          <a:ln w="0">
            <a:noFill/>
          </a:ln>
        </p:spPr>
      </p:sp>
      <p:grpSp>
        <p:nvGrpSpPr>
          <p:cNvPr id="217" name="module_weights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A6EF79F-BF0E-5CB1-1D47-E70B7CFCCE96}"/>
              </a:ext>
            </a:extLst>
          </p:cNvPr>
          <p:cNvGrpSpPr/>
          <p:nvPr/>
        </p:nvGrpSpPr>
        <p:grpSpPr>
          <a:xfrm>
            <a:off x="8115300" y="3781425"/>
            <a:ext cx="466725" cy="542925"/>
            <a:chOff x="8115300" y="3781425"/>
            <a:chExt cx="466725" cy="542925"/>
          </a:xfrm>
        </p:grpSpPr>
        <p:sp>
          <p:nvSpPr>
            <p:cNvPr id="33" name="weights_0_0_bg">
              <a:extLst>
                <a:ext uri="{FF2B5EF4-FFF2-40B4-BE49-F238E27FC236}">
                  <a16:creationId xmlns:a16="http://schemas.microsoft.com/office/drawing/2014/main" id="{342A312F-AE5A-43BE-93D4-642CD4B2F5E8}"/>
                </a:ext>
              </a:extLst>
            </p:cNvPr>
            <p:cNvSpPr>
              <a:spLocks/>
            </p:cNvSpPr>
            <p:nvPr/>
          </p:nvSpPr>
          <p:spPr>
            <a:xfrm>
              <a:off x="8115300" y="3781425"/>
              <a:ext cx="466725" cy="5429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34" name="weights_0_0_text">
              <a:extLst>
                <a:ext uri="{FF2B5EF4-FFF2-40B4-BE49-F238E27FC236}">
                  <a16:creationId xmlns:a16="http://schemas.microsoft.com/office/drawing/2014/main" id="{BB4CE225-C494-43E6-A674-009C361C1BE2}"/>
                </a:ext>
              </a:extLst>
            </p:cNvPr>
            <p:cNvSpPr>
              <a:spLocks/>
            </p:cNvSpPr>
            <p:nvPr/>
          </p:nvSpPr>
          <p:spPr>
            <a:xfrm>
              <a:off x="8201025" y="3848100"/>
              <a:ext cx="295275" cy="409575"/>
            </a:xfrm>
            <a:prstGeom prst="rect">
              <a:avLst/>
            </a:prstGeom>
            <a:noFill/>
            <a:ln w="0">
              <a:noFill/>
            </a:ln>
          </p:spPr>
        </p:sp>
      </p:grpSp>
      <p:sp>
        <p:nvSpPr>
          <p:cNvPr id="65" name="softmax_note_bg">
            <a:extLst>
              <a:ext uri="{FF2B5EF4-FFF2-40B4-BE49-F238E27FC236}">
                <a16:creationId xmlns:a16="http://schemas.microsoft.com/office/drawing/2014/main" id="{634F6DFC-2492-493B-A2ED-4BFFD848EC83}"/>
              </a:ext>
            </a:extLst>
          </p:cNvPr>
          <p:cNvSpPr>
            <a:spLocks/>
          </p:cNvSpPr>
          <p:nvPr/>
        </p:nvSpPr>
        <p:spPr>
          <a:xfrm>
            <a:off x="8124825" y="6115050"/>
            <a:ext cx="2371725" cy="590550"/>
          </a:xfrm>
          <a:prstGeom prst="roundRect">
            <a:avLst>
              <a:gd name="adj" fmla="val 19355"/>
            </a:avLst>
          </a:prstGeom>
          <a:solidFill>
            <a:srgbClr val="FFE7E3"/>
          </a:solidFill>
          <a:ln w="0">
            <a:noFill/>
          </a:ln>
        </p:spPr>
      </p:sp>
      <p:sp>
        <p:nvSpPr>
          <p:cNvPr id="89" name="camf_count_bg">
            <a:extLst>
              <a:ext uri="{FF2B5EF4-FFF2-40B4-BE49-F238E27FC236}">
                <a16:creationId xmlns:a16="http://schemas.microsoft.com/office/drawing/2014/main" id="{341FEDD0-48B2-4A08-869C-DBDBDB79DA99}"/>
              </a:ext>
            </a:extLst>
          </p:cNvPr>
          <p:cNvSpPr>
            <a:spLocks/>
          </p:cNvSpPr>
          <p:nvPr/>
        </p:nvSpPr>
        <p:spPr>
          <a:xfrm>
            <a:off x="381000" y="7086600"/>
            <a:ext cx="15240000" cy="581025"/>
          </a:xfrm>
          <a:prstGeom prst="roundRect">
            <a:avLst>
              <a:gd name="adj" fmla="val 19672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91" name="camf_footer_bg">
            <a:extLst>
              <a:ext uri="{FF2B5EF4-FFF2-40B4-BE49-F238E27FC236}">
                <a16:creationId xmlns:a16="http://schemas.microsoft.com/office/drawing/2014/main" id="{9A25E3E9-05E6-4AD0-B890-26051DFD2DBB}"/>
              </a:ext>
            </a:extLst>
          </p:cNvPr>
          <p:cNvSpPr>
            <a:spLocks/>
          </p:cNvSpPr>
          <p:nvPr/>
        </p:nvSpPr>
        <p:spPr>
          <a:xfrm>
            <a:off x="381000" y="7810500"/>
            <a:ext cx="15240000" cy="485775"/>
          </a:xfrm>
          <a:prstGeom prst="roundRect">
            <a:avLst>
              <a:gd name="adj" fmla="val 23529"/>
            </a:avLst>
          </a:prstGeom>
          <a:solidFill>
            <a:srgbClr val="EAF6FD"/>
          </a:solidFill>
          <a:ln w="0">
            <a:noFill/>
          </a:ln>
        </p:spPr>
      </p:sp>
      <p:pic>
        <p:nvPicPr>
          <p:cNvPr id="200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cxnSp>
        <p:nvCxnSpPr>
          <p:cNvPr id="115" name="header_rule">
            <a:extLst>
              <a:ext uri="{FF2B5EF4-FFF2-40B4-BE49-F238E27FC236}">
                <a16:creationId xmlns:a16="http://schemas.microsoft.com/office/drawing/2014/main" id="{346713C9-CE9D-284D-629D-93AFF3A1F702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header_accent">
            <a:extLst>
              <a:ext uri="{FF2B5EF4-FFF2-40B4-BE49-F238E27FC236}">
                <a16:creationId xmlns:a16="http://schemas.microsoft.com/office/drawing/2014/main" id="{3CB571C3-F13A-1B52-9731-5129F7FCBD58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footer_rule">
            <a:extLst>
              <a:ext uri="{FF2B5EF4-FFF2-40B4-BE49-F238E27FC236}">
                <a16:creationId xmlns:a16="http://schemas.microsoft.com/office/drawing/2014/main" id="{1EB5A605-CCCE-6AD3-DBB0-371E5D86C239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amf_identity_1">
            <a:extLst>
              <a:ext uri="{FF2B5EF4-FFF2-40B4-BE49-F238E27FC236}">
                <a16:creationId xmlns:a16="http://schemas.microsoft.com/office/drawing/2014/main" id="{F7058153-9099-B479-CD53-0751B00EBDA9}"/>
              </a:ext>
            </a:extLst>
          </p:cNvPr>
          <p:cNvCxnSpPr/>
          <p:nvPr/>
        </p:nvCxnSpPr>
        <p:spPr>
          <a:xfrm>
            <a:off x="847725" y="5810250"/>
            <a:ext cx="0" cy="1000125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amf_identity_2">
            <a:extLst>
              <a:ext uri="{FF2B5EF4-FFF2-40B4-BE49-F238E27FC236}">
                <a16:creationId xmlns:a16="http://schemas.microsoft.com/office/drawing/2014/main" id="{64AC8033-91FD-CF29-1588-9C8F2D5B0A1E}"/>
              </a:ext>
            </a:extLst>
          </p:cNvPr>
          <p:cNvCxnSpPr/>
          <p:nvPr/>
        </p:nvCxnSpPr>
        <p:spPr>
          <a:xfrm>
            <a:off x="847725" y="6810375"/>
            <a:ext cx="11296650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amf_identity_3">
            <a:extLst>
              <a:ext uri="{FF2B5EF4-FFF2-40B4-BE49-F238E27FC236}">
                <a16:creationId xmlns:a16="http://schemas.microsoft.com/office/drawing/2014/main" id="{3591954F-906A-7A16-7B2E-CA8D23B76AD2}"/>
              </a:ext>
            </a:extLst>
          </p:cNvPr>
          <p:cNvCxnSpPr/>
          <p:nvPr/>
        </p:nvCxnSpPr>
        <p:spPr>
          <a:xfrm flipV="1">
            <a:off x="12144375" y="6553200"/>
            <a:ext cx="0" cy="257175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amf_identity_4">
            <a:extLst>
              <a:ext uri="{FF2B5EF4-FFF2-40B4-BE49-F238E27FC236}">
                <a16:creationId xmlns:a16="http://schemas.microsoft.com/office/drawing/2014/main" id="{83E01966-FD53-C3FF-B820-A40D7EBE3221}"/>
              </a:ext>
            </a:extLst>
          </p:cNvPr>
          <p:cNvCxnSpPr/>
          <p:nvPr/>
        </p:nvCxnSpPr>
        <p:spPr>
          <a:xfrm>
            <a:off x="12144375" y="6553200"/>
            <a:ext cx="26670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_0">
            <a:extLst>
              <a:ext uri="{FF2B5EF4-FFF2-40B4-BE49-F238E27FC236}">
                <a16:creationId xmlns:a16="http://schemas.microsoft.com/office/drawing/2014/main" id="{56665BB4-335C-86D8-33D9-97BEA459CBBB}"/>
              </a:ext>
            </a:extLst>
          </p:cNvPr>
          <p:cNvCxnSpPr>
            <a:cxnSpLocks/>
            <a:stCxn id="93" idx="3"/>
            <a:endCxn id="15" idx="1"/>
          </p:cNvCxnSpPr>
          <p:nvPr/>
        </p:nvCxnSpPr>
        <p:spPr>
          <a:xfrm flipV="1">
            <a:off x="1476375" y="3619500"/>
            <a:ext cx="342900" cy="1466850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_1">
            <a:extLst>
              <a:ext uri="{FF2B5EF4-FFF2-40B4-BE49-F238E27FC236}">
                <a16:creationId xmlns:a16="http://schemas.microsoft.com/office/drawing/2014/main" id="{8D247BC4-8590-373B-0EF1-DA3CE5C59113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3419475" y="3619500"/>
            <a:ext cx="438150" cy="61913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_2">
            <a:extLst>
              <a:ext uri="{FF2B5EF4-FFF2-40B4-BE49-F238E27FC236}">
                <a16:creationId xmlns:a16="http://schemas.microsoft.com/office/drawing/2014/main" id="{35778C46-AFC9-E008-23B6-FF2659D030F8}"/>
              </a:ext>
            </a:extLst>
          </p:cNvPr>
          <p:cNvCxnSpPr>
            <a:cxnSpLocks/>
            <a:stCxn id="93" idx="3"/>
            <a:endCxn id="19" idx="1"/>
          </p:cNvCxnSpPr>
          <p:nvPr/>
        </p:nvCxnSpPr>
        <p:spPr>
          <a:xfrm flipV="1">
            <a:off x="1476375" y="4905375"/>
            <a:ext cx="342900" cy="180975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_3">
            <a:extLst>
              <a:ext uri="{FF2B5EF4-FFF2-40B4-BE49-F238E27FC236}">
                <a16:creationId xmlns:a16="http://schemas.microsoft.com/office/drawing/2014/main" id="{AEEE74EB-DA29-A8C3-236A-B1A02F53E745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3419475" y="4905375"/>
            <a:ext cx="438150" cy="61913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_4">
            <a:extLst>
              <a:ext uri="{FF2B5EF4-FFF2-40B4-BE49-F238E27FC236}">
                <a16:creationId xmlns:a16="http://schemas.microsoft.com/office/drawing/2014/main" id="{05267EB0-0949-005D-20F1-C2F54CB6A5B2}"/>
              </a:ext>
            </a:extLst>
          </p:cNvPr>
          <p:cNvCxnSpPr>
            <a:cxnSpLocks/>
            <a:stCxn id="93" idx="3"/>
            <a:endCxn id="23" idx="1"/>
          </p:cNvCxnSpPr>
          <p:nvPr/>
        </p:nvCxnSpPr>
        <p:spPr>
          <a:xfrm>
            <a:off x="1476375" y="5086350"/>
            <a:ext cx="342900" cy="1104900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_5">
            <a:extLst>
              <a:ext uri="{FF2B5EF4-FFF2-40B4-BE49-F238E27FC236}">
                <a16:creationId xmlns:a16="http://schemas.microsoft.com/office/drawing/2014/main" id="{D88DDBEF-6E9E-F168-4232-102BF0E426C7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3419475" y="6191250"/>
            <a:ext cx="438150" cy="61913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_6">
            <a:extLst>
              <a:ext uri="{FF2B5EF4-FFF2-40B4-BE49-F238E27FC236}">
                <a16:creationId xmlns:a16="http://schemas.microsoft.com/office/drawing/2014/main" id="{FB6A53E1-C64A-41CE-E3DB-E81DAD429A89}"/>
              </a:ext>
            </a:extLst>
          </p:cNvPr>
          <p:cNvCxnSpPr>
            <a:cxnSpLocks/>
            <a:stCxn id="94" idx="3"/>
            <a:endCxn id="27" idx="1"/>
          </p:cNvCxnSpPr>
          <p:nvPr/>
        </p:nvCxnSpPr>
        <p:spPr>
          <a:xfrm>
            <a:off x="4514850" y="3681413"/>
            <a:ext cx="619125" cy="904875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_7">
            <a:extLst>
              <a:ext uri="{FF2B5EF4-FFF2-40B4-BE49-F238E27FC236}">
                <a16:creationId xmlns:a16="http://schemas.microsoft.com/office/drawing/2014/main" id="{0E7DA1BB-0D70-04F5-0539-20E976A06239}"/>
              </a:ext>
            </a:extLst>
          </p:cNvPr>
          <p:cNvCxnSpPr>
            <a:cxnSpLocks/>
            <a:stCxn id="95" idx="3"/>
            <a:endCxn id="27" idx="1"/>
          </p:cNvCxnSpPr>
          <p:nvPr/>
        </p:nvCxnSpPr>
        <p:spPr>
          <a:xfrm flipV="1">
            <a:off x="4514850" y="4586288"/>
            <a:ext cx="619125" cy="381000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_8">
            <a:extLst>
              <a:ext uri="{FF2B5EF4-FFF2-40B4-BE49-F238E27FC236}">
                <a16:creationId xmlns:a16="http://schemas.microsoft.com/office/drawing/2014/main" id="{B52F039C-A38E-921E-D887-BB7C8CAACA31}"/>
              </a:ext>
            </a:extLst>
          </p:cNvPr>
          <p:cNvCxnSpPr>
            <a:cxnSpLocks/>
            <a:stCxn id="96" idx="3"/>
            <a:endCxn id="27" idx="1"/>
          </p:cNvCxnSpPr>
          <p:nvPr/>
        </p:nvCxnSpPr>
        <p:spPr>
          <a:xfrm flipV="1">
            <a:off x="4514850" y="4586288"/>
            <a:ext cx="619125" cy="1666875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_9">
            <a:extLst>
              <a:ext uri="{FF2B5EF4-FFF2-40B4-BE49-F238E27FC236}">
                <a16:creationId xmlns:a16="http://schemas.microsoft.com/office/drawing/2014/main" id="{312E1D12-2439-0E90-791E-71254362A245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6286500" y="4586288"/>
            <a:ext cx="285750" cy="9525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_10">
            <a:extLst>
              <a:ext uri="{FF2B5EF4-FFF2-40B4-BE49-F238E27FC236}">
                <a16:creationId xmlns:a16="http://schemas.microsoft.com/office/drawing/2014/main" id="{2E69B84D-03F8-BD45-30A7-9525B838248C}"/>
              </a:ext>
            </a:extLst>
          </p:cNvPr>
          <p:cNvCxnSpPr>
            <a:cxnSpLocks/>
            <a:stCxn id="29" idx="3"/>
            <a:endCxn id="49" idx="1"/>
          </p:cNvCxnSpPr>
          <p:nvPr/>
        </p:nvCxnSpPr>
        <p:spPr>
          <a:xfrm>
            <a:off x="7934325" y="4681538"/>
            <a:ext cx="180975" cy="45720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_11">
            <a:extLst>
              <a:ext uri="{FF2B5EF4-FFF2-40B4-BE49-F238E27FC236}">
                <a16:creationId xmlns:a16="http://schemas.microsoft.com/office/drawing/2014/main" id="{80DA7C62-BDBC-0058-8737-36A6F805C7CD}"/>
              </a:ext>
            </a:extLst>
          </p:cNvPr>
          <p:cNvCxnSpPr>
            <a:cxnSpLocks/>
            <a:stCxn id="97" idx="3"/>
            <a:endCxn id="69" idx="1"/>
          </p:cNvCxnSpPr>
          <p:nvPr/>
        </p:nvCxnSpPr>
        <p:spPr>
          <a:xfrm flipV="1">
            <a:off x="11553825" y="3690938"/>
            <a:ext cx="257175" cy="61912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_12">
            <a:extLst>
              <a:ext uri="{FF2B5EF4-FFF2-40B4-BE49-F238E27FC236}">
                <a16:creationId xmlns:a16="http://schemas.microsoft.com/office/drawing/2014/main" id="{3819A51A-4C35-8489-E09F-CE873387C9A2}"/>
              </a:ext>
            </a:extLst>
          </p:cNvPr>
          <p:cNvCxnSpPr>
            <a:cxnSpLocks/>
            <a:stCxn id="69" idx="3"/>
            <a:endCxn id="79" idx="1"/>
          </p:cNvCxnSpPr>
          <p:nvPr/>
        </p:nvCxnSpPr>
        <p:spPr>
          <a:xfrm>
            <a:off x="12525375" y="3690938"/>
            <a:ext cx="333375" cy="1057275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_13">
            <a:extLst>
              <a:ext uri="{FF2B5EF4-FFF2-40B4-BE49-F238E27FC236}">
                <a16:creationId xmlns:a16="http://schemas.microsoft.com/office/drawing/2014/main" id="{442B66BB-E573-68BB-D059-192E9D83D86D}"/>
              </a:ext>
            </a:extLst>
          </p:cNvPr>
          <p:cNvCxnSpPr>
            <a:cxnSpLocks/>
            <a:stCxn id="98" idx="3"/>
            <a:endCxn id="73" idx="1"/>
          </p:cNvCxnSpPr>
          <p:nvPr/>
        </p:nvCxnSpPr>
        <p:spPr>
          <a:xfrm flipV="1">
            <a:off x="11553825" y="4872038"/>
            <a:ext cx="257175" cy="61912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_14">
            <a:extLst>
              <a:ext uri="{FF2B5EF4-FFF2-40B4-BE49-F238E27FC236}">
                <a16:creationId xmlns:a16="http://schemas.microsoft.com/office/drawing/2014/main" id="{2A420902-71CC-DE56-BACC-80C940FBBD82}"/>
              </a:ext>
            </a:extLst>
          </p:cNvPr>
          <p:cNvCxnSpPr>
            <a:cxnSpLocks/>
            <a:stCxn id="73" idx="3"/>
            <a:endCxn id="79" idx="1"/>
          </p:cNvCxnSpPr>
          <p:nvPr/>
        </p:nvCxnSpPr>
        <p:spPr>
          <a:xfrm flipV="1">
            <a:off x="12525375" y="4748213"/>
            <a:ext cx="333375" cy="123825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_15">
            <a:extLst>
              <a:ext uri="{FF2B5EF4-FFF2-40B4-BE49-F238E27FC236}">
                <a16:creationId xmlns:a16="http://schemas.microsoft.com/office/drawing/2014/main" id="{05B713FA-128D-53B6-D4F8-D1B1DBF7FA2C}"/>
              </a:ext>
            </a:extLst>
          </p:cNvPr>
          <p:cNvCxnSpPr>
            <a:cxnSpLocks/>
            <a:stCxn id="99" idx="3"/>
            <a:endCxn id="77" idx="1"/>
          </p:cNvCxnSpPr>
          <p:nvPr/>
        </p:nvCxnSpPr>
        <p:spPr>
          <a:xfrm flipV="1">
            <a:off x="11553825" y="6053138"/>
            <a:ext cx="257175" cy="61912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_16">
            <a:extLst>
              <a:ext uri="{FF2B5EF4-FFF2-40B4-BE49-F238E27FC236}">
                <a16:creationId xmlns:a16="http://schemas.microsoft.com/office/drawing/2014/main" id="{F8090358-9893-4FB4-52EB-BF53898151E6}"/>
              </a:ext>
            </a:extLst>
          </p:cNvPr>
          <p:cNvCxnSpPr>
            <a:cxnSpLocks/>
            <a:stCxn id="77" idx="3"/>
            <a:endCxn id="79" idx="1"/>
          </p:cNvCxnSpPr>
          <p:nvPr/>
        </p:nvCxnSpPr>
        <p:spPr>
          <a:xfrm flipV="1">
            <a:off x="12525375" y="4748213"/>
            <a:ext cx="333375" cy="1304925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_17">
            <a:extLst>
              <a:ext uri="{FF2B5EF4-FFF2-40B4-BE49-F238E27FC236}">
                <a16:creationId xmlns:a16="http://schemas.microsoft.com/office/drawing/2014/main" id="{391FBC73-647E-ED9E-C93D-B265C05B29FA}"/>
              </a:ext>
            </a:extLst>
          </p:cNvPr>
          <p:cNvCxnSpPr>
            <a:cxnSpLocks/>
            <a:stCxn id="79" idx="3"/>
            <a:endCxn id="81" idx="1"/>
          </p:cNvCxnSpPr>
          <p:nvPr/>
        </p:nvCxnSpPr>
        <p:spPr>
          <a:xfrm>
            <a:off x="14144625" y="4748213"/>
            <a:ext cx="257175" cy="23812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_18">
            <a:extLst>
              <a:ext uri="{FF2B5EF4-FFF2-40B4-BE49-F238E27FC236}">
                <a16:creationId xmlns:a16="http://schemas.microsoft.com/office/drawing/2014/main" id="{A961ED81-08AD-CA73-2DE5-1E37BD115AF1}"/>
              </a:ext>
            </a:extLst>
          </p:cNvPr>
          <p:cNvCxnSpPr>
            <a:cxnSpLocks/>
            <a:stCxn id="81" idx="2"/>
            <a:endCxn id="83" idx="0"/>
          </p:cNvCxnSpPr>
          <p:nvPr/>
        </p:nvCxnSpPr>
        <p:spPr>
          <a:xfrm rot="5400000">
            <a:off x="13401675" y="4762500"/>
            <a:ext cx="800100" cy="2228850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_19">
            <a:extLst>
              <a:ext uri="{FF2B5EF4-FFF2-40B4-BE49-F238E27FC236}">
                <a16:creationId xmlns:a16="http://schemas.microsoft.com/office/drawing/2014/main" id="{C5A6B449-83AA-0F07-0D32-261B9D84C1AF}"/>
              </a:ext>
            </a:extLst>
          </p:cNvPr>
          <p:cNvCxnSpPr>
            <a:cxnSpLocks/>
            <a:stCxn id="83" idx="3"/>
            <a:endCxn id="85" idx="1"/>
          </p:cNvCxnSpPr>
          <p:nvPr/>
        </p:nvCxnSpPr>
        <p:spPr>
          <a:xfrm flipV="1">
            <a:off x="12491979" y="6524625"/>
            <a:ext cx="728721" cy="223896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_20">
            <a:extLst>
              <a:ext uri="{FF2B5EF4-FFF2-40B4-BE49-F238E27FC236}">
                <a16:creationId xmlns:a16="http://schemas.microsoft.com/office/drawing/2014/main" id="{EDC6594F-45E0-7E48-BE20-F39974DDDCDD}"/>
              </a:ext>
            </a:extLst>
          </p:cNvPr>
          <p:cNvCxnSpPr>
            <a:cxnSpLocks/>
            <a:stCxn id="85" idx="3"/>
            <a:endCxn id="87" idx="1"/>
          </p:cNvCxnSpPr>
          <p:nvPr/>
        </p:nvCxnSpPr>
        <p:spPr>
          <a:xfrm flipV="1">
            <a:off x="13944600" y="6515100"/>
            <a:ext cx="247650" cy="9525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lide_title">
            <a:extLst>
              <a:ext uri="{FF2B5EF4-FFF2-40B4-BE49-F238E27FC236}">
                <a16:creationId xmlns:a16="http://schemas.microsoft.com/office/drawing/2014/main" id="{50E2B226-600C-4AA0-858B-A1DCAEF31522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CAMF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：类别自适应多尺度融合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1F495806-A919-4816-923F-22A2E116560F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31C47AB4-2618-4695-B8CE-2241F0D295E7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14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text_0">
            <a:extLst>
              <a:ext uri="{FF2B5EF4-FFF2-40B4-BE49-F238E27FC236}">
                <a16:creationId xmlns:a16="http://schemas.microsoft.com/office/drawing/2014/main" id="{5CE9282C-A804-4245-A766-75B4F35FC29E}"/>
              </a:ext>
            </a:extLst>
          </p:cNvPr>
          <p:cNvSpPr>
            <a:spLocks/>
          </p:cNvSpPr>
          <p:nvPr/>
        </p:nvSpPr>
        <p:spPr>
          <a:xfrm>
            <a:off x="476250" y="241935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多尺度特征提取</a:t>
            </a:r>
            <a:endParaRPr sz="24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_1">
            <a:extLst>
              <a:ext uri="{FF2B5EF4-FFF2-40B4-BE49-F238E27FC236}">
                <a16:creationId xmlns:a16="http://schemas.microsoft.com/office/drawing/2014/main" id="{CC8E66A3-D2F5-4885-B585-542E4ECB53A7}"/>
              </a:ext>
            </a:extLst>
          </p:cNvPr>
          <p:cNvSpPr>
            <a:spLocks/>
          </p:cNvSpPr>
          <p:nvPr/>
        </p:nvSpPr>
        <p:spPr>
          <a:xfrm>
            <a:off x="5048250" y="2419350"/>
            <a:ext cx="5448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类别自适应尺度权重生成</a:t>
            </a:r>
            <a:endParaRPr sz="24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2" name="text_2">
            <a:extLst>
              <a:ext uri="{FF2B5EF4-FFF2-40B4-BE49-F238E27FC236}">
                <a16:creationId xmlns:a16="http://schemas.microsoft.com/office/drawing/2014/main" id="{C5547E61-37CD-4EA5-BF4D-24E26621037E}"/>
              </a:ext>
            </a:extLst>
          </p:cNvPr>
          <p:cNvSpPr>
            <a:spLocks/>
          </p:cNvSpPr>
          <p:nvPr/>
        </p:nvSpPr>
        <p:spPr>
          <a:xfrm>
            <a:off x="10877550" y="241935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单类别加权融合（以</a:t>
            </a:r>
            <a:r>
              <a:rPr lang="en-US" altLang="zh-CN"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MA</a:t>
            </a:r>
            <a:r>
              <a:rPr lang="zh-CN" altLang="en-US"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为例）</a:t>
            </a:r>
            <a:endParaRPr sz="21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08" name="module_camf_F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AFE4387-4B17-1E0E-54B2-9DE81734B276}"/>
              </a:ext>
            </a:extLst>
          </p:cNvPr>
          <p:cNvGrpSpPr/>
          <p:nvPr/>
        </p:nvGrpSpPr>
        <p:grpSpPr>
          <a:xfrm>
            <a:off x="571500" y="4124325"/>
            <a:ext cx="904876" cy="1685926"/>
            <a:chOff x="571500" y="4124325"/>
            <a:chExt cx="904876" cy="1685926"/>
          </a:xfrm>
        </p:grpSpPr>
        <p:sp>
          <p:nvSpPr>
            <p:cNvPr id="13" name="camf_F_bg">
              <a:extLst>
                <a:ext uri="{FF2B5EF4-FFF2-40B4-BE49-F238E27FC236}">
                  <a16:creationId xmlns:a16="http://schemas.microsoft.com/office/drawing/2014/main" id="{533A7C2A-2832-42FA-AC83-72B6DB37A3CC}"/>
                </a:ext>
              </a:extLst>
            </p:cNvPr>
            <p:cNvSpPr>
              <a:spLocks/>
            </p:cNvSpPr>
            <p:nvPr/>
          </p:nvSpPr>
          <p:spPr>
            <a:xfrm>
              <a:off x="571500" y="4362450"/>
              <a:ext cx="666750" cy="144780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93" name="camf_F_out">
              <a:extLst>
                <a:ext uri="{FF2B5EF4-FFF2-40B4-BE49-F238E27FC236}">
                  <a16:creationId xmlns:a16="http://schemas.microsoft.com/office/drawing/2014/main" id="{7EAB163B-ECF4-4C95-A837-DAD976EFF7E4}"/>
                </a:ext>
              </a:extLst>
            </p:cNvPr>
            <p:cNvSpPr>
              <a:spLocks/>
            </p:cNvSpPr>
            <p:nvPr/>
          </p:nvSpPr>
          <p:spPr>
            <a:xfrm>
              <a:off x="1457325" y="50768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00" name="camf_F_top">
              <a:extLst>
                <a:ext uri="{FF2B5EF4-FFF2-40B4-BE49-F238E27FC236}">
                  <a16:creationId xmlns:a16="http://schemas.microsoft.com/office/drawing/2014/main" id="{05EDF0DC-B3E5-033E-339F-99DE9F14C0BE}"/>
                </a:ext>
              </a:extLst>
            </p:cNvPr>
            <p:cNvSpPr/>
            <p:nvPr/>
          </p:nvSpPr>
          <p:spPr>
            <a:xfrm>
              <a:off x="571500" y="4124325"/>
              <a:ext cx="904876" cy="238126"/>
            </a:xfrm>
            <a:custGeom>
              <a:avLst/>
              <a:gdLst/>
              <a:ahLst/>
              <a:cxnLst/>
              <a:rect l="0" t="0" r="0" b="0"/>
              <a:pathLst>
                <a:path w="904876" h="238126">
                  <a:moveTo>
                    <a:pt x="0" y="238125"/>
                  </a:moveTo>
                  <a:lnTo>
                    <a:pt x="238125" y="0"/>
                  </a:lnTo>
                  <a:lnTo>
                    <a:pt x="904875" y="0"/>
                  </a:lnTo>
                  <a:lnTo>
                    <a:pt x="666750" y="2381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camf_F_side">
              <a:extLst>
                <a:ext uri="{FF2B5EF4-FFF2-40B4-BE49-F238E27FC236}">
                  <a16:creationId xmlns:a16="http://schemas.microsoft.com/office/drawing/2014/main" id="{38A56008-9B78-6F76-C0D2-7F034816CEEE}"/>
                </a:ext>
              </a:extLst>
            </p:cNvPr>
            <p:cNvSpPr/>
            <p:nvPr/>
          </p:nvSpPr>
          <p:spPr>
            <a:xfrm>
              <a:off x="1238250" y="4124325"/>
              <a:ext cx="238126" cy="1685926"/>
            </a:xfrm>
            <a:custGeom>
              <a:avLst/>
              <a:gdLst/>
              <a:ahLst/>
              <a:cxnLst/>
              <a:rect l="0" t="0" r="0" b="0"/>
              <a:pathLst>
                <a:path w="238126" h="1685926">
                  <a:moveTo>
                    <a:pt x="0" y="238125"/>
                  </a:moveTo>
                  <a:lnTo>
                    <a:pt x="238125" y="0"/>
                  </a:lnTo>
                  <a:lnTo>
                    <a:pt x="238125" y="1447800"/>
                  </a:lnTo>
                  <a:lnTo>
                    <a:pt x="0" y="168592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amf_F_text">
              <a:extLst>
                <a:ext uri="{FF2B5EF4-FFF2-40B4-BE49-F238E27FC236}">
                  <a16:creationId xmlns:a16="http://schemas.microsoft.com/office/drawing/2014/main" id="{847A2F45-9F02-4B50-A9AB-08F36E1EB5D2}"/>
                </a:ext>
              </a:extLst>
            </p:cNvPr>
            <p:cNvSpPr>
              <a:spLocks/>
            </p:cNvSpPr>
            <p:nvPr/>
          </p:nvSpPr>
          <p:spPr>
            <a:xfrm>
              <a:off x="600075" y="4371975"/>
              <a:ext cx="609600" cy="1428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1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31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</a:t>
              </a:r>
              <a:endParaRPr sz="31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09" name="module_dw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B3D737E-8CB9-BE9A-EC36-8A507ECB89F7}"/>
              </a:ext>
            </a:extLst>
          </p:cNvPr>
          <p:cNvGrpSpPr/>
          <p:nvPr/>
        </p:nvGrpSpPr>
        <p:grpSpPr>
          <a:xfrm>
            <a:off x="1819275" y="3190875"/>
            <a:ext cx="1600200" cy="857250"/>
            <a:chOff x="1819275" y="3190875"/>
            <a:chExt cx="1600200" cy="857250"/>
          </a:xfrm>
        </p:grpSpPr>
        <p:sp>
          <p:nvSpPr>
            <p:cNvPr id="15" name="dw_0_bg">
              <a:extLst>
                <a:ext uri="{FF2B5EF4-FFF2-40B4-BE49-F238E27FC236}">
                  <a16:creationId xmlns:a16="http://schemas.microsoft.com/office/drawing/2014/main" id="{F5DDE878-E2EC-4E54-AA5E-2241459810C7}"/>
                </a:ext>
              </a:extLst>
            </p:cNvPr>
            <p:cNvSpPr>
              <a:spLocks/>
            </p:cNvSpPr>
            <p:nvPr/>
          </p:nvSpPr>
          <p:spPr>
            <a:xfrm>
              <a:off x="1819275" y="3190875"/>
              <a:ext cx="1600200" cy="857250"/>
            </a:xfrm>
            <a:prstGeom prst="roundRect">
              <a:avLst>
                <a:gd name="adj" fmla="val 13333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6" name="dw_0_text">
              <a:extLst>
                <a:ext uri="{FF2B5EF4-FFF2-40B4-BE49-F238E27FC236}">
                  <a16:creationId xmlns:a16="http://schemas.microsoft.com/office/drawing/2014/main" id="{FD606126-7177-4762-8559-43807DE9D3DB}"/>
                </a:ext>
              </a:extLst>
            </p:cNvPr>
            <p:cNvSpPr>
              <a:spLocks/>
            </p:cNvSpPr>
            <p:nvPr/>
          </p:nvSpPr>
          <p:spPr>
            <a:xfrm>
              <a:off x="1885950" y="3219450"/>
              <a:ext cx="1466850" cy="8001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DWConv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3 × 3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10" name="module_M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B16BB00-97AD-DEAE-0B6B-E88A6EE44316}"/>
              </a:ext>
            </a:extLst>
          </p:cNvPr>
          <p:cNvGrpSpPr/>
          <p:nvPr/>
        </p:nvGrpSpPr>
        <p:grpSpPr>
          <a:xfrm>
            <a:off x="3857625" y="3114675"/>
            <a:ext cx="657226" cy="942976"/>
            <a:chOff x="3857625" y="3114675"/>
            <a:chExt cx="657226" cy="942976"/>
          </a:xfrm>
        </p:grpSpPr>
        <p:sp>
          <p:nvSpPr>
            <p:cNvPr id="17" name="M0_bg">
              <a:extLst>
                <a:ext uri="{FF2B5EF4-FFF2-40B4-BE49-F238E27FC236}">
                  <a16:creationId xmlns:a16="http://schemas.microsoft.com/office/drawing/2014/main" id="{51AD0566-29B9-44DC-BA69-A2D0E91766B1}"/>
                </a:ext>
              </a:extLst>
            </p:cNvPr>
            <p:cNvSpPr>
              <a:spLocks/>
            </p:cNvSpPr>
            <p:nvPr/>
          </p:nvSpPr>
          <p:spPr>
            <a:xfrm>
              <a:off x="3857625" y="3305175"/>
              <a:ext cx="466725" cy="75247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94" name="M0_out">
              <a:extLst>
                <a:ext uri="{FF2B5EF4-FFF2-40B4-BE49-F238E27FC236}">
                  <a16:creationId xmlns:a16="http://schemas.microsoft.com/office/drawing/2014/main" id="{214135B4-B38B-4237-BE9B-BDE2F827CB21}"/>
                </a:ext>
              </a:extLst>
            </p:cNvPr>
            <p:cNvSpPr>
              <a:spLocks/>
            </p:cNvSpPr>
            <p:nvPr/>
          </p:nvSpPr>
          <p:spPr>
            <a:xfrm>
              <a:off x="4495800" y="36718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03" name="M0_top">
              <a:extLst>
                <a:ext uri="{FF2B5EF4-FFF2-40B4-BE49-F238E27FC236}">
                  <a16:creationId xmlns:a16="http://schemas.microsoft.com/office/drawing/2014/main" id="{24B70F2E-54AF-9B4D-5202-A3CC3CA8CAA9}"/>
                </a:ext>
              </a:extLst>
            </p:cNvPr>
            <p:cNvSpPr/>
            <p:nvPr/>
          </p:nvSpPr>
          <p:spPr>
            <a:xfrm>
              <a:off x="3857625" y="3114675"/>
              <a:ext cx="657226" cy="190501"/>
            </a:xfrm>
            <a:custGeom>
              <a:avLst/>
              <a:gdLst/>
              <a:ahLst/>
              <a:cxnLst/>
              <a:rect l="0" t="0" r="0" b="0"/>
              <a:pathLst>
                <a:path w="657226" h="190501">
                  <a:moveTo>
                    <a:pt x="0" y="190500"/>
                  </a:moveTo>
                  <a:lnTo>
                    <a:pt x="190500" y="0"/>
                  </a:lnTo>
                  <a:lnTo>
                    <a:pt x="657225" y="0"/>
                  </a:lnTo>
                  <a:lnTo>
                    <a:pt x="466725" y="190500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M0_side">
              <a:extLst>
                <a:ext uri="{FF2B5EF4-FFF2-40B4-BE49-F238E27FC236}">
                  <a16:creationId xmlns:a16="http://schemas.microsoft.com/office/drawing/2014/main" id="{F5CE018E-C437-1378-BF38-54EEFBC4F533}"/>
                </a:ext>
              </a:extLst>
            </p:cNvPr>
            <p:cNvSpPr/>
            <p:nvPr/>
          </p:nvSpPr>
          <p:spPr>
            <a:xfrm>
              <a:off x="4324350" y="3114675"/>
              <a:ext cx="190501" cy="942976"/>
            </a:xfrm>
            <a:custGeom>
              <a:avLst/>
              <a:gdLst/>
              <a:ahLst/>
              <a:cxnLst/>
              <a:rect l="0" t="0" r="0" b="0"/>
              <a:pathLst>
                <a:path w="190501" h="942976">
                  <a:moveTo>
                    <a:pt x="0" y="190500"/>
                  </a:moveTo>
                  <a:lnTo>
                    <a:pt x="190500" y="0"/>
                  </a:lnTo>
                  <a:lnTo>
                    <a:pt x="190500" y="7524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M0_text">
              <a:extLst>
                <a:ext uri="{FF2B5EF4-FFF2-40B4-BE49-F238E27FC236}">
                  <a16:creationId xmlns:a16="http://schemas.microsoft.com/office/drawing/2014/main" id="{1DCE5314-9F75-47D9-AB7B-2F8B5485465C}"/>
                </a:ext>
              </a:extLst>
            </p:cNvPr>
            <p:cNvSpPr>
              <a:spLocks/>
            </p:cNvSpPr>
            <p:nvPr/>
          </p:nvSpPr>
          <p:spPr>
            <a:xfrm>
              <a:off x="3886200" y="3314700"/>
              <a:ext cx="409575" cy="733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9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9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M3</a:t>
              </a:r>
              <a:endParaRPr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11" name="module_dw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3C6A455-0E48-9B05-656E-1745CA5DB958}"/>
              </a:ext>
            </a:extLst>
          </p:cNvPr>
          <p:cNvGrpSpPr/>
          <p:nvPr/>
        </p:nvGrpSpPr>
        <p:grpSpPr>
          <a:xfrm>
            <a:off x="1819275" y="4476750"/>
            <a:ext cx="1600200" cy="857250"/>
            <a:chOff x="1819275" y="4476750"/>
            <a:chExt cx="1600200" cy="857250"/>
          </a:xfrm>
        </p:grpSpPr>
        <p:sp>
          <p:nvSpPr>
            <p:cNvPr id="19" name="dw_1_bg">
              <a:extLst>
                <a:ext uri="{FF2B5EF4-FFF2-40B4-BE49-F238E27FC236}">
                  <a16:creationId xmlns:a16="http://schemas.microsoft.com/office/drawing/2014/main" id="{31A02E8D-78BA-4FD8-B368-3011C6A1FD72}"/>
                </a:ext>
              </a:extLst>
            </p:cNvPr>
            <p:cNvSpPr>
              <a:spLocks/>
            </p:cNvSpPr>
            <p:nvPr/>
          </p:nvSpPr>
          <p:spPr>
            <a:xfrm>
              <a:off x="1819275" y="4476750"/>
              <a:ext cx="1600200" cy="857250"/>
            </a:xfrm>
            <a:prstGeom prst="roundRect">
              <a:avLst>
                <a:gd name="adj" fmla="val 13333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0" name="dw_1_text">
              <a:extLst>
                <a:ext uri="{FF2B5EF4-FFF2-40B4-BE49-F238E27FC236}">
                  <a16:creationId xmlns:a16="http://schemas.microsoft.com/office/drawing/2014/main" id="{FE4A87D0-3551-4815-9903-50BF48BC65F8}"/>
                </a:ext>
              </a:extLst>
            </p:cNvPr>
            <p:cNvSpPr>
              <a:spLocks/>
            </p:cNvSpPr>
            <p:nvPr/>
          </p:nvSpPr>
          <p:spPr>
            <a:xfrm>
              <a:off x="1885950" y="4505325"/>
              <a:ext cx="1466850" cy="8001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DWConv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5 × 5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12" name="module_M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A224079-BE62-E685-0C27-97F474C465C4}"/>
              </a:ext>
            </a:extLst>
          </p:cNvPr>
          <p:cNvGrpSpPr/>
          <p:nvPr/>
        </p:nvGrpSpPr>
        <p:grpSpPr>
          <a:xfrm>
            <a:off x="3857625" y="4400550"/>
            <a:ext cx="657226" cy="942976"/>
            <a:chOff x="3857625" y="4400550"/>
            <a:chExt cx="657226" cy="942976"/>
          </a:xfrm>
        </p:grpSpPr>
        <p:sp>
          <p:nvSpPr>
            <p:cNvPr id="21" name="M1_bg">
              <a:extLst>
                <a:ext uri="{FF2B5EF4-FFF2-40B4-BE49-F238E27FC236}">
                  <a16:creationId xmlns:a16="http://schemas.microsoft.com/office/drawing/2014/main" id="{7AFBD675-EBA7-4346-B68C-4E09D7782FFC}"/>
                </a:ext>
              </a:extLst>
            </p:cNvPr>
            <p:cNvSpPr>
              <a:spLocks/>
            </p:cNvSpPr>
            <p:nvPr/>
          </p:nvSpPr>
          <p:spPr>
            <a:xfrm>
              <a:off x="3857625" y="4591050"/>
              <a:ext cx="466725" cy="75247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95" name="M1_out">
              <a:extLst>
                <a:ext uri="{FF2B5EF4-FFF2-40B4-BE49-F238E27FC236}">
                  <a16:creationId xmlns:a16="http://schemas.microsoft.com/office/drawing/2014/main" id="{8E454052-ACE2-40A0-84D7-8F9D85FFD765}"/>
                </a:ext>
              </a:extLst>
            </p:cNvPr>
            <p:cNvSpPr>
              <a:spLocks/>
            </p:cNvSpPr>
            <p:nvPr/>
          </p:nvSpPr>
          <p:spPr>
            <a:xfrm>
              <a:off x="4495800" y="495776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05" name="M1_top">
              <a:extLst>
                <a:ext uri="{FF2B5EF4-FFF2-40B4-BE49-F238E27FC236}">
                  <a16:creationId xmlns:a16="http://schemas.microsoft.com/office/drawing/2014/main" id="{ADD78DBA-EF7D-60AC-8130-7380182DBE7D}"/>
                </a:ext>
              </a:extLst>
            </p:cNvPr>
            <p:cNvSpPr/>
            <p:nvPr/>
          </p:nvSpPr>
          <p:spPr>
            <a:xfrm>
              <a:off x="3857625" y="4400550"/>
              <a:ext cx="657226" cy="190501"/>
            </a:xfrm>
            <a:custGeom>
              <a:avLst/>
              <a:gdLst/>
              <a:ahLst/>
              <a:cxnLst/>
              <a:rect l="0" t="0" r="0" b="0"/>
              <a:pathLst>
                <a:path w="657226" h="190501">
                  <a:moveTo>
                    <a:pt x="0" y="190500"/>
                  </a:moveTo>
                  <a:lnTo>
                    <a:pt x="190500" y="0"/>
                  </a:lnTo>
                  <a:lnTo>
                    <a:pt x="657225" y="0"/>
                  </a:lnTo>
                  <a:lnTo>
                    <a:pt x="466725" y="190500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M1_side">
              <a:extLst>
                <a:ext uri="{FF2B5EF4-FFF2-40B4-BE49-F238E27FC236}">
                  <a16:creationId xmlns:a16="http://schemas.microsoft.com/office/drawing/2014/main" id="{441B1181-B7C1-379A-5CA0-C22128975FFD}"/>
                </a:ext>
              </a:extLst>
            </p:cNvPr>
            <p:cNvSpPr/>
            <p:nvPr/>
          </p:nvSpPr>
          <p:spPr>
            <a:xfrm>
              <a:off x="4324350" y="4400550"/>
              <a:ext cx="190501" cy="942976"/>
            </a:xfrm>
            <a:custGeom>
              <a:avLst/>
              <a:gdLst/>
              <a:ahLst/>
              <a:cxnLst/>
              <a:rect l="0" t="0" r="0" b="0"/>
              <a:pathLst>
                <a:path w="190501" h="942976">
                  <a:moveTo>
                    <a:pt x="0" y="190500"/>
                  </a:moveTo>
                  <a:lnTo>
                    <a:pt x="190500" y="0"/>
                  </a:lnTo>
                  <a:lnTo>
                    <a:pt x="190500" y="7524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M1_text">
              <a:extLst>
                <a:ext uri="{FF2B5EF4-FFF2-40B4-BE49-F238E27FC236}">
                  <a16:creationId xmlns:a16="http://schemas.microsoft.com/office/drawing/2014/main" id="{738442A5-FCD6-4FAC-A905-38699DE5A9BD}"/>
                </a:ext>
              </a:extLst>
            </p:cNvPr>
            <p:cNvSpPr>
              <a:spLocks/>
            </p:cNvSpPr>
            <p:nvPr/>
          </p:nvSpPr>
          <p:spPr>
            <a:xfrm>
              <a:off x="3886200" y="4600575"/>
              <a:ext cx="409575" cy="733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9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9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M5</a:t>
              </a:r>
              <a:endParaRPr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13" name="module_dw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B45DE90-3E98-CFF2-F366-0623C13F3456}"/>
              </a:ext>
            </a:extLst>
          </p:cNvPr>
          <p:cNvGrpSpPr/>
          <p:nvPr/>
        </p:nvGrpSpPr>
        <p:grpSpPr>
          <a:xfrm>
            <a:off x="1819275" y="5762625"/>
            <a:ext cx="1600200" cy="857250"/>
            <a:chOff x="1819275" y="5762625"/>
            <a:chExt cx="1600200" cy="857250"/>
          </a:xfrm>
        </p:grpSpPr>
        <p:sp>
          <p:nvSpPr>
            <p:cNvPr id="23" name="dw_2_bg">
              <a:extLst>
                <a:ext uri="{FF2B5EF4-FFF2-40B4-BE49-F238E27FC236}">
                  <a16:creationId xmlns:a16="http://schemas.microsoft.com/office/drawing/2014/main" id="{E9A975E1-36F5-4644-89BE-2FFB067FB06E}"/>
                </a:ext>
              </a:extLst>
            </p:cNvPr>
            <p:cNvSpPr>
              <a:spLocks/>
            </p:cNvSpPr>
            <p:nvPr/>
          </p:nvSpPr>
          <p:spPr>
            <a:xfrm>
              <a:off x="1819275" y="5762625"/>
              <a:ext cx="1600200" cy="857250"/>
            </a:xfrm>
            <a:prstGeom prst="roundRect">
              <a:avLst>
                <a:gd name="adj" fmla="val 13333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4" name="dw_2_text">
              <a:extLst>
                <a:ext uri="{FF2B5EF4-FFF2-40B4-BE49-F238E27FC236}">
                  <a16:creationId xmlns:a16="http://schemas.microsoft.com/office/drawing/2014/main" id="{54D7264C-03AC-491B-9CAE-B95A77986B65}"/>
                </a:ext>
              </a:extLst>
            </p:cNvPr>
            <p:cNvSpPr>
              <a:spLocks/>
            </p:cNvSpPr>
            <p:nvPr/>
          </p:nvSpPr>
          <p:spPr>
            <a:xfrm>
              <a:off x="1885950" y="5791200"/>
              <a:ext cx="1466850" cy="8001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DWConv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7 × 7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14" name="module_M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4BFFB9C-72FC-D43F-6F22-8A97B598E35D}"/>
              </a:ext>
            </a:extLst>
          </p:cNvPr>
          <p:cNvGrpSpPr/>
          <p:nvPr/>
        </p:nvGrpSpPr>
        <p:grpSpPr>
          <a:xfrm>
            <a:off x="3857625" y="5686425"/>
            <a:ext cx="657226" cy="942976"/>
            <a:chOff x="3857625" y="5686425"/>
            <a:chExt cx="657226" cy="942976"/>
          </a:xfrm>
        </p:grpSpPr>
        <p:sp>
          <p:nvSpPr>
            <p:cNvPr id="25" name="M2_bg">
              <a:extLst>
                <a:ext uri="{FF2B5EF4-FFF2-40B4-BE49-F238E27FC236}">
                  <a16:creationId xmlns:a16="http://schemas.microsoft.com/office/drawing/2014/main" id="{6A1DAD05-EEA3-47C8-913D-A67DF629979E}"/>
                </a:ext>
              </a:extLst>
            </p:cNvPr>
            <p:cNvSpPr>
              <a:spLocks/>
            </p:cNvSpPr>
            <p:nvPr/>
          </p:nvSpPr>
          <p:spPr>
            <a:xfrm>
              <a:off x="3857625" y="5876925"/>
              <a:ext cx="466725" cy="75247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96" name="M2_out">
              <a:extLst>
                <a:ext uri="{FF2B5EF4-FFF2-40B4-BE49-F238E27FC236}">
                  <a16:creationId xmlns:a16="http://schemas.microsoft.com/office/drawing/2014/main" id="{908911C8-B6C7-409F-AD98-207DD7045D62}"/>
                </a:ext>
              </a:extLst>
            </p:cNvPr>
            <p:cNvSpPr>
              <a:spLocks/>
            </p:cNvSpPr>
            <p:nvPr/>
          </p:nvSpPr>
          <p:spPr>
            <a:xfrm>
              <a:off x="4495800" y="62436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07" name="M2_top">
              <a:extLst>
                <a:ext uri="{FF2B5EF4-FFF2-40B4-BE49-F238E27FC236}">
                  <a16:creationId xmlns:a16="http://schemas.microsoft.com/office/drawing/2014/main" id="{16967B33-BBCE-4EE5-8CC8-897EC00DE99B}"/>
                </a:ext>
              </a:extLst>
            </p:cNvPr>
            <p:cNvSpPr/>
            <p:nvPr/>
          </p:nvSpPr>
          <p:spPr>
            <a:xfrm>
              <a:off x="3857625" y="5686425"/>
              <a:ext cx="657226" cy="190501"/>
            </a:xfrm>
            <a:custGeom>
              <a:avLst/>
              <a:gdLst/>
              <a:ahLst/>
              <a:cxnLst/>
              <a:rect l="0" t="0" r="0" b="0"/>
              <a:pathLst>
                <a:path w="657226" h="190501">
                  <a:moveTo>
                    <a:pt x="0" y="190500"/>
                  </a:moveTo>
                  <a:lnTo>
                    <a:pt x="190500" y="0"/>
                  </a:lnTo>
                  <a:lnTo>
                    <a:pt x="657225" y="0"/>
                  </a:lnTo>
                  <a:lnTo>
                    <a:pt x="466725" y="190500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M2_side">
              <a:extLst>
                <a:ext uri="{FF2B5EF4-FFF2-40B4-BE49-F238E27FC236}">
                  <a16:creationId xmlns:a16="http://schemas.microsoft.com/office/drawing/2014/main" id="{34CA98C1-4EC1-9EE8-CC78-BA1C2D64835F}"/>
                </a:ext>
              </a:extLst>
            </p:cNvPr>
            <p:cNvSpPr/>
            <p:nvPr/>
          </p:nvSpPr>
          <p:spPr>
            <a:xfrm>
              <a:off x="4324350" y="5686425"/>
              <a:ext cx="190501" cy="942976"/>
            </a:xfrm>
            <a:custGeom>
              <a:avLst/>
              <a:gdLst/>
              <a:ahLst/>
              <a:cxnLst/>
              <a:rect l="0" t="0" r="0" b="0"/>
              <a:pathLst>
                <a:path w="190501" h="942976">
                  <a:moveTo>
                    <a:pt x="0" y="190500"/>
                  </a:moveTo>
                  <a:lnTo>
                    <a:pt x="190500" y="0"/>
                  </a:lnTo>
                  <a:lnTo>
                    <a:pt x="190500" y="752475"/>
                  </a:lnTo>
                  <a:lnTo>
                    <a:pt x="0" y="94297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M2_text">
              <a:extLst>
                <a:ext uri="{FF2B5EF4-FFF2-40B4-BE49-F238E27FC236}">
                  <a16:creationId xmlns:a16="http://schemas.microsoft.com/office/drawing/2014/main" id="{B8556CE0-EAA7-4DC7-ACD9-2682C5E47709}"/>
                </a:ext>
              </a:extLst>
            </p:cNvPr>
            <p:cNvSpPr>
              <a:spLocks/>
            </p:cNvSpPr>
            <p:nvPr/>
          </p:nvSpPr>
          <p:spPr>
            <a:xfrm>
              <a:off x="3886200" y="5886450"/>
              <a:ext cx="409575" cy="733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9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9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M7</a:t>
              </a:r>
              <a:endParaRPr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15" name="module_conca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A66096A-2595-7682-A007-0E9FAF5F70DF}"/>
              </a:ext>
            </a:extLst>
          </p:cNvPr>
          <p:cNvGrpSpPr/>
          <p:nvPr/>
        </p:nvGrpSpPr>
        <p:grpSpPr>
          <a:xfrm>
            <a:off x="5133975" y="3333750"/>
            <a:ext cx="1152525" cy="2505075"/>
            <a:chOff x="5133975" y="3333750"/>
            <a:chExt cx="1152525" cy="2505075"/>
          </a:xfrm>
        </p:grpSpPr>
        <p:sp>
          <p:nvSpPr>
            <p:cNvPr id="27" name="concat_bg">
              <a:extLst>
                <a:ext uri="{FF2B5EF4-FFF2-40B4-BE49-F238E27FC236}">
                  <a16:creationId xmlns:a16="http://schemas.microsoft.com/office/drawing/2014/main" id="{5A1B71F2-378B-4E84-A11B-D5AD2B0C74DE}"/>
                </a:ext>
              </a:extLst>
            </p:cNvPr>
            <p:cNvSpPr>
              <a:spLocks/>
            </p:cNvSpPr>
            <p:nvPr/>
          </p:nvSpPr>
          <p:spPr>
            <a:xfrm>
              <a:off x="5133975" y="3333750"/>
              <a:ext cx="1152525" cy="2505075"/>
            </a:xfrm>
            <a:prstGeom prst="roundRect">
              <a:avLst>
                <a:gd name="adj" fmla="val 991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8" name="concat_text">
              <a:extLst>
                <a:ext uri="{FF2B5EF4-FFF2-40B4-BE49-F238E27FC236}">
                  <a16:creationId xmlns:a16="http://schemas.microsoft.com/office/drawing/2014/main" id="{CB9A1140-99A8-43E1-BE5D-249CC83088C9}"/>
                </a:ext>
              </a:extLst>
            </p:cNvPr>
            <p:cNvSpPr>
              <a:spLocks/>
            </p:cNvSpPr>
            <p:nvPr/>
          </p:nvSpPr>
          <p:spPr>
            <a:xfrm>
              <a:off x="5200650" y="3362325"/>
              <a:ext cx="1019175" cy="24479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Concat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⋮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3Ci</a:t>
              </a: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通道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16" name="module_weight_conv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630B577-5AF7-74CA-D316-28C0FC8157A1}"/>
              </a:ext>
            </a:extLst>
          </p:cNvPr>
          <p:cNvGrpSpPr/>
          <p:nvPr/>
        </p:nvGrpSpPr>
        <p:grpSpPr>
          <a:xfrm>
            <a:off x="6572250" y="3886200"/>
            <a:ext cx="1362075" cy="1590675"/>
            <a:chOff x="6572250" y="3886200"/>
            <a:chExt cx="1362075" cy="1590675"/>
          </a:xfrm>
        </p:grpSpPr>
        <p:sp>
          <p:nvSpPr>
            <p:cNvPr id="29" name="weight_conv_bg">
              <a:extLst>
                <a:ext uri="{FF2B5EF4-FFF2-40B4-BE49-F238E27FC236}">
                  <a16:creationId xmlns:a16="http://schemas.microsoft.com/office/drawing/2014/main" id="{61D6E1FE-4E3C-4521-94AE-D29F53E4A4A3}"/>
                </a:ext>
              </a:extLst>
            </p:cNvPr>
            <p:cNvSpPr>
              <a:spLocks/>
            </p:cNvSpPr>
            <p:nvPr/>
          </p:nvSpPr>
          <p:spPr>
            <a:xfrm>
              <a:off x="6572250" y="3886200"/>
              <a:ext cx="1362075" cy="1590675"/>
            </a:xfrm>
            <a:prstGeom prst="roundRect">
              <a:avLst>
                <a:gd name="adj" fmla="val 8392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0" name="weight_conv_text">
              <a:extLst>
                <a:ext uri="{FF2B5EF4-FFF2-40B4-BE49-F238E27FC236}">
                  <a16:creationId xmlns:a16="http://schemas.microsoft.com/office/drawing/2014/main" id="{38B7614A-2504-45BB-AB2A-30C0D0F37CD1}"/>
                </a:ext>
              </a:extLst>
            </p:cNvPr>
            <p:cNvSpPr>
              <a:spLocks/>
            </p:cNvSpPr>
            <p:nvPr/>
          </p:nvSpPr>
          <p:spPr>
            <a:xfrm>
              <a:off x="6638925" y="3914775"/>
              <a:ext cx="1228725" cy="1533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8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1×1</a:t>
              </a:r>
              <a:r>
                <a:rPr lang="zh-CN" altLang="en-US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卷积</a:t>
              </a:r>
            </a:p>
            <a:p>
              <a:pPr algn="ctr">
                <a:defRPr sz="18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⋮</a:t>
              </a:r>
            </a:p>
            <a:p>
              <a:pPr algn="ctr">
                <a:defRPr sz="18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9</a:t>
              </a:r>
              <a:r>
                <a:rPr lang="zh-CN" altLang="en-US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通道权重</a:t>
              </a:r>
              <a:endParaRPr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2" name="text_3">
            <a:extLst>
              <a:ext uri="{FF2B5EF4-FFF2-40B4-BE49-F238E27FC236}">
                <a16:creationId xmlns:a16="http://schemas.microsoft.com/office/drawing/2014/main" id="{329E121D-E28E-4F59-B1A5-377D8BECA854}"/>
              </a:ext>
            </a:extLst>
          </p:cNvPr>
          <p:cNvSpPr>
            <a:spLocks/>
          </p:cNvSpPr>
          <p:nvPr/>
        </p:nvSpPr>
        <p:spPr>
          <a:xfrm>
            <a:off x="8201025" y="3305175"/>
            <a:ext cx="2190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尺度权重矩阵</a:t>
            </a:r>
            <a:r>
              <a:rPr lang="en-US" altLang="zh-CN" sz="1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W</a:t>
            </a:r>
            <a:endParaRPr sz="19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18" name="module_weights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D28EB67-5B61-9E30-1705-4CF9A1BD6813}"/>
              </a:ext>
            </a:extLst>
          </p:cNvPr>
          <p:cNvGrpSpPr/>
          <p:nvPr/>
        </p:nvGrpSpPr>
        <p:grpSpPr>
          <a:xfrm>
            <a:off x="8582025" y="3781425"/>
            <a:ext cx="628650" cy="542925"/>
            <a:chOff x="8582025" y="3781425"/>
            <a:chExt cx="628650" cy="542925"/>
          </a:xfrm>
        </p:grpSpPr>
        <p:sp>
          <p:nvSpPr>
            <p:cNvPr id="35" name="weights_0_1_bg">
              <a:extLst>
                <a:ext uri="{FF2B5EF4-FFF2-40B4-BE49-F238E27FC236}">
                  <a16:creationId xmlns:a16="http://schemas.microsoft.com/office/drawing/2014/main" id="{02BAC845-EA0D-4531-8C11-7048E655148B}"/>
                </a:ext>
              </a:extLst>
            </p:cNvPr>
            <p:cNvSpPr>
              <a:spLocks/>
            </p:cNvSpPr>
            <p:nvPr/>
          </p:nvSpPr>
          <p:spPr>
            <a:xfrm>
              <a:off x="8582025" y="3781425"/>
              <a:ext cx="628650" cy="5429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36" name="weights_0_1_text">
              <a:extLst>
                <a:ext uri="{FF2B5EF4-FFF2-40B4-BE49-F238E27FC236}">
                  <a16:creationId xmlns:a16="http://schemas.microsoft.com/office/drawing/2014/main" id="{42C7D5E8-3163-4247-945F-B26A1EB5521C}"/>
                </a:ext>
              </a:extLst>
            </p:cNvPr>
            <p:cNvSpPr>
              <a:spLocks/>
            </p:cNvSpPr>
            <p:nvPr/>
          </p:nvSpPr>
          <p:spPr>
            <a:xfrm>
              <a:off x="8667750" y="3848100"/>
              <a:ext cx="4572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2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12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3×3</a:t>
              </a:r>
              <a:endParaRPr sz="12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19" name="module_weights_0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B6AE08E-EF85-6815-8CA0-315F6F0C5895}"/>
              </a:ext>
            </a:extLst>
          </p:cNvPr>
          <p:cNvGrpSpPr/>
          <p:nvPr/>
        </p:nvGrpSpPr>
        <p:grpSpPr>
          <a:xfrm>
            <a:off x="9210675" y="3781425"/>
            <a:ext cx="628650" cy="542925"/>
            <a:chOff x="9210675" y="3781425"/>
            <a:chExt cx="628650" cy="542925"/>
          </a:xfrm>
        </p:grpSpPr>
        <p:sp>
          <p:nvSpPr>
            <p:cNvPr id="37" name="weights_0_2_bg">
              <a:extLst>
                <a:ext uri="{FF2B5EF4-FFF2-40B4-BE49-F238E27FC236}">
                  <a16:creationId xmlns:a16="http://schemas.microsoft.com/office/drawing/2014/main" id="{8A786DE5-FF88-4229-B378-49A8BB17236D}"/>
                </a:ext>
              </a:extLst>
            </p:cNvPr>
            <p:cNvSpPr>
              <a:spLocks/>
            </p:cNvSpPr>
            <p:nvPr/>
          </p:nvSpPr>
          <p:spPr>
            <a:xfrm>
              <a:off x="9210675" y="3781425"/>
              <a:ext cx="628650" cy="5429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38" name="weights_0_2_text">
              <a:extLst>
                <a:ext uri="{FF2B5EF4-FFF2-40B4-BE49-F238E27FC236}">
                  <a16:creationId xmlns:a16="http://schemas.microsoft.com/office/drawing/2014/main" id="{C0CF7E76-0E58-46ED-B085-272F8F06DC12}"/>
                </a:ext>
              </a:extLst>
            </p:cNvPr>
            <p:cNvSpPr>
              <a:spLocks/>
            </p:cNvSpPr>
            <p:nvPr/>
          </p:nvSpPr>
          <p:spPr>
            <a:xfrm>
              <a:off x="9296400" y="3848100"/>
              <a:ext cx="4572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2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12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5×5</a:t>
              </a:r>
              <a:endParaRPr sz="12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20" name="module_weights_0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66ACA6B-2D69-FAE1-3638-5F2E1ED0994D}"/>
              </a:ext>
            </a:extLst>
          </p:cNvPr>
          <p:cNvGrpSpPr/>
          <p:nvPr/>
        </p:nvGrpSpPr>
        <p:grpSpPr>
          <a:xfrm>
            <a:off x="9839325" y="3781425"/>
            <a:ext cx="638175" cy="542925"/>
            <a:chOff x="9839325" y="3781425"/>
            <a:chExt cx="638175" cy="542925"/>
          </a:xfrm>
        </p:grpSpPr>
        <p:sp>
          <p:nvSpPr>
            <p:cNvPr id="39" name="weights_0_3_bg">
              <a:extLst>
                <a:ext uri="{FF2B5EF4-FFF2-40B4-BE49-F238E27FC236}">
                  <a16:creationId xmlns:a16="http://schemas.microsoft.com/office/drawing/2014/main" id="{888715B1-487E-4ABA-941A-8D4632790785}"/>
                </a:ext>
              </a:extLst>
            </p:cNvPr>
            <p:cNvSpPr>
              <a:spLocks/>
            </p:cNvSpPr>
            <p:nvPr/>
          </p:nvSpPr>
          <p:spPr>
            <a:xfrm>
              <a:off x="9839325" y="3781425"/>
              <a:ext cx="638175" cy="5429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40" name="weights_0_3_text">
              <a:extLst>
                <a:ext uri="{FF2B5EF4-FFF2-40B4-BE49-F238E27FC236}">
                  <a16:creationId xmlns:a16="http://schemas.microsoft.com/office/drawing/2014/main" id="{F43D0D40-6EA0-44FD-BFEF-C573F6685C3B}"/>
                </a:ext>
              </a:extLst>
            </p:cNvPr>
            <p:cNvSpPr>
              <a:spLocks/>
            </p:cNvSpPr>
            <p:nvPr/>
          </p:nvSpPr>
          <p:spPr>
            <a:xfrm>
              <a:off x="9925050" y="3848100"/>
              <a:ext cx="46672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2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12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7×7</a:t>
              </a:r>
              <a:endParaRPr sz="12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21" name="module_weights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A3A4802-A620-5045-D9B7-3AC018E816BA}"/>
              </a:ext>
            </a:extLst>
          </p:cNvPr>
          <p:cNvGrpSpPr/>
          <p:nvPr/>
        </p:nvGrpSpPr>
        <p:grpSpPr>
          <a:xfrm>
            <a:off x="8115300" y="4324350"/>
            <a:ext cx="466725" cy="542925"/>
            <a:chOff x="8115300" y="4324350"/>
            <a:chExt cx="466725" cy="542925"/>
          </a:xfrm>
        </p:grpSpPr>
        <p:sp>
          <p:nvSpPr>
            <p:cNvPr id="41" name="weights_1_0_bg">
              <a:extLst>
                <a:ext uri="{FF2B5EF4-FFF2-40B4-BE49-F238E27FC236}">
                  <a16:creationId xmlns:a16="http://schemas.microsoft.com/office/drawing/2014/main" id="{711AF8E0-ECDD-4B27-86FB-5E220335E5E2}"/>
                </a:ext>
              </a:extLst>
            </p:cNvPr>
            <p:cNvSpPr>
              <a:spLocks/>
            </p:cNvSpPr>
            <p:nvPr/>
          </p:nvSpPr>
          <p:spPr>
            <a:xfrm>
              <a:off x="8115300" y="4324350"/>
              <a:ext cx="466725" cy="5429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2" name="weights_1_0_text">
              <a:extLst>
                <a:ext uri="{FF2B5EF4-FFF2-40B4-BE49-F238E27FC236}">
                  <a16:creationId xmlns:a16="http://schemas.microsoft.com/office/drawing/2014/main" id="{3106E702-8FE5-43EB-ACF3-337C90DDC03A}"/>
                </a:ext>
              </a:extLst>
            </p:cNvPr>
            <p:cNvSpPr>
              <a:spLocks/>
            </p:cNvSpPr>
            <p:nvPr/>
          </p:nvSpPr>
          <p:spPr>
            <a:xfrm>
              <a:off x="8143875" y="4391025"/>
              <a:ext cx="40957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3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MA</a:t>
              </a:r>
              <a:endParaRPr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22" name="module_weights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B282860-9DB0-3BE1-F5E8-C6BE50C67EE6}"/>
              </a:ext>
            </a:extLst>
          </p:cNvPr>
          <p:cNvGrpSpPr/>
          <p:nvPr/>
        </p:nvGrpSpPr>
        <p:grpSpPr>
          <a:xfrm>
            <a:off x="8582025" y="4324350"/>
            <a:ext cx="628650" cy="542925"/>
            <a:chOff x="8582025" y="4324350"/>
            <a:chExt cx="628650" cy="542925"/>
          </a:xfrm>
        </p:grpSpPr>
        <p:sp>
          <p:nvSpPr>
            <p:cNvPr id="43" name="weights_1_1_bg">
              <a:extLst>
                <a:ext uri="{FF2B5EF4-FFF2-40B4-BE49-F238E27FC236}">
                  <a16:creationId xmlns:a16="http://schemas.microsoft.com/office/drawing/2014/main" id="{843A5BDA-06B2-4E51-B5BD-CA97481CEC41}"/>
                </a:ext>
              </a:extLst>
            </p:cNvPr>
            <p:cNvSpPr>
              <a:spLocks/>
            </p:cNvSpPr>
            <p:nvPr/>
          </p:nvSpPr>
          <p:spPr>
            <a:xfrm>
              <a:off x="8582025" y="4324350"/>
              <a:ext cx="628650" cy="5429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4" name="weights_1_1_text">
              <a:extLst>
                <a:ext uri="{FF2B5EF4-FFF2-40B4-BE49-F238E27FC236}">
                  <a16:creationId xmlns:a16="http://schemas.microsoft.com/office/drawing/2014/main" id="{E32816D7-A332-4487-BD57-962C8E426312}"/>
                </a:ext>
              </a:extLst>
            </p:cNvPr>
            <p:cNvSpPr>
              <a:spLocks/>
            </p:cNvSpPr>
            <p:nvPr/>
          </p:nvSpPr>
          <p:spPr>
            <a:xfrm>
              <a:off x="8667750" y="4391025"/>
              <a:ext cx="4572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MA,3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grpSp>
        <p:nvGrpSpPr>
          <p:cNvPr id="223" name="module_weights_1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9C844A2-6E67-0737-83DD-21340C0A3AEF}"/>
              </a:ext>
            </a:extLst>
          </p:cNvPr>
          <p:cNvGrpSpPr/>
          <p:nvPr/>
        </p:nvGrpSpPr>
        <p:grpSpPr>
          <a:xfrm>
            <a:off x="9210675" y="4324350"/>
            <a:ext cx="628650" cy="542925"/>
            <a:chOff x="9210675" y="4324350"/>
            <a:chExt cx="628650" cy="542925"/>
          </a:xfrm>
        </p:grpSpPr>
        <p:sp>
          <p:nvSpPr>
            <p:cNvPr id="45" name="weights_1_2_bg">
              <a:extLst>
                <a:ext uri="{FF2B5EF4-FFF2-40B4-BE49-F238E27FC236}">
                  <a16:creationId xmlns:a16="http://schemas.microsoft.com/office/drawing/2014/main" id="{C68F7356-9FAE-47C5-8E7B-67F4E53544F2}"/>
                </a:ext>
              </a:extLst>
            </p:cNvPr>
            <p:cNvSpPr>
              <a:spLocks/>
            </p:cNvSpPr>
            <p:nvPr/>
          </p:nvSpPr>
          <p:spPr>
            <a:xfrm>
              <a:off x="9210675" y="4324350"/>
              <a:ext cx="628650" cy="5429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6" name="weights_1_2_text">
              <a:extLst>
                <a:ext uri="{FF2B5EF4-FFF2-40B4-BE49-F238E27FC236}">
                  <a16:creationId xmlns:a16="http://schemas.microsoft.com/office/drawing/2014/main" id="{F7828675-7EA0-4955-B892-CAD071651F60}"/>
                </a:ext>
              </a:extLst>
            </p:cNvPr>
            <p:cNvSpPr>
              <a:spLocks/>
            </p:cNvSpPr>
            <p:nvPr/>
          </p:nvSpPr>
          <p:spPr>
            <a:xfrm>
              <a:off x="9296400" y="4391025"/>
              <a:ext cx="4572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MA,5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grpSp>
        <p:nvGrpSpPr>
          <p:cNvPr id="224" name="module_weights_1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330769E-24B7-D442-DA64-D3D8AA400AD6}"/>
              </a:ext>
            </a:extLst>
          </p:cNvPr>
          <p:cNvGrpSpPr/>
          <p:nvPr/>
        </p:nvGrpSpPr>
        <p:grpSpPr>
          <a:xfrm>
            <a:off x="9839325" y="4324350"/>
            <a:ext cx="638175" cy="542925"/>
            <a:chOff x="9839325" y="4324350"/>
            <a:chExt cx="638175" cy="542925"/>
          </a:xfrm>
        </p:grpSpPr>
        <p:sp>
          <p:nvSpPr>
            <p:cNvPr id="47" name="weights_1_3_bg">
              <a:extLst>
                <a:ext uri="{FF2B5EF4-FFF2-40B4-BE49-F238E27FC236}">
                  <a16:creationId xmlns:a16="http://schemas.microsoft.com/office/drawing/2014/main" id="{DC524185-1A8F-4667-B986-E8F38EEC217A}"/>
                </a:ext>
              </a:extLst>
            </p:cNvPr>
            <p:cNvSpPr>
              <a:spLocks/>
            </p:cNvSpPr>
            <p:nvPr/>
          </p:nvSpPr>
          <p:spPr>
            <a:xfrm>
              <a:off x="9839325" y="4324350"/>
              <a:ext cx="638175" cy="5429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8" name="weights_1_3_text">
              <a:extLst>
                <a:ext uri="{FF2B5EF4-FFF2-40B4-BE49-F238E27FC236}">
                  <a16:creationId xmlns:a16="http://schemas.microsoft.com/office/drawing/2014/main" id="{60DC2997-A32E-4C40-8849-319FF2C581FD}"/>
                </a:ext>
              </a:extLst>
            </p:cNvPr>
            <p:cNvSpPr>
              <a:spLocks/>
            </p:cNvSpPr>
            <p:nvPr/>
          </p:nvSpPr>
          <p:spPr>
            <a:xfrm>
              <a:off x="9925050" y="4391025"/>
              <a:ext cx="46672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MA,7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grpSp>
        <p:nvGrpSpPr>
          <p:cNvPr id="225" name="module_weights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7C9D8D9-950A-A9CC-A4F4-300A356E6219}"/>
              </a:ext>
            </a:extLst>
          </p:cNvPr>
          <p:cNvGrpSpPr/>
          <p:nvPr/>
        </p:nvGrpSpPr>
        <p:grpSpPr>
          <a:xfrm>
            <a:off x="8115300" y="4867275"/>
            <a:ext cx="466725" cy="542925"/>
            <a:chOff x="8115300" y="4867275"/>
            <a:chExt cx="466725" cy="542925"/>
          </a:xfrm>
        </p:grpSpPr>
        <p:sp>
          <p:nvSpPr>
            <p:cNvPr id="49" name="weights_2_0_bg">
              <a:extLst>
                <a:ext uri="{FF2B5EF4-FFF2-40B4-BE49-F238E27FC236}">
                  <a16:creationId xmlns:a16="http://schemas.microsoft.com/office/drawing/2014/main" id="{514CEFC1-C7EE-4FB7-B6D1-277775D0EC06}"/>
                </a:ext>
              </a:extLst>
            </p:cNvPr>
            <p:cNvSpPr>
              <a:spLocks/>
            </p:cNvSpPr>
            <p:nvPr/>
          </p:nvSpPr>
          <p:spPr>
            <a:xfrm>
              <a:off x="8115300" y="4867275"/>
              <a:ext cx="466725" cy="5429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0" name="weights_2_0_text">
              <a:extLst>
                <a:ext uri="{FF2B5EF4-FFF2-40B4-BE49-F238E27FC236}">
                  <a16:creationId xmlns:a16="http://schemas.microsoft.com/office/drawing/2014/main" id="{D7BC62D3-F22E-43C5-B354-29EB48405E20}"/>
                </a:ext>
              </a:extLst>
            </p:cNvPr>
            <p:cNvSpPr>
              <a:spLocks/>
            </p:cNvSpPr>
            <p:nvPr/>
          </p:nvSpPr>
          <p:spPr>
            <a:xfrm>
              <a:off x="8143875" y="4933950"/>
              <a:ext cx="40957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3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HE</a:t>
              </a:r>
              <a:endParaRPr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26" name="module_weights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AE3CFC9-9DB7-F61C-4789-7E40D5B1A4D4}"/>
              </a:ext>
            </a:extLst>
          </p:cNvPr>
          <p:cNvGrpSpPr/>
          <p:nvPr/>
        </p:nvGrpSpPr>
        <p:grpSpPr>
          <a:xfrm>
            <a:off x="8582025" y="4867275"/>
            <a:ext cx="628650" cy="542925"/>
            <a:chOff x="8582025" y="4867275"/>
            <a:chExt cx="628650" cy="542925"/>
          </a:xfrm>
        </p:grpSpPr>
        <p:sp>
          <p:nvSpPr>
            <p:cNvPr id="51" name="weights_2_1_bg">
              <a:extLst>
                <a:ext uri="{FF2B5EF4-FFF2-40B4-BE49-F238E27FC236}">
                  <a16:creationId xmlns:a16="http://schemas.microsoft.com/office/drawing/2014/main" id="{4FE328BD-8DA1-41D4-B97A-277252B8D821}"/>
                </a:ext>
              </a:extLst>
            </p:cNvPr>
            <p:cNvSpPr>
              <a:spLocks/>
            </p:cNvSpPr>
            <p:nvPr/>
          </p:nvSpPr>
          <p:spPr>
            <a:xfrm>
              <a:off x="8582025" y="4867275"/>
              <a:ext cx="628650" cy="5429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2" name="weights_2_1_text">
              <a:extLst>
                <a:ext uri="{FF2B5EF4-FFF2-40B4-BE49-F238E27FC236}">
                  <a16:creationId xmlns:a16="http://schemas.microsoft.com/office/drawing/2014/main" id="{21710D3B-ACD6-4732-A1AF-ED76796161CC}"/>
                </a:ext>
              </a:extLst>
            </p:cNvPr>
            <p:cNvSpPr>
              <a:spLocks/>
            </p:cNvSpPr>
            <p:nvPr/>
          </p:nvSpPr>
          <p:spPr>
            <a:xfrm>
              <a:off x="8667750" y="4933950"/>
              <a:ext cx="4572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HE,3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grpSp>
        <p:nvGrpSpPr>
          <p:cNvPr id="227" name="module_weights_2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23CCFB9-E925-A199-31C6-BF396E9BE18D}"/>
              </a:ext>
            </a:extLst>
          </p:cNvPr>
          <p:cNvGrpSpPr/>
          <p:nvPr/>
        </p:nvGrpSpPr>
        <p:grpSpPr>
          <a:xfrm>
            <a:off x="9210675" y="4867275"/>
            <a:ext cx="628650" cy="542925"/>
            <a:chOff x="9210675" y="4867275"/>
            <a:chExt cx="628650" cy="542925"/>
          </a:xfrm>
        </p:grpSpPr>
        <p:sp>
          <p:nvSpPr>
            <p:cNvPr id="53" name="weights_2_2_bg">
              <a:extLst>
                <a:ext uri="{FF2B5EF4-FFF2-40B4-BE49-F238E27FC236}">
                  <a16:creationId xmlns:a16="http://schemas.microsoft.com/office/drawing/2014/main" id="{81A79690-9309-4B66-8011-3D10FE01A666}"/>
                </a:ext>
              </a:extLst>
            </p:cNvPr>
            <p:cNvSpPr>
              <a:spLocks/>
            </p:cNvSpPr>
            <p:nvPr/>
          </p:nvSpPr>
          <p:spPr>
            <a:xfrm>
              <a:off x="9210675" y="4867275"/>
              <a:ext cx="628650" cy="5429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4" name="weights_2_2_text">
              <a:extLst>
                <a:ext uri="{FF2B5EF4-FFF2-40B4-BE49-F238E27FC236}">
                  <a16:creationId xmlns:a16="http://schemas.microsoft.com/office/drawing/2014/main" id="{BD76F632-D8E7-403C-BAB4-80685C249F64}"/>
                </a:ext>
              </a:extLst>
            </p:cNvPr>
            <p:cNvSpPr>
              <a:spLocks/>
            </p:cNvSpPr>
            <p:nvPr/>
          </p:nvSpPr>
          <p:spPr>
            <a:xfrm>
              <a:off x="9296400" y="4933950"/>
              <a:ext cx="4572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HE,5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grpSp>
        <p:nvGrpSpPr>
          <p:cNvPr id="228" name="module_weights_2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E4E89E0-6601-6633-C15A-C144A9E88061}"/>
              </a:ext>
            </a:extLst>
          </p:cNvPr>
          <p:cNvGrpSpPr/>
          <p:nvPr/>
        </p:nvGrpSpPr>
        <p:grpSpPr>
          <a:xfrm>
            <a:off x="9839325" y="4867275"/>
            <a:ext cx="638175" cy="542925"/>
            <a:chOff x="9839325" y="4867275"/>
            <a:chExt cx="638175" cy="542925"/>
          </a:xfrm>
        </p:grpSpPr>
        <p:sp>
          <p:nvSpPr>
            <p:cNvPr id="55" name="weights_2_3_bg">
              <a:extLst>
                <a:ext uri="{FF2B5EF4-FFF2-40B4-BE49-F238E27FC236}">
                  <a16:creationId xmlns:a16="http://schemas.microsoft.com/office/drawing/2014/main" id="{292075F8-9602-4659-9E39-1423C6A2203D}"/>
                </a:ext>
              </a:extLst>
            </p:cNvPr>
            <p:cNvSpPr>
              <a:spLocks/>
            </p:cNvSpPr>
            <p:nvPr/>
          </p:nvSpPr>
          <p:spPr>
            <a:xfrm>
              <a:off x="9839325" y="4867275"/>
              <a:ext cx="638175" cy="5429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6" name="weights_2_3_text">
              <a:extLst>
                <a:ext uri="{FF2B5EF4-FFF2-40B4-BE49-F238E27FC236}">
                  <a16:creationId xmlns:a16="http://schemas.microsoft.com/office/drawing/2014/main" id="{3470F24C-FBF9-4445-8EAE-01A05C50034D}"/>
                </a:ext>
              </a:extLst>
            </p:cNvPr>
            <p:cNvSpPr>
              <a:spLocks/>
            </p:cNvSpPr>
            <p:nvPr/>
          </p:nvSpPr>
          <p:spPr>
            <a:xfrm>
              <a:off x="9925050" y="4933950"/>
              <a:ext cx="46672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HE,7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grpSp>
        <p:nvGrpSpPr>
          <p:cNvPr id="229" name="module_weights_3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76CD693-19F7-58CF-20FB-0F23F514715C}"/>
              </a:ext>
            </a:extLst>
          </p:cNvPr>
          <p:cNvGrpSpPr/>
          <p:nvPr/>
        </p:nvGrpSpPr>
        <p:grpSpPr>
          <a:xfrm>
            <a:off x="8115300" y="5410200"/>
            <a:ext cx="466725" cy="542925"/>
            <a:chOff x="8115300" y="5410200"/>
            <a:chExt cx="466725" cy="542925"/>
          </a:xfrm>
        </p:grpSpPr>
        <p:sp>
          <p:nvSpPr>
            <p:cNvPr id="57" name="weights_3_0_bg">
              <a:extLst>
                <a:ext uri="{FF2B5EF4-FFF2-40B4-BE49-F238E27FC236}">
                  <a16:creationId xmlns:a16="http://schemas.microsoft.com/office/drawing/2014/main" id="{66357524-F313-4486-B704-D26057359337}"/>
                </a:ext>
              </a:extLst>
            </p:cNvPr>
            <p:cNvSpPr>
              <a:spLocks/>
            </p:cNvSpPr>
            <p:nvPr/>
          </p:nvSpPr>
          <p:spPr>
            <a:xfrm>
              <a:off x="8115300" y="5410200"/>
              <a:ext cx="466725" cy="5429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58" name="weights_3_0_text">
              <a:extLst>
                <a:ext uri="{FF2B5EF4-FFF2-40B4-BE49-F238E27FC236}">
                  <a16:creationId xmlns:a16="http://schemas.microsoft.com/office/drawing/2014/main" id="{FBE4AC50-D755-4298-B465-7A768856A9BC}"/>
                </a:ext>
              </a:extLst>
            </p:cNvPr>
            <p:cNvSpPr>
              <a:spLocks/>
            </p:cNvSpPr>
            <p:nvPr/>
          </p:nvSpPr>
          <p:spPr>
            <a:xfrm>
              <a:off x="8143875" y="5476875"/>
              <a:ext cx="40957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3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EX</a:t>
              </a:r>
              <a:endParaRPr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30" name="module_weights_3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7B666E2-F461-B4AC-C23B-BA39AAE1D754}"/>
              </a:ext>
            </a:extLst>
          </p:cNvPr>
          <p:cNvGrpSpPr/>
          <p:nvPr/>
        </p:nvGrpSpPr>
        <p:grpSpPr>
          <a:xfrm>
            <a:off x="8582025" y="5410200"/>
            <a:ext cx="628650" cy="542925"/>
            <a:chOff x="8582025" y="5410200"/>
            <a:chExt cx="628650" cy="542925"/>
          </a:xfrm>
        </p:grpSpPr>
        <p:sp>
          <p:nvSpPr>
            <p:cNvPr id="59" name="weights_3_1_bg">
              <a:extLst>
                <a:ext uri="{FF2B5EF4-FFF2-40B4-BE49-F238E27FC236}">
                  <a16:creationId xmlns:a16="http://schemas.microsoft.com/office/drawing/2014/main" id="{435D7535-1653-44FF-BADB-7F0F76296F91}"/>
                </a:ext>
              </a:extLst>
            </p:cNvPr>
            <p:cNvSpPr>
              <a:spLocks/>
            </p:cNvSpPr>
            <p:nvPr/>
          </p:nvSpPr>
          <p:spPr>
            <a:xfrm>
              <a:off x="8582025" y="5410200"/>
              <a:ext cx="628650" cy="5429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60" name="weights_3_1_text">
              <a:extLst>
                <a:ext uri="{FF2B5EF4-FFF2-40B4-BE49-F238E27FC236}">
                  <a16:creationId xmlns:a16="http://schemas.microsoft.com/office/drawing/2014/main" id="{BBAD2DA0-FEDE-4F84-B8E9-E30B7163FB3B}"/>
                </a:ext>
              </a:extLst>
            </p:cNvPr>
            <p:cNvSpPr>
              <a:spLocks/>
            </p:cNvSpPr>
            <p:nvPr/>
          </p:nvSpPr>
          <p:spPr>
            <a:xfrm>
              <a:off x="8667750" y="5476875"/>
              <a:ext cx="4572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EX,3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grpSp>
        <p:nvGrpSpPr>
          <p:cNvPr id="231" name="module_weights_3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7A65BF7-A54B-9F01-C8F2-D5A1E6B8E6F3}"/>
              </a:ext>
            </a:extLst>
          </p:cNvPr>
          <p:cNvGrpSpPr/>
          <p:nvPr/>
        </p:nvGrpSpPr>
        <p:grpSpPr>
          <a:xfrm>
            <a:off x="9210675" y="5410200"/>
            <a:ext cx="628650" cy="542925"/>
            <a:chOff x="9210675" y="5410200"/>
            <a:chExt cx="628650" cy="542925"/>
          </a:xfrm>
        </p:grpSpPr>
        <p:sp>
          <p:nvSpPr>
            <p:cNvPr id="61" name="weights_3_2_bg">
              <a:extLst>
                <a:ext uri="{FF2B5EF4-FFF2-40B4-BE49-F238E27FC236}">
                  <a16:creationId xmlns:a16="http://schemas.microsoft.com/office/drawing/2014/main" id="{8DD5D023-AB87-41A2-B0E6-E4E3374CCA3D}"/>
                </a:ext>
              </a:extLst>
            </p:cNvPr>
            <p:cNvSpPr>
              <a:spLocks/>
            </p:cNvSpPr>
            <p:nvPr/>
          </p:nvSpPr>
          <p:spPr>
            <a:xfrm>
              <a:off x="9210675" y="5410200"/>
              <a:ext cx="628650" cy="5429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62" name="weights_3_2_text">
              <a:extLst>
                <a:ext uri="{FF2B5EF4-FFF2-40B4-BE49-F238E27FC236}">
                  <a16:creationId xmlns:a16="http://schemas.microsoft.com/office/drawing/2014/main" id="{4F108EBA-71E4-4441-B32A-28B7A02A1B3E}"/>
                </a:ext>
              </a:extLst>
            </p:cNvPr>
            <p:cNvSpPr>
              <a:spLocks/>
            </p:cNvSpPr>
            <p:nvPr/>
          </p:nvSpPr>
          <p:spPr>
            <a:xfrm>
              <a:off x="9296400" y="5476875"/>
              <a:ext cx="45720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EX,5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grpSp>
        <p:nvGrpSpPr>
          <p:cNvPr id="232" name="module_weights_3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BE9BF81-BA33-AB81-5BAF-421BE508F622}"/>
              </a:ext>
            </a:extLst>
          </p:cNvPr>
          <p:cNvGrpSpPr/>
          <p:nvPr/>
        </p:nvGrpSpPr>
        <p:grpSpPr>
          <a:xfrm>
            <a:off x="9839325" y="5410200"/>
            <a:ext cx="638175" cy="542925"/>
            <a:chOff x="9839325" y="5410200"/>
            <a:chExt cx="638175" cy="542925"/>
          </a:xfrm>
        </p:grpSpPr>
        <p:sp>
          <p:nvSpPr>
            <p:cNvPr id="63" name="weights_3_3_bg">
              <a:extLst>
                <a:ext uri="{FF2B5EF4-FFF2-40B4-BE49-F238E27FC236}">
                  <a16:creationId xmlns:a16="http://schemas.microsoft.com/office/drawing/2014/main" id="{9545C1F0-FCDE-407F-AA5C-526241CB0B75}"/>
                </a:ext>
              </a:extLst>
            </p:cNvPr>
            <p:cNvSpPr>
              <a:spLocks/>
            </p:cNvSpPr>
            <p:nvPr/>
          </p:nvSpPr>
          <p:spPr>
            <a:xfrm>
              <a:off x="9839325" y="5410200"/>
              <a:ext cx="638175" cy="5429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64" name="weights_3_3_text">
              <a:extLst>
                <a:ext uri="{FF2B5EF4-FFF2-40B4-BE49-F238E27FC236}">
                  <a16:creationId xmlns:a16="http://schemas.microsoft.com/office/drawing/2014/main" id="{C1AB6D9C-4763-426F-9A42-9AB9BDE31591}"/>
                </a:ext>
              </a:extLst>
            </p:cNvPr>
            <p:cNvSpPr>
              <a:spLocks/>
            </p:cNvSpPr>
            <p:nvPr/>
          </p:nvSpPr>
          <p:spPr>
            <a:xfrm>
              <a:off x="9925050" y="5476875"/>
              <a:ext cx="466725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575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w</a:t>
              </a:r>
              <a:r>
                <a:rPr lang="en-US" sz="914" baseline="-25000">
                  <a:solidFill>
                    <a:srgbClr val="303842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Microsoft YaHei"/>
                </a:rPr>
                <a:t>EX,7</a:t>
              </a:r>
              <a:endParaRPr sz="914" baseline="-25000">
                <a:solidFill>
                  <a:srgbClr val="303842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YaHei"/>
              </a:endParaRPr>
            </a:p>
          </p:txBody>
        </p:sp>
      </p:grpSp>
      <p:sp>
        <p:nvSpPr>
          <p:cNvPr id="66" name="text_4">
            <a:extLst>
              <a:ext uri="{FF2B5EF4-FFF2-40B4-BE49-F238E27FC236}">
                <a16:creationId xmlns:a16="http://schemas.microsoft.com/office/drawing/2014/main" id="{B8545985-BE67-4D19-BFF6-410CBE850A37}"/>
              </a:ext>
            </a:extLst>
          </p:cNvPr>
          <p:cNvSpPr>
            <a:spLocks/>
          </p:cNvSpPr>
          <p:nvPr/>
        </p:nvSpPr>
        <p:spPr>
          <a:xfrm>
            <a:off x="8191500" y="6134100"/>
            <a:ext cx="2238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>
                <a:solidFill>
                  <a:srgbClr val="C9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每个类别内部按尺度</a:t>
            </a:r>
            <a:r>
              <a:rPr lang="en-US" altLang="zh-CN" sz="14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Softmax</a:t>
            </a:r>
            <a:endParaRPr sz="1425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33" name="module_weighted_M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A03E2B2-56A5-AFC0-4B6C-A68FF0D74B89}"/>
              </a:ext>
            </a:extLst>
          </p:cNvPr>
          <p:cNvGrpSpPr/>
          <p:nvPr/>
        </p:nvGrpSpPr>
        <p:grpSpPr>
          <a:xfrm>
            <a:off x="10925175" y="3248025"/>
            <a:ext cx="628651" cy="819151"/>
            <a:chOff x="10925175" y="3248025"/>
            <a:chExt cx="628651" cy="819151"/>
          </a:xfrm>
        </p:grpSpPr>
        <p:sp>
          <p:nvSpPr>
            <p:cNvPr id="67" name="weighted_M0_bg">
              <a:extLst>
                <a:ext uri="{FF2B5EF4-FFF2-40B4-BE49-F238E27FC236}">
                  <a16:creationId xmlns:a16="http://schemas.microsoft.com/office/drawing/2014/main" id="{2BC3E6F4-C720-46E3-BFF1-3047FB65CD0F}"/>
                </a:ext>
              </a:extLst>
            </p:cNvPr>
            <p:cNvSpPr>
              <a:spLocks/>
            </p:cNvSpPr>
            <p:nvPr/>
          </p:nvSpPr>
          <p:spPr>
            <a:xfrm>
              <a:off x="10925175" y="3438525"/>
              <a:ext cx="438150" cy="62865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97" name="weighted_M0_out">
              <a:extLst>
                <a:ext uri="{FF2B5EF4-FFF2-40B4-BE49-F238E27FC236}">
                  <a16:creationId xmlns:a16="http://schemas.microsoft.com/office/drawing/2014/main" id="{3A9794A6-3905-45DB-8359-DE9FA101C4AF}"/>
                </a:ext>
              </a:extLst>
            </p:cNvPr>
            <p:cNvSpPr>
              <a:spLocks/>
            </p:cNvSpPr>
            <p:nvPr/>
          </p:nvSpPr>
          <p:spPr>
            <a:xfrm>
              <a:off x="11534775" y="37433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09" name="weighted_M0_top">
              <a:extLst>
                <a:ext uri="{FF2B5EF4-FFF2-40B4-BE49-F238E27FC236}">
                  <a16:creationId xmlns:a16="http://schemas.microsoft.com/office/drawing/2014/main" id="{19F90D72-D009-D5E0-93DA-CC7B6AD44180}"/>
                </a:ext>
              </a:extLst>
            </p:cNvPr>
            <p:cNvSpPr/>
            <p:nvPr/>
          </p:nvSpPr>
          <p:spPr>
            <a:xfrm>
              <a:off x="10925175" y="3248025"/>
              <a:ext cx="628651" cy="190501"/>
            </a:xfrm>
            <a:custGeom>
              <a:avLst/>
              <a:gdLst/>
              <a:ahLst/>
              <a:cxnLst/>
              <a:rect l="0" t="0" r="0" b="0"/>
              <a:pathLst>
                <a:path w="628651" h="190501">
                  <a:moveTo>
                    <a:pt x="0" y="190500"/>
                  </a:moveTo>
                  <a:lnTo>
                    <a:pt x="190500" y="0"/>
                  </a:lnTo>
                  <a:lnTo>
                    <a:pt x="628650" y="0"/>
                  </a:lnTo>
                  <a:lnTo>
                    <a:pt x="438150" y="190500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weighted_M0_side">
              <a:extLst>
                <a:ext uri="{FF2B5EF4-FFF2-40B4-BE49-F238E27FC236}">
                  <a16:creationId xmlns:a16="http://schemas.microsoft.com/office/drawing/2014/main" id="{77141CB6-30D6-7F66-DB85-67DE009D5BE0}"/>
                </a:ext>
              </a:extLst>
            </p:cNvPr>
            <p:cNvSpPr/>
            <p:nvPr/>
          </p:nvSpPr>
          <p:spPr>
            <a:xfrm>
              <a:off x="11363325" y="3248025"/>
              <a:ext cx="190501" cy="819151"/>
            </a:xfrm>
            <a:custGeom>
              <a:avLst/>
              <a:gdLst/>
              <a:ahLst/>
              <a:cxnLst/>
              <a:rect l="0" t="0" r="0" b="0"/>
              <a:pathLst>
                <a:path w="190501" h="819151">
                  <a:moveTo>
                    <a:pt x="0" y="190500"/>
                  </a:moveTo>
                  <a:lnTo>
                    <a:pt x="190500" y="0"/>
                  </a:lnTo>
                  <a:lnTo>
                    <a:pt x="190500" y="628650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weighted_M0_text">
              <a:extLst>
                <a:ext uri="{FF2B5EF4-FFF2-40B4-BE49-F238E27FC236}">
                  <a16:creationId xmlns:a16="http://schemas.microsoft.com/office/drawing/2014/main" id="{36A94577-8F9D-496C-B307-6A621F95612A}"/>
                </a:ext>
              </a:extLst>
            </p:cNvPr>
            <p:cNvSpPr>
              <a:spLocks/>
            </p:cNvSpPr>
            <p:nvPr/>
          </p:nvSpPr>
          <p:spPr>
            <a:xfrm>
              <a:off x="10953750" y="3448050"/>
              <a:ext cx="381000" cy="609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3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M₃</a:t>
              </a:r>
              <a:endParaRPr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34" name="module_weight_MA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88025B0-EDD5-59E2-ECF7-601CC78EB2A8}"/>
              </a:ext>
            </a:extLst>
          </p:cNvPr>
          <p:cNvGrpSpPr/>
          <p:nvPr/>
        </p:nvGrpSpPr>
        <p:grpSpPr>
          <a:xfrm>
            <a:off x="11811000" y="3400425"/>
            <a:ext cx="714375" cy="581025"/>
            <a:chOff x="11811000" y="3400425"/>
            <a:chExt cx="714375" cy="581025"/>
          </a:xfrm>
        </p:grpSpPr>
        <p:sp>
          <p:nvSpPr>
            <p:cNvPr id="69" name="weight_MA0_bg">
              <a:extLst>
                <a:ext uri="{FF2B5EF4-FFF2-40B4-BE49-F238E27FC236}">
                  <a16:creationId xmlns:a16="http://schemas.microsoft.com/office/drawing/2014/main" id="{C828313A-521A-4D2B-81D2-87384443D0E2}"/>
                </a:ext>
              </a:extLst>
            </p:cNvPr>
            <p:cNvSpPr>
              <a:spLocks/>
            </p:cNvSpPr>
            <p:nvPr/>
          </p:nvSpPr>
          <p:spPr>
            <a:xfrm>
              <a:off x="11811000" y="3400425"/>
              <a:ext cx="714375" cy="581025"/>
            </a:xfrm>
            <a:prstGeom prst="roundRect">
              <a:avLst>
                <a:gd name="adj" fmla="val 19672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70" name="weight_MA0_text">
              <a:extLst>
                <a:ext uri="{FF2B5EF4-FFF2-40B4-BE49-F238E27FC236}">
                  <a16:creationId xmlns:a16="http://schemas.microsoft.com/office/drawing/2014/main" id="{CC82C224-4A05-4509-BCEB-A9FED6132066}"/>
                </a:ext>
              </a:extLst>
            </p:cNvPr>
            <p:cNvSpPr>
              <a:spLocks/>
            </p:cNvSpPr>
            <p:nvPr/>
          </p:nvSpPr>
          <p:spPr>
            <a:xfrm>
              <a:off x="11877675" y="3429000"/>
              <a:ext cx="581025" cy="523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2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2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wMA,3</a:t>
              </a:r>
              <a:endParaRPr sz="12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35" name="module_weighted_M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D8B472B-0EF5-DA73-6C36-12E0D3E49760}"/>
              </a:ext>
            </a:extLst>
          </p:cNvPr>
          <p:cNvGrpSpPr/>
          <p:nvPr/>
        </p:nvGrpSpPr>
        <p:grpSpPr>
          <a:xfrm>
            <a:off x="10925175" y="4429125"/>
            <a:ext cx="628651" cy="819151"/>
            <a:chOff x="10925175" y="4429125"/>
            <a:chExt cx="628651" cy="819151"/>
          </a:xfrm>
        </p:grpSpPr>
        <p:sp>
          <p:nvSpPr>
            <p:cNvPr id="71" name="weighted_M1_bg">
              <a:extLst>
                <a:ext uri="{FF2B5EF4-FFF2-40B4-BE49-F238E27FC236}">
                  <a16:creationId xmlns:a16="http://schemas.microsoft.com/office/drawing/2014/main" id="{C3CE647A-1321-4A8D-B2AA-DCD1D593268B}"/>
                </a:ext>
              </a:extLst>
            </p:cNvPr>
            <p:cNvSpPr>
              <a:spLocks/>
            </p:cNvSpPr>
            <p:nvPr/>
          </p:nvSpPr>
          <p:spPr>
            <a:xfrm>
              <a:off x="10925175" y="4619625"/>
              <a:ext cx="438150" cy="62865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98" name="weighted_M1_out">
              <a:extLst>
                <a:ext uri="{FF2B5EF4-FFF2-40B4-BE49-F238E27FC236}">
                  <a16:creationId xmlns:a16="http://schemas.microsoft.com/office/drawing/2014/main" id="{1791716C-3435-4658-8A16-B32D54B4A2A2}"/>
                </a:ext>
              </a:extLst>
            </p:cNvPr>
            <p:cNvSpPr>
              <a:spLocks/>
            </p:cNvSpPr>
            <p:nvPr/>
          </p:nvSpPr>
          <p:spPr>
            <a:xfrm>
              <a:off x="11534775" y="49244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11" name="weighted_M1_top">
              <a:extLst>
                <a:ext uri="{FF2B5EF4-FFF2-40B4-BE49-F238E27FC236}">
                  <a16:creationId xmlns:a16="http://schemas.microsoft.com/office/drawing/2014/main" id="{AE2945F5-E190-1652-9DFD-81CDA6094CF8}"/>
                </a:ext>
              </a:extLst>
            </p:cNvPr>
            <p:cNvSpPr/>
            <p:nvPr/>
          </p:nvSpPr>
          <p:spPr>
            <a:xfrm>
              <a:off x="10925175" y="4429125"/>
              <a:ext cx="628651" cy="190501"/>
            </a:xfrm>
            <a:custGeom>
              <a:avLst/>
              <a:gdLst/>
              <a:ahLst/>
              <a:cxnLst/>
              <a:rect l="0" t="0" r="0" b="0"/>
              <a:pathLst>
                <a:path w="628651" h="190501">
                  <a:moveTo>
                    <a:pt x="0" y="190500"/>
                  </a:moveTo>
                  <a:lnTo>
                    <a:pt x="190500" y="0"/>
                  </a:lnTo>
                  <a:lnTo>
                    <a:pt x="628650" y="0"/>
                  </a:lnTo>
                  <a:lnTo>
                    <a:pt x="438150" y="190500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weighted_M1_side">
              <a:extLst>
                <a:ext uri="{FF2B5EF4-FFF2-40B4-BE49-F238E27FC236}">
                  <a16:creationId xmlns:a16="http://schemas.microsoft.com/office/drawing/2014/main" id="{4D4660F9-0EAD-095D-A326-6386024F38CD}"/>
                </a:ext>
              </a:extLst>
            </p:cNvPr>
            <p:cNvSpPr/>
            <p:nvPr/>
          </p:nvSpPr>
          <p:spPr>
            <a:xfrm>
              <a:off x="11363325" y="4429125"/>
              <a:ext cx="190501" cy="819151"/>
            </a:xfrm>
            <a:custGeom>
              <a:avLst/>
              <a:gdLst/>
              <a:ahLst/>
              <a:cxnLst/>
              <a:rect l="0" t="0" r="0" b="0"/>
              <a:pathLst>
                <a:path w="190501" h="819151">
                  <a:moveTo>
                    <a:pt x="0" y="190500"/>
                  </a:moveTo>
                  <a:lnTo>
                    <a:pt x="190500" y="0"/>
                  </a:lnTo>
                  <a:lnTo>
                    <a:pt x="190500" y="628650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weighted_M1_text">
              <a:extLst>
                <a:ext uri="{FF2B5EF4-FFF2-40B4-BE49-F238E27FC236}">
                  <a16:creationId xmlns:a16="http://schemas.microsoft.com/office/drawing/2014/main" id="{C202F5EA-FA32-45FC-A070-CC5413F09FBD}"/>
                </a:ext>
              </a:extLst>
            </p:cNvPr>
            <p:cNvSpPr>
              <a:spLocks/>
            </p:cNvSpPr>
            <p:nvPr/>
          </p:nvSpPr>
          <p:spPr>
            <a:xfrm>
              <a:off x="10953750" y="4629150"/>
              <a:ext cx="381000" cy="609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3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M₅</a:t>
              </a:r>
              <a:endParaRPr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36" name="module_weight_MA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24CA22D-8A69-61BE-A66A-A5CD04D345BF}"/>
              </a:ext>
            </a:extLst>
          </p:cNvPr>
          <p:cNvGrpSpPr/>
          <p:nvPr/>
        </p:nvGrpSpPr>
        <p:grpSpPr>
          <a:xfrm>
            <a:off x="11811000" y="4581525"/>
            <a:ext cx="714375" cy="581025"/>
            <a:chOff x="11811000" y="4581525"/>
            <a:chExt cx="714375" cy="581025"/>
          </a:xfrm>
        </p:grpSpPr>
        <p:sp>
          <p:nvSpPr>
            <p:cNvPr id="73" name="weight_MA1_bg">
              <a:extLst>
                <a:ext uri="{FF2B5EF4-FFF2-40B4-BE49-F238E27FC236}">
                  <a16:creationId xmlns:a16="http://schemas.microsoft.com/office/drawing/2014/main" id="{936E2D71-8603-4969-A5CD-913D4F2A8FE5}"/>
                </a:ext>
              </a:extLst>
            </p:cNvPr>
            <p:cNvSpPr>
              <a:spLocks/>
            </p:cNvSpPr>
            <p:nvPr/>
          </p:nvSpPr>
          <p:spPr>
            <a:xfrm>
              <a:off x="11811000" y="4581525"/>
              <a:ext cx="714375" cy="581025"/>
            </a:xfrm>
            <a:prstGeom prst="roundRect">
              <a:avLst>
                <a:gd name="adj" fmla="val 19672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74" name="weight_MA1_text">
              <a:extLst>
                <a:ext uri="{FF2B5EF4-FFF2-40B4-BE49-F238E27FC236}">
                  <a16:creationId xmlns:a16="http://schemas.microsoft.com/office/drawing/2014/main" id="{3442097D-9DC2-49FF-B431-D6C22670EC51}"/>
                </a:ext>
              </a:extLst>
            </p:cNvPr>
            <p:cNvSpPr>
              <a:spLocks/>
            </p:cNvSpPr>
            <p:nvPr/>
          </p:nvSpPr>
          <p:spPr>
            <a:xfrm>
              <a:off x="11877675" y="4610100"/>
              <a:ext cx="581025" cy="523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2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2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wMA,5</a:t>
              </a:r>
              <a:endParaRPr sz="12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37" name="module_weighted_M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B5F9357-1EDD-00F2-33D2-413A00589243}"/>
              </a:ext>
            </a:extLst>
          </p:cNvPr>
          <p:cNvGrpSpPr/>
          <p:nvPr/>
        </p:nvGrpSpPr>
        <p:grpSpPr>
          <a:xfrm>
            <a:off x="10925175" y="5610225"/>
            <a:ext cx="628651" cy="819151"/>
            <a:chOff x="10925175" y="5610225"/>
            <a:chExt cx="628651" cy="819151"/>
          </a:xfrm>
        </p:grpSpPr>
        <p:sp>
          <p:nvSpPr>
            <p:cNvPr id="75" name="weighted_M2_bg">
              <a:extLst>
                <a:ext uri="{FF2B5EF4-FFF2-40B4-BE49-F238E27FC236}">
                  <a16:creationId xmlns:a16="http://schemas.microsoft.com/office/drawing/2014/main" id="{A7BC7C3F-7DD5-4FD0-B810-8A1F6D1B489A}"/>
                </a:ext>
              </a:extLst>
            </p:cNvPr>
            <p:cNvSpPr>
              <a:spLocks/>
            </p:cNvSpPr>
            <p:nvPr/>
          </p:nvSpPr>
          <p:spPr>
            <a:xfrm>
              <a:off x="10925175" y="5800725"/>
              <a:ext cx="438150" cy="62865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99" name="weighted_M2_out">
              <a:extLst>
                <a:ext uri="{FF2B5EF4-FFF2-40B4-BE49-F238E27FC236}">
                  <a16:creationId xmlns:a16="http://schemas.microsoft.com/office/drawing/2014/main" id="{7187064B-69DA-4722-BCB7-ECAB708DAB27}"/>
                </a:ext>
              </a:extLst>
            </p:cNvPr>
            <p:cNvSpPr>
              <a:spLocks/>
            </p:cNvSpPr>
            <p:nvPr/>
          </p:nvSpPr>
          <p:spPr>
            <a:xfrm>
              <a:off x="11534775" y="61055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113" name="weighted_M2_top">
              <a:extLst>
                <a:ext uri="{FF2B5EF4-FFF2-40B4-BE49-F238E27FC236}">
                  <a16:creationId xmlns:a16="http://schemas.microsoft.com/office/drawing/2014/main" id="{9F03E808-6B93-9CFE-6646-62250928F341}"/>
                </a:ext>
              </a:extLst>
            </p:cNvPr>
            <p:cNvSpPr/>
            <p:nvPr/>
          </p:nvSpPr>
          <p:spPr>
            <a:xfrm>
              <a:off x="10925175" y="5610225"/>
              <a:ext cx="628651" cy="190501"/>
            </a:xfrm>
            <a:custGeom>
              <a:avLst/>
              <a:gdLst/>
              <a:ahLst/>
              <a:cxnLst/>
              <a:rect l="0" t="0" r="0" b="0"/>
              <a:pathLst>
                <a:path w="628651" h="190501">
                  <a:moveTo>
                    <a:pt x="0" y="190500"/>
                  </a:moveTo>
                  <a:lnTo>
                    <a:pt x="190500" y="0"/>
                  </a:lnTo>
                  <a:lnTo>
                    <a:pt x="628650" y="0"/>
                  </a:lnTo>
                  <a:lnTo>
                    <a:pt x="438150" y="190500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weighted_M2_side">
              <a:extLst>
                <a:ext uri="{FF2B5EF4-FFF2-40B4-BE49-F238E27FC236}">
                  <a16:creationId xmlns:a16="http://schemas.microsoft.com/office/drawing/2014/main" id="{B5A33B75-77D9-8BA8-69F0-5B96C8095DD2}"/>
                </a:ext>
              </a:extLst>
            </p:cNvPr>
            <p:cNvSpPr/>
            <p:nvPr/>
          </p:nvSpPr>
          <p:spPr>
            <a:xfrm>
              <a:off x="11363325" y="5610225"/>
              <a:ext cx="190501" cy="819151"/>
            </a:xfrm>
            <a:custGeom>
              <a:avLst/>
              <a:gdLst/>
              <a:ahLst/>
              <a:cxnLst/>
              <a:rect l="0" t="0" r="0" b="0"/>
              <a:pathLst>
                <a:path w="190501" h="819151">
                  <a:moveTo>
                    <a:pt x="0" y="190500"/>
                  </a:moveTo>
                  <a:lnTo>
                    <a:pt x="190500" y="0"/>
                  </a:lnTo>
                  <a:lnTo>
                    <a:pt x="190500" y="628650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weighted_M2_text">
              <a:extLst>
                <a:ext uri="{FF2B5EF4-FFF2-40B4-BE49-F238E27FC236}">
                  <a16:creationId xmlns:a16="http://schemas.microsoft.com/office/drawing/2014/main" id="{09762166-D89A-4C05-A41A-EF87D834F203}"/>
                </a:ext>
              </a:extLst>
            </p:cNvPr>
            <p:cNvSpPr>
              <a:spLocks/>
            </p:cNvSpPr>
            <p:nvPr/>
          </p:nvSpPr>
          <p:spPr>
            <a:xfrm>
              <a:off x="10953750" y="5810250"/>
              <a:ext cx="381000" cy="609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3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M₇</a:t>
              </a:r>
              <a:endParaRPr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38" name="module_weight_MA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81987BD-2B75-3F4D-112C-45804DD212EF}"/>
              </a:ext>
            </a:extLst>
          </p:cNvPr>
          <p:cNvGrpSpPr/>
          <p:nvPr/>
        </p:nvGrpSpPr>
        <p:grpSpPr>
          <a:xfrm>
            <a:off x="11811000" y="5762625"/>
            <a:ext cx="714375" cy="581025"/>
            <a:chOff x="11811000" y="5762625"/>
            <a:chExt cx="714375" cy="581025"/>
          </a:xfrm>
        </p:grpSpPr>
        <p:sp>
          <p:nvSpPr>
            <p:cNvPr id="77" name="weight_MA2_bg">
              <a:extLst>
                <a:ext uri="{FF2B5EF4-FFF2-40B4-BE49-F238E27FC236}">
                  <a16:creationId xmlns:a16="http://schemas.microsoft.com/office/drawing/2014/main" id="{E7BAB952-70D7-4D7E-B3AA-2D1554758FA0}"/>
                </a:ext>
              </a:extLst>
            </p:cNvPr>
            <p:cNvSpPr>
              <a:spLocks/>
            </p:cNvSpPr>
            <p:nvPr/>
          </p:nvSpPr>
          <p:spPr>
            <a:xfrm>
              <a:off x="11811000" y="5762625"/>
              <a:ext cx="714375" cy="581025"/>
            </a:xfrm>
            <a:prstGeom prst="roundRect">
              <a:avLst>
                <a:gd name="adj" fmla="val 19672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78" name="weight_MA2_text">
              <a:extLst>
                <a:ext uri="{FF2B5EF4-FFF2-40B4-BE49-F238E27FC236}">
                  <a16:creationId xmlns:a16="http://schemas.microsoft.com/office/drawing/2014/main" id="{D924C20D-C856-43EC-BF54-23E84B01D036}"/>
                </a:ext>
              </a:extLst>
            </p:cNvPr>
            <p:cNvSpPr>
              <a:spLocks/>
            </p:cNvSpPr>
            <p:nvPr/>
          </p:nvSpPr>
          <p:spPr>
            <a:xfrm>
              <a:off x="11877675" y="5791200"/>
              <a:ext cx="581025" cy="5238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2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12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wMA,7</a:t>
              </a:r>
              <a:endParaRPr sz="12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39" name="module_weighted_sum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FFF0265-DDD4-6BC9-38FE-C1569DD9498C}"/>
              </a:ext>
            </a:extLst>
          </p:cNvPr>
          <p:cNvGrpSpPr/>
          <p:nvPr/>
        </p:nvGrpSpPr>
        <p:grpSpPr>
          <a:xfrm>
            <a:off x="12858750" y="4029075"/>
            <a:ext cx="1285875" cy="1438275"/>
            <a:chOff x="12858750" y="4029075"/>
            <a:chExt cx="1285875" cy="1438275"/>
          </a:xfrm>
        </p:grpSpPr>
        <p:sp>
          <p:nvSpPr>
            <p:cNvPr id="79" name="weighted_sum_bg">
              <a:extLst>
                <a:ext uri="{FF2B5EF4-FFF2-40B4-BE49-F238E27FC236}">
                  <a16:creationId xmlns:a16="http://schemas.microsoft.com/office/drawing/2014/main" id="{A6E0C8EA-6A48-421A-8A62-DA71B190615D}"/>
                </a:ext>
              </a:extLst>
            </p:cNvPr>
            <p:cNvSpPr>
              <a:spLocks/>
            </p:cNvSpPr>
            <p:nvPr/>
          </p:nvSpPr>
          <p:spPr>
            <a:xfrm>
              <a:off x="12858750" y="4029075"/>
              <a:ext cx="1285875" cy="1438275"/>
            </a:xfrm>
            <a:prstGeom prst="roundRect">
              <a:avLst>
                <a:gd name="adj" fmla="val 8889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80" name="weighted_sum_text">
              <a:extLst>
                <a:ext uri="{FF2B5EF4-FFF2-40B4-BE49-F238E27FC236}">
                  <a16:creationId xmlns:a16="http://schemas.microsoft.com/office/drawing/2014/main" id="{358FF789-7EEA-47EF-A85D-CEE7B35B6295}"/>
                </a:ext>
              </a:extLst>
            </p:cNvPr>
            <p:cNvSpPr>
              <a:spLocks/>
            </p:cNvSpPr>
            <p:nvPr/>
          </p:nvSpPr>
          <p:spPr>
            <a:xfrm>
              <a:off x="12925425" y="4057650"/>
              <a:ext cx="1152525" cy="1381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按类别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加权求和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40" name="module_weighted_conv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8E7673A-B67B-3B5C-0654-EB7C897ADCDF}"/>
              </a:ext>
            </a:extLst>
          </p:cNvPr>
          <p:cNvGrpSpPr/>
          <p:nvPr/>
        </p:nvGrpSpPr>
        <p:grpSpPr>
          <a:xfrm>
            <a:off x="14401800" y="4067175"/>
            <a:ext cx="1028700" cy="1409700"/>
            <a:chOff x="14401800" y="4067175"/>
            <a:chExt cx="1028700" cy="1409700"/>
          </a:xfrm>
        </p:grpSpPr>
        <p:sp>
          <p:nvSpPr>
            <p:cNvPr id="81" name="weighted_conv_bg">
              <a:extLst>
                <a:ext uri="{FF2B5EF4-FFF2-40B4-BE49-F238E27FC236}">
                  <a16:creationId xmlns:a16="http://schemas.microsoft.com/office/drawing/2014/main" id="{E5D58FFA-6E8A-4F20-BBE5-4A1153FA4259}"/>
                </a:ext>
              </a:extLst>
            </p:cNvPr>
            <p:cNvSpPr>
              <a:spLocks/>
            </p:cNvSpPr>
            <p:nvPr/>
          </p:nvSpPr>
          <p:spPr>
            <a:xfrm>
              <a:off x="14401800" y="4067175"/>
              <a:ext cx="1028700" cy="1409700"/>
            </a:xfrm>
            <a:prstGeom prst="roundRect">
              <a:avLst>
                <a:gd name="adj" fmla="val 11111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82" name="weighted_conv_text">
              <a:extLst>
                <a:ext uri="{FF2B5EF4-FFF2-40B4-BE49-F238E27FC236}">
                  <a16:creationId xmlns:a16="http://schemas.microsoft.com/office/drawing/2014/main" id="{7A950F9F-34A7-4315-B688-A641A5D02C4A}"/>
                </a:ext>
              </a:extLst>
            </p:cNvPr>
            <p:cNvSpPr>
              <a:spLocks/>
            </p:cNvSpPr>
            <p:nvPr/>
          </p:nvSpPr>
          <p:spPr>
            <a:xfrm>
              <a:off x="14468475" y="4095750"/>
              <a:ext cx="895350" cy="1352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1×1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卷积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41" name="module_camf_ad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0FACED6-107F-FEFB-2782-2E6101D9D57B}"/>
              </a:ext>
            </a:extLst>
          </p:cNvPr>
          <p:cNvGrpSpPr/>
          <p:nvPr/>
        </p:nvGrpSpPr>
        <p:grpSpPr>
          <a:xfrm>
            <a:off x="12411075" y="6267450"/>
            <a:ext cx="552450" cy="561975"/>
            <a:chOff x="12411075" y="6267450"/>
            <a:chExt cx="552450" cy="561975"/>
          </a:xfrm>
        </p:grpSpPr>
        <p:sp>
          <p:nvSpPr>
            <p:cNvPr id="83" name="camf_add_bg">
              <a:extLst>
                <a:ext uri="{FF2B5EF4-FFF2-40B4-BE49-F238E27FC236}">
                  <a16:creationId xmlns:a16="http://schemas.microsoft.com/office/drawing/2014/main" id="{00718927-25D5-4D96-86C7-9E782A20DFE7}"/>
                </a:ext>
              </a:extLst>
            </p:cNvPr>
            <p:cNvSpPr>
              <a:spLocks/>
            </p:cNvSpPr>
            <p:nvPr/>
          </p:nvSpPr>
          <p:spPr>
            <a:xfrm>
              <a:off x="12411075" y="6276975"/>
              <a:ext cx="552450" cy="5524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865BE"/>
              </a:solidFill>
            </a:ln>
          </p:spPr>
        </p:sp>
        <p:sp>
          <p:nvSpPr>
            <p:cNvPr id="84" name="text_5">
              <a:extLst>
                <a:ext uri="{FF2B5EF4-FFF2-40B4-BE49-F238E27FC236}">
                  <a16:creationId xmlns:a16="http://schemas.microsoft.com/office/drawing/2014/main" id="{5053DA6E-B805-4EED-9D4F-326527BC329B}"/>
                </a:ext>
              </a:extLst>
            </p:cNvPr>
            <p:cNvSpPr>
              <a:spLocks/>
            </p:cNvSpPr>
            <p:nvPr/>
          </p:nvSpPr>
          <p:spPr>
            <a:xfrm>
              <a:off x="12411075" y="6267450"/>
              <a:ext cx="552450" cy="552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31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31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+</a:t>
              </a:r>
              <a:endParaRPr sz="31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42" name="module_camf_fc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D459195-7C5A-9AF4-BB6E-5C66B4BA6923}"/>
              </a:ext>
            </a:extLst>
          </p:cNvPr>
          <p:cNvGrpSpPr/>
          <p:nvPr/>
        </p:nvGrpSpPr>
        <p:grpSpPr>
          <a:xfrm>
            <a:off x="13220700" y="6143625"/>
            <a:ext cx="723900" cy="762000"/>
            <a:chOff x="13220700" y="6143625"/>
            <a:chExt cx="723900" cy="762000"/>
          </a:xfrm>
        </p:grpSpPr>
        <p:sp>
          <p:nvSpPr>
            <p:cNvPr id="85" name="camf_fc_bg">
              <a:extLst>
                <a:ext uri="{FF2B5EF4-FFF2-40B4-BE49-F238E27FC236}">
                  <a16:creationId xmlns:a16="http://schemas.microsoft.com/office/drawing/2014/main" id="{BF8F77C1-A16A-4721-BEC8-47210E1C33B6}"/>
                </a:ext>
              </a:extLst>
            </p:cNvPr>
            <p:cNvSpPr>
              <a:spLocks/>
            </p:cNvSpPr>
            <p:nvPr/>
          </p:nvSpPr>
          <p:spPr>
            <a:xfrm>
              <a:off x="13220700" y="6143625"/>
              <a:ext cx="723900" cy="762000"/>
            </a:xfrm>
            <a:prstGeom prst="roundRect">
              <a:avLst>
                <a:gd name="adj" fmla="val 15789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86" name="camf_fc_text">
              <a:extLst>
                <a:ext uri="{FF2B5EF4-FFF2-40B4-BE49-F238E27FC236}">
                  <a16:creationId xmlns:a16="http://schemas.microsoft.com/office/drawing/2014/main" id="{475A191D-9B9C-4F88-9CFE-FB727AC97485}"/>
                </a:ext>
              </a:extLst>
            </p:cNvPr>
            <p:cNvSpPr>
              <a:spLocks/>
            </p:cNvSpPr>
            <p:nvPr/>
          </p:nvSpPr>
          <p:spPr>
            <a:xfrm>
              <a:off x="13287375" y="6172200"/>
              <a:ext cx="590550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Fc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43" name="module_camf_prediction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8B55CEE-2B09-E438-4A29-B17F35BD5C81}"/>
              </a:ext>
            </a:extLst>
          </p:cNvPr>
          <p:cNvGrpSpPr/>
          <p:nvPr/>
        </p:nvGrpSpPr>
        <p:grpSpPr>
          <a:xfrm>
            <a:off x="14192250" y="6105525"/>
            <a:ext cx="1362075" cy="819150"/>
            <a:chOff x="14192250" y="6105525"/>
            <a:chExt cx="1362075" cy="819150"/>
          </a:xfrm>
        </p:grpSpPr>
        <p:sp>
          <p:nvSpPr>
            <p:cNvPr id="87" name="camf_prediction_bg">
              <a:extLst>
                <a:ext uri="{FF2B5EF4-FFF2-40B4-BE49-F238E27FC236}">
                  <a16:creationId xmlns:a16="http://schemas.microsoft.com/office/drawing/2014/main" id="{2B721524-E568-4406-A892-58E4B57D9F3C}"/>
                </a:ext>
              </a:extLst>
            </p:cNvPr>
            <p:cNvSpPr>
              <a:spLocks/>
            </p:cNvSpPr>
            <p:nvPr/>
          </p:nvSpPr>
          <p:spPr>
            <a:xfrm>
              <a:off x="14192250" y="6105525"/>
              <a:ext cx="1362075" cy="819150"/>
            </a:xfrm>
            <a:prstGeom prst="roundRect">
              <a:avLst>
                <a:gd name="adj" fmla="val 13953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88" name="camf_prediction_text">
              <a:extLst>
                <a:ext uri="{FF2B5EF4-FFF2-40B4-BE49-F238E27FC236}">
                  <a16:creationId xmlns:a16="http://schemas.microsoft.com/office/drawing/2014/main" id="{92394E77-5883-4741-B12D-37773E9FC21D}"/>
                </a:ext>
              </a:extLst>
            </p:cNvPr>
            <p:cNvSpPr>
              <a:spLocks/>
            </p:cNvSpPr>
            <p:nvPr/>
          </p:nvSpPr>
          <p:spPr>
            <a:xfrm>
              <a:off x="14258925" y="6134100"/>
              <a:ext cx="1228725" cy="762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3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独立</a:t>
              </a:r>
              <a:r>
                <a:rPr lang="en-US" altLang="zh-CN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1×1</a:t>
              </a:r>
              <a:r>
                <a:rPr lang="zh-CN" alt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卷积</a:t>
              </a:r>
            </a:p>
            <a:p>
              <a:pPr algn="ctr">
                <a:defRPr sz="13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+ </a:t>
              </a:r>
              <a:r>
                <a:rPr lang="en-US" sz="13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Sigmoid</a:t>
              </a:r>
              <a:endParaRPr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90" name="text_6">
            <a:extLst>
              <a:ext uri="{FF2B5EF4-FFF2-40B4-BE49-F238E27FC236}">
                <a16:creationId xmlns:a16="http://schemas.microsoft.com/office/drawing/2014/main" id="{A0C98133-FBD0-4FE4-AD81-22CD1B87662E}"/>
              </a:ext>
            </a:extLst>
          </p:cNvPr>
          <p:cNvSpPr>
            <a:spLocks/>
          </p:cNvSpPr>
          <p:nvPr/>
        </p:nvSpPr>
        <p:spPr>
          <a:xfrm>
            <a:off x="666750" y="7134225"/>
            <a:ext cx="14668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3</a:t>
            </a: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类别 </a:t>
            </a:r>
            <a:r>
              <a:rPr lang="en-US" altLang="zh-CN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× 3</a:t>
            </a: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尺度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2" name="text_7">
            <a:extLst>
              <a:ext uri="{FF2B5EF4-FFF2-40B4-BE49-F238E27FC236}">
                <a16:creationId xmlns:a16="http://schemas.microsoft.com/office/drawing/2014/main" id="{476618BA-A9BC-460F-B3E9-641DBE855DF1}"/>
              </a:ext>
            </a:extLst>
          </p:cNvPr>
          <p:cNvSpPr>
            <a:spLocks/>
          </p:cNvSpPr>
          <p:nvPr/>
        </p:nvSpPr>
        <p:spPr>
          <a:xfrm>
            <a:off x="666750" y="7820025"/>
            <a:ext cx="1466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C9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每个病灶类别内部按尺度归一化。</a:t>
            </a:r>
            <a:endParaRPr sz="2475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2551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vessel_probability_image_backplate">
            <a:extLst>
              <a:ext uri="{FF2B5EF4-FFF2-40B4-BE49-F238E27FC236}">
                <a16:creationId xmlns:a16="http://schemas.microsoft.com/office/drawing/2014/main" id="{79FFCA55-5ED8-4686-A25B-9F55148EC139}"/>
              </a:ext>
            </a:extLst>
          </p:cNvPr>
          <p:cNvSpPr>
            <a:spLocks/>
          </p:cNvSpPr>
          <p:nvPr/>
        </p:nvSpPr>
        <p:spPr>
          <a:xfrm>
            <a:off x="13620750" y="4591050"/>
            <a:ext cx="1962150" cy="1962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vessel_unet_retina_image_backplate">
            <a:extLst>
              <a:ext uri="{FF2B5EF4-FFF2-40B4-BE49-F238E27FC236}">
                <a16:creationId xmlns:a16="http://schemas.microsoft.com/office/drawing/2014/main" id="{FB0B677A-1613-46D5-AA86-EDF8795FD1C8}"/>
              </a:ext>
            </a:extLst>
          </p:cNvPr>
          <p:cNvSpPr>
            <a:spLocks/>
          </p:cNvSpPr>
          <p:nvPr/>
        </p:nvSpPr>
        <p:spPr>
          <a:xfrm>
            <a:off x="552450" y="3810000"/>
            <a:ext cx="2171700" cy="2171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vessel_encoder_bg">
            <a:extLst>
              <a:ext uri="{FF2B5EF4-FFF2-40B4-BE49-F238E27FC236}">
                <a16:creationId xmlns:a16="http://schemas.microsoft.com/office/drawing/2014/main" id="{DDB585D6-FCD7-4283-A0F6-0FCAAF5E9B81}"/>
              </a:ext>
            </a:extLst>
          </p:cNvPr>
          <p:cNvSpPr>
            <a:spLocks/>
          </p:cNvSpPr>
          <p:nvPr/>
        </p:nvSpPr>
        <p:spPr>
          <a:xfrm>
            <a:off x="3324225" y="2286000"/>
            <a:ext cx="3048000" cy="4972050"/>
          </a:xfrm>
          <a:prstGeom prst="roundRect">
            <a:avLst>
              <a:gd name="adj" fmla="val 3750"/>
            </a:avLst>
          </a:prstGeom>
          <a:solidFill>
            <a:srgbClr val="EAF6FD"/>
          </a:solidFill>
          <a:ln w="12383">
            <a:solidFill>
              <a:srgbClr val="81BEE7"/>
            </a:solidFill>
            <a:prstDash val="dash"/>
          </a:ln>
        </p:spPr>
      </p:sp>
      <p:sp>
        <p:nvSpPr>
          <p:cNvPr id="8" name="vessel_decoder_bg">
            <a:extLst>
              <a:ext uri="{FF2B5EF4-FFF2-40B4-BE49-F238E27FC236}">
                <a16:creationId xmlns:a16="http://schemas.microsoft.com/office/drawing/2014/main" id="{8A4D8466-6480-477A-AC1A-63A30BC1E5F6}"/>
              </a:ext>
            </a:extLst>
          </p:cNvPr>
          <p:cNvSpPr>
            <a:spLocks/>
          </p:cNvSpPr>
          <p:nvPr/>
        </p:nvSpPr>
        <p:spPr>
          <a:xfrm>
            <a:off x="8991600" y="2286000"/>
            <a:ext cx="2790825" cy="4972050"/>
          </a:xfrm>
          <a:prstGeom prst="roundRect">
            <a:avLst>
              <a:gd name="adj" fmla="val 4096"/>
            </a:avLst>
          </a:prstGeom>
          <a:solidFill>
            <a:srgbClr val="EAF6FD"/>
          </a:solidFill>
          <a:ln w="12383">
            <a:solidFill>
              <a:srgbClr val="81BEE7"/>
            </a:solidFill>
            <a:prstDash val="dash"/>
          </a:ln>
        </p:spPr>
      </p:sp>
      <p:sp>
        <p:nvSpPr>
          <p:cNvPr id="36" name="vessel_footer_bg">
            <a:extLst>
              <a:ext uri="{FF2B5EF4-FFF2-40B4-BE49-F238E27FC236}">
                <a16:creationId xmlns:a16="http://schemas.microsoft.com/office/drawing/2014/main" id="{4B89CC59-4BEC-4206-B114-7EE6CE2E725F}"/>
              </a:ext>
            </a:extLst>
          </p:cNvPr>
          <p:cNvSpPr>
            <a:spLocks/>
          </p:cNvSpPr>
          <p:nvPr/>
        </p:nvSpPr>
        <p:spPr>
          <a:xfrm>
            <a:off x="400050" y="7524750"/>
            <a:ext cx="15154275" cy="781050"/>
          </a:xfrm>
          <a:prstGeom prst="roundRect">
            <a:avLst>
              <a:gd name="adj" fmla="val 14634"/>
            </a:avLst>
          </a:prstGeom>
          <a:solidFill>
            <a:srgbClr val="EAF6FD"/>
          </a:solidFill>
          <a:ln w="0">
            <a:noFill/>
          </a:ln>
        </p:spPr>
      </p:sp>
      <p:pic>
        <p:nvPicPr>
          <p:cNvPr id="100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101" name="vessel_unet_retina"/>
          <p:cNvPicPr>
            <a:picLocks noChangeAspect="1"/>
          </p:cNvPicPr>
          <p:nvPr/>
        </p:nvPicPr>
        <p:blipFill>
          <a:blip r:embed="rId4"/>
          <a:srcRect l="5792" t="23464" r="15058" b="37616"/>
          <a:stretch/>
        </p:blipFill>
        <p:spPr>
          <a:xfrm>
            <a:off x="552450" y="3810000"/>
            <a:ext cx="2171700" cy="2171700"/>
          </a:xfrm>
          <a:prstGeom prst="rect">
            <a:avLst/>
          </a:prstGeom>
        </p:spPr>
      </p:pic>
      <p:pic>
        <p:nvPicPr>
          <p:cNvPr id="102" name="vessel_probability"/>
          <p:cNvPicPr>
            <a:picLocks noChangeAspect="1"/>
          </p:cNvPicPr>
          <p:nvPr/>
        </p:nvPicPr>
        <p:blipFill>
          <a:blip r:embed="rId5"/>
          <a:srcRect l="45432" t="19586" r="988" b="40113"/>
          <a:stretch/>
        </p:blipFill>
        <p:spPr>
          <a:xfrm>
            <a:off x="13620750" y="4591050"/>
            <a:ext cx="1962150" cy="1962150"/>
          </a:xfrm>
          <a:prstGeom prst="rect">
            <a:avLst/>
          </a:prstGeom>
        </p:spPr>
      </p:pic>
      <p:grpSp>
        <p:nvGrpSpPr>
          <p:cNvPr id="70" name="icon_train_gear" descr="原生矢量组件，可取消组合编辑各个形状">
            <a:extLst>
              <a:ext uri="{FF2B5EF4-FFF2-40B4-BE49-F238E27FC236}">
                <a16:creationId xmlns:a16="http://schemas.microsoft.com/office/drawing/2014/main" id="{A80C961D-CAB3-12AA-D420-3AA39F70F475}"/>
              </a:ext>
            </a:extLst>
          </p:cNvPr>
          <p:cNvGrpSpPr/>
          <p:nvPr/>
        </p:nvGrpSpPr>
        <p:grpSpPr>
          <a:xfrm>
            <a:off x="745661" y="7689386"/>
            <a:ext cx="451779" cy="451779"/>
            <a:chOff x="745661" y="7689386"/>
            <a:chExt cx="451779" cy="451779"/>
          </a:xfrm>
        </p:grpSpPr>
        <p:sp>
          <p:nvSpPr>
            <p:cNvPr id="68" name="train_gear_part_0">
              <a:extLst>
                <a:ext uri="{FF2B5EF4-FFF2-40B4-BE49-F238E27FC236}">
                  <a16:creationId xmlns:a16="http://schemas.microsoft.com/office/drawing/2014/main" id="{FF06FA52-D948-D881-A568-C1BFBE3B4C60}"/>
                </a:ext>
              </a:extLst>
            </p:cNvPr>
            <p:cNvSpPr/>
            <p:nvPr/>
          </p:nvSpPr>
          <p:spPr>
            <a:xfrm>
              <a:off x="745661" y="7689386"/>
              <a:ext cx="451779" cy="451779"/>
            </a:xfrm>
            <a:custGeom>
              <a:avLst/>
              <a:gdLst/>
              <a:ahLst/>
              <a:cxnLst/>
              <a:rect l="0" t="0" r="0" b="0"/>
              <a:pathLst>
                <a:path w="451779" h="451779">
                  <a:moveTo>
                    <a:pt x="225889" y="52534"/>
                  </a:moveTo>
                  <a:lnTo>
                    <a:pt x="255628" y="0"/>
                  </a:lnTo>
                  <a:lnTo>
                    <a:pt x="284858" y="5814"/>
                  </a:lnTo>
                  <a:lnTo>
                    <a:pt x="313079" y="15394"/>
                  </a:lnTo>
                  <a:lnTo>
                    <a:pt x="312566" y="75759"/>
                  </a:lnTo>
                  <a:lnTo>
                    <a:pt x="331421" y="88357"/>
                  </a:lnTo>
                  <a:lnTo>
                    <a:pt x="348470" y="103309"/>
                  </a:lnTo>
                  <a:lnTo>
                    <a:pt x="406645" y="87190"/>
                  </a:lnTo>
                  <a:lnTo>
                    <a:pt x="423203" y="111970"/>
                  </a:lnTo>
                  <a:lnTo>
                    <a:pt x="436384" y="138699"/>
                  </a:lnTo>
                  <a:lnTo>
                    <a:pt x="393337" y="181021"/>
                  </a:lnTo>
                  <a:lnTo>
                    <a:pt x="397761" y="203262"/>
                  </a:lnTo>
                  <a:lnTo>
                    <a:pt x="399244" y="225889"/>
                  </a:lnTo>
                  <a:lnTo>
                    <a:pt x="451778" y="255627"/>
                  </a:lnTo>
                  <a:lnTo>
                    <a:pt x="445964" y="284857"/>
                  </a:lnTo>
                  <a:lnTo>
                    <a:pt x="436384" y="313079"/>
                  </a:lnTo>
                  <a:lnTo>
                    <a:pt x="376019" y="312567"/>
                  </a:lnTo>
                  <a:lnTo>
                    <a:pt x="363421" y="331421"/>
                  </a:lnTo>
                  <a:lnTo>
                    <a:pt x="348470" y="348469"/>
                  </a:lnTo>
                  <a:lnTo>
                    <a:pt x="364588" y="406645"/>
                  </a:lnTo>
                  <a:lnTo>
                    <a:pt x="339808" y="423203"/>
                  </a:lnTo>
                  <a:lnTo>
                    <a:pt x="313079" y="436384"/>
                  </a:lnTo>
                  <a:lnTo>
                    <a:pt x="270757" y="393337"/>
                  </a:lnTo>
                  <a:lnTo>
                    <a:pt x="248516" y="397761"/>
                  </a:lnTo>
                  <a:lnTo>
                    <a:pt x="225889" y="399244"/>
                  </a:lnTo>
                  <a:lnTo>
                    <a:pt x="196150" y="451778"/>
                  </a:lnTo>
                  <a:lnTo>
                    <a:pt x="166920" y="445964"/>
                  </a:lnTo>
                  <a:lnTo>
                    <a:pt x="138699" y="436384"/>
                  </a:lnTo>
                  <a:lnTo>
                    <a:pt x="139212" y="376019"/>
                  </a:lnTo>
                  <a:lnTo>
                    <a:pt x="120357" y="363421"/>
                  </a:lnTo>
                  <a:lnTo>
                    <a:pt x="103308" y="348469"/>
                  </a:lnTo>
                  <a:lnTo>
                    <a:pt x="45133" y="364588"/>
                  </a:lnTo>
                  <a:lnTo>
                    <a:pt x="28576" y="339808"/>
                  </a:lnTo>
                  <a:lnTo>
                    <a:pt x="15394" y="313079"/>
                  </a:lnTo>
                  <a:lnTo>
                    <a:pt x="58441" y="270757"/>
                  </a:lnTo>
                  <a:lnTo>
                    <a:pt x="54017" y="248516"/>
                  </a:lnTo>
                  <a:lnTo>
                    <a:pt x="52534" y="225889"/>
                  </a:lnTo>
                  <a:lnTo>
                    <a:pt x="0" y="196151"/>
                  </a:lnTo>
                  <a:lnTo>
                    <a:pt x="5814" y="166921"/>
                  </a:lnTo>
                  <a:lnTo>
                    <a:pt x="15394" y="138699"/>
                  </a:lnTo>
                  <a:lnTo>
                    <a:pt x="75759" y="139211"/>
                  </a:lnTo>
                  <a:lnTo>
                    <a:pt x="88357" y="120357"/>
                  </a:lnTo>
                  <a:lnTo>
                    <a:pt x="103308" y="103309"/>
                  </a:lnTo>
                  <a:lnTo>
                    <a:pt x="87190" y="45133"/>
                  </a:lnTo>
                  <a:lnTo>
                    <a:pt x="111970" y="28575"/>
                  </a:lnTo>
                  <a:lnTo>
                    <a:pt x="138699" y="15394"/>
                  </a:lnTo>
                  <a:lnTo>
                    <a:pt x="181021" y="58441"/>
                  </a:lnTo>
                  <a:lnTo>
                    <a:pt x="203262" y="54017"/>
                  </a:lnTo>
                  <a:close/>
                </a:path>
              </a:pathLst>
            </a:cu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rain_gear_part_1">
              <a:extLst>
                <a:ext uri="{FF2B5EF4-FFF2-40B4-BE49-F238E27FC236}">
                  <a16:creationId xmlns:a16="http://schemas.microsoft.com/office/drawing/2014/main" id="{F5A4B0E8-5E5D-2652-9C9C-B4FD0445A992}"/>
                </a:ext>
              </a:extLst>
            </p:cNvPr>
            <p:cNvSpPr/>
            <p:nvPr/>
          </p:nvSpPr>
          <p:spPr>
            <a:xfrm>
              <a:off x="887349" y="7831074"/>
              <a:ext cx="168402" cy="168402"/>
            </a:xfrm>
            <a:prstGeom prst="ellipse">
              <a:avLst/>
            </a:prstGeom>
            <a:solidFill>
              <a:srgbClr val="EAF6F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icon_external_db" descr="原生矢量组件，可取消组合编辑各个形状">
            <a:extLst>
              <a:ext uri="{FF2B5EF4-FFF2-40B4-BE49-F238E27FC236}">
                <a16:creationId xmlns:a16="http://schemas.microsoft.com/office/drawing/2014/main" id="{1F0D5A4B-D488-A7CB-5A49-C177C48A4E80}"/>
              </a:ext>
            </a:extLst>
          </p:cNvPr>
          <p:cNvGrpSpPr/>
          <p:nvPr/>
        </p:nvGrpSpPr>
        <p:grpSpPr>
          <a:xfrm>
            <a:off x="4797266" y="7701629"/>
            <a:ext cx="340044" cy="417767"/>
            <a:chOff x="4797266" y="7701629"/>
            <a:chExt cx="340044" cy="417767"/>
          </a:xfrm>
        </p:grpSpPr>
        <p:sp>
          <p:nvSpPr>
            <p:cNvPr id="71" name="external_db_part_0">
              <a:extLst>
                <a:ext uri="{FF2B5EF4-FFF2-40B4-BE49-F238E27FC236}">
                  <a16:creationId xmlns:a16="http://schemas.microsoft.com/office/drawing/2014/main" id="{CE8B49F4-E935-434B-0C31-266235B35926}"/>
                </a:ext>
              </a:extLst>
            </p:cNvPr>
            <p:cNvSpPr/>
            <p:nvPr/>
          </p:nvSpPr>
          <p:spPr>
            <a:xfrm>
              <a:off x="4797266" y="7759922"/>
              <a:ext cx="340043" cy="301181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external_db_part_1">
              <a:extLst>
                <a:ext uri="{FF2B5EF4-FFF2-40B4-BE49-F238E27FC236}">
                  <a16:creationId xmlns:a16="http://schemas.microsoft.com/office/drawing/2014/main" id="{780B0B10-ED20-30A1-7B64-B6621D185610}"/>
                </a:ext>
              </a:extLst>
            </p:cNvPr>
            <p:cNvSpPr/>
            <p:nvPr/>
          </p:nvSpPr>
          <p:spPr>
            <a:xfrm>
              <a:off x="4797266" y="7701629"/>
              <a:ext cx="340043" cy="12144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external_db_part_2">
              <a:extLst>
                <a:ext uri="{FF2B5EF4-FFF2-40B4-BE49-F238E27FC236}">
                  <a16:creationId xmlns:a16="http://schemas.microsoft.com/office/drawing/2014/main" id="{AB2D0CB2-998F-FA3E-6239-C7517817F468}"/>
                </a:ext>
              </a:extLst>
            </p:cNvPr>
            <p:cNvSpPr/>
            <p:nvPr/>
          </p:nvSpPr>
          <p:spPr>
            <a:xfrm>
              <a:off x="4797266" y="7997952"/>
              <a:ext cx="340043" cy="12144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external_db_part_3">
              <a:extLst>
                <a:ext uri="{FF2B5EF4-FFF2-40B4-BE49-F238E27FC236}">
                  <a16:creationId xmlns:a16="http://schemas.microsoft.com/office/drawing/2014/main" id="{0F3E964E-B88B-BB73-4AF6-BC7A5B091E35}"/>
                </a:ext>
              </a:extLst>
            </p:cNvPr>
            <p:cNvSpPr/>
            <p:nvPr/>
          </p:nvSpPr>
          <p:spPr>
            <a:xfrm>
              <a:off x="4797266" y="7827931"/>
              <a:ext cx="340044" cy="87440"/>
            </a:xfrm>
            <a:custGeom>
              <a:avLst/>
              <a:gdLst/>
              <a:ahLst/>
              <a:cxnLst/>
              <a:rect l="0" t="0" r="0" b="0"/>
              <a:pathLst>
                <a:path w="340044" h="87440">
                  <a:moveTo>
                    <a:pt x="0" y="0"/>
                  </a:moveTo>
                  <a:cubicBezTo>
                    <a:pt x="58293" y="87439"/>
                    <a:pt x="286607" y="87439"/>
                    <a:pt x="340043" y="0"/>
                  </a:cubicBezTo>
                </a:path>
              </a:pathLst>
            </a:custGeom>
            <a:ln w="19431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external_db_part_4">
              <a:extLst>
                <a:ext uri="{FF2B5EF4-FFF2-40B4-BE49-F238E27FC236}">
                  <a16:creationId xmlns:a16="http://schemas.microsoft.com/office/drawing/2014/main" id="{F5D53549-6141-53AF-D6C2-38EBB0D23B48}"/>
                </a:ext>
              </a:extLst>
            </p:cNvPr>
            <p:cNvSpPr/>
            <p:nvPr/>
          </p:nvSpPr>
          <p:spPr>
            <a:xfrm>
              <a:off x="4797266" y="7920228"/>
              <a:ext cx="340044" cy="87441"/>
            </a:xfrm>
            <a:custGeom>
              <a:avLst/>
              <a:gdLst/>
              <a:ahLst/>
              <a:cxnLst/>
              <a:rect l="0" t="0" r="0" b="0"/>
              <a:pathLst>
                <a:path w="340044" h="87441">
                  <a:moveTo>
                    <a:pt x="0" y="0"/>
                  </a:moveTo>
                  <a:cubicBezTo>
                    <a:pt x="58293" y="87440"/>
                    <a:pt x="286607" y="87440"/>
                    <a:pt x="340043" y="0"/>
                  </a:cubicBezTo>
                </a:path>
              </a:pathLst>
            </a:custGeom>
            <a:ln w="19431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icon_vessel_bulb" descr="原生矢量组件，可取消组合编辑各个形状">
            <a:extLst>
              <a:ext uri="{FF2B5EF4-FFF2-40B4-BE49-F238E27FC236}">
                <a16:creationId xmlns:a16="http://schemas.microsoft.com/office/drawing/2014/main" id="{C9BD6273-FCEC-D4EA-D78D-FD9078EA727B}"/>
              </a:ext>
            </a:extLst>
          </p:cNvPr>
          <p:cNvGrpSpPr/>
          <p:nvPr/>
        </p:nvGrpSpPr>
        <p:grpSpPr>
          <a:xfrm>
            <a:off x="9088945" y="7553992"/>
            <a:ext cx="557785" cy="621697"/>
            <a:chOff x="9088945" y="7553992"/>
            <a:chExt cx="557785" cy="621697"/>
          </a:xfrm>
        </p:grpSpPr>
        <p:sp>
          <p:nvSpPr>
            <p:cNvPr id="77" name="vessel_bulb_part_0">
              <a:extLst>
                <a:ext uri="{FF2B5EF4-FFF2-40B4-BE49-F238E27FC236}">
                  <a16:creationId xmlns:a16="http://schemas.microsoft.com/office/drawing/2014/main" id="{BB650EB2-B97B-7F1B-7B8F-14B8765ED4E1}"/>
                </a:ext>
              </a:extLst>
            </p:cNvPr>
            <p:cNvSpPr/>
            <p:nvPr/>
          </p:nvSpPr>
          <p:spPr>
            <a:xfrm>
              <a:off x="9176100" y="7664386"/>
              <a:ext cx="395097" cy="383478"/>
            </a:xfrm>
            <a:custGeom>
              <a:avLst/>
              <a:gdLst/>
              <a:ahLst/>
              <a:cxnLst/>
              <a:rect l="0" t="0" r="0" b="0"/>
              <a:pathLst>
                <a:path w="395097" h="383478">
                  <a:moveTo>
                    <a:pt x="122015" y="383477"/>
                  </a:moveTo>
                  <a:cubicBezTo>
                    <a:pt x="122015" y="278893"/>
                    <a:pt x="0" y="249841"/>
                    <a:pt x="46481" y="127826"/>
                  </a:cubicBezTo>
                  <a:cubicBezTo>
                    <a:pt x="98773" y="0"/>
                    <a:pt x="296322" y="0"/>
                    <a:pt x="348614" y="127826"/>
                  </a:cubicBezTo>
                  <a:cubicBezTo>
                    <a:pt x="395096" y="249841"/>
                    <a:pt x="273081" y="284702"/>
                    <a:pt x="273081" y="383477"/>
                  </a:cubicBezTo>
                  <a:close/>
                </a:path>
              </a:pathLst>
            </a:cu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8" name="vessel_bulb_part_1">
              <a:extLst>
                <a:ext uri="{FF2B5EF4-FFF2-40B4-BE49-F238E27FC236}">
                  <a16:creationId xmlns:a16="http://schemas.microsoft.com/office/drawing/2014/main" id="{B74CA9F5-9DD6-CC6A-4E7A-9512AE2D78CA}"/>
                </a:ext>
              </a:extLst>
            </p:cNvPr>
            <p:cNvCxnSpPr/>
            <p:nvPr/>
          </p:nvCxnSpPr>
          <p:spPr>
            <a:xfrm>
              <a:off x="9303925" y="8088535"/>
              <a:ext cx="145256" cy="0"/>
            </a:xfrm>
            <a:prstGeom prst="line">
              <a:avLst/>
            </a:prstGeom>
            <a:ln w="2905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vessel_bulb_part_2">
              <a:extLst>
                <a:ext uri="{FF2B5EF4-FFF2-40B4-BE49-F238E27FC236}">
                  <a16:creationId xmlns:a16="http://schemas.microsoft.com/office/drawing/2014/main" id="{DEB191A7-59A7-9F67-1FF7-F9D042276310}"/>
                </a:ext>
              </a:extLst>
            </p:cNvPr>
            <p:cNvCxnSpPr/>
            <p:nvPr/>
          </p:nvCxnSpPr>
          <p:spPr>
            <a:xfrm>
              <a:off x="9321356" y="8135017"/>
              <a:ext cx="110394" cy="0"/>
            </a:xfrm>
            <a:prstGeom prst="line">
              <a:avLst/>
            </a:prstGeom>
            <a:ln w="2905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vessel_bulb_part_3">
              <a:extLst>
                <a:ext uri="{FF2B5EF4-FFF2-40B4-BE49-F238E27FC236}">
                  <a16:creationId xmlns:a16="http://schemas.microsoft.com/office/drawing/2014/main" id="{3ECB6FA5-0933-4786-C825-1C4D086C6A87}"/>
                </a:ext>
              </a:extLst>
            </p:cNvPr>
            <p:cNvCxnSpPr/>
            <p:nvPr/>
          </p:nvCxnSpPr>
          <p:spPr>
            <a:xfrm>
              <a:off x="9338787" y="8175689"/>
              <a:ext cx="69722" cy="0"/>
            </a:xfrm>
            <a:prstGeom prst="line">
              <a:avLst/>
            </a:prstGeom>
            <a:ln w="2905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vessel_bulb_part_4">
              <a:extLst>
                <a:ext uri="{FF2B5EF4-FFF2-40B4-BE49-F238E27FC236}">
                  <a16:creationId xmlns:a16="http://schemas.microsoft.com/office/drawing/2014/main" id="{443322B0-F735-2BFD-782B-80A803297031}"/>
                </a:ext>
              </a:extLst>
            </p:cNvPr>
            <p:cNvCxnSpPr/>
            <p:nvPr/>
          </p:nvCxnSpPr>
          <p:spPr>
            <a:xfrm>
              <a:off x="9594438" y="7832884"/>
              <a:ext cx="52292" cy="0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vessel_bulb_part_5">
              <a:extLst>
                <a:ext uri="{FF2B5EF4-FFF2-40B4-BE49-F238E27FC236}">
                  <a16:creationId xmlns:a16="http://schemas.microsoft.com/office/drawing/2014/main" id="{387B7D94-07D2-C45D-5784-4A63D6136456}"/>
                </a:ext>
              </a:extLst>
            </p:cNvPr>
            <p:cNvCxnSpPr/>
            <p:nvPr/>
          </p:nvCxnSpPr>
          <p:spPr>
            <a:xfrm flipV="1">
              <a:off x="9528068" y="7635677"/>
              <a:ext cx="36976" cy="36976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vessel_bulb_part_6">
              <a:extLst>
                <a:ext uri="{FF2B5EF4-FFF2-40B4-BE49-F238E27FC236}">
                  <a16:creationId xmlns:a16="http://schemas.microsoft.com/office/drawing/2014/main" id="{05461FAD-308C-80C2-5A18-127373874483}"/>
                </a:ext>
              </a:extLst>
            </p:cNvPr>
            <p:cNvCxnSpPr/>
            <p:nvPr/>
          </p:nvCxnSpPr>
          <p:spPr>
            <a:xfrm flipV="1">
              <a:off x="9367838" y="7553992"/>
              <a:ext cx="0" cy="52292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vessel_bulb_part_7">
              <a:extLst>
                <a:ext uri="{FF2B5EF4-FFF2-40B4-BE49-F238E27FC236}">
                  <a16:creationId xmlns:a16="http://schemas.microsoft.com/office/drawing/2014/main" id="{C26A18C4-5612-83B4-D07C-B3A86B14CD81}"/>
                </a:ext>
              </a:extLst>
            </p:cNvPr>
            <p:cNvCxnSpPr/>
            <p:nvPr/>
          </p:nvCxnSpPr>
          <p:spPr>
            <a:xfrm flipH="1" flipV="1">
              <a:off x="9170631" y="7635677"/>
              <a:ext cx="36976" cy="36976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vessel_bulb_part_8">
              <a:extLst>
                <a:ext uri="{FF2B5EF4-FFF2-40B4-BE49-F238E27FC236}">
                  <a16:creationId xmlns:a16="http://schemas.microsoft.com/office/drawing/2014/main" id="{3DD1076F-22A7-9E0E-C793-B9CD25AD330C}"/>
                </a:ext>
              </a:extLst>
            </p:cNvPr>
            <p:cNvCxnSpPr/>
            <p:nvPr/>
          </p:nvCxnSpPr>
          <p:spPr>
            <a:xfrm flipH="1">
              <a:off x="9088945" y="7832884"/>
              <a:ext cx="52292" cy="0"/>
            </a:xfrm>
            <a:prstGeom prst="line">
              <a:avLst/>
            </a:prstGeom>
            <a:ln w="11621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header_rule">
            <a:extLst>
              <a:ext uri="{FF2B5EF4-FFF2-40B4-BE49-F238E27FC236}">
                <a16:creationId xmlns:a16="http://schemas.microsoft.com/office/drawing/2014/main" id="{36CD8210-41DD-F516-D930-1F2860C6447F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header_accent">
            <a:extLst>
              <a:ext uri="{FF2B5EF4-FFF2-40B4-BE49-F238E27FC236}">
                <a16:creationId xmlns:a16="http://schemas.microsoft.com/office/drawing/2014/main" id="{60804159-CB88-C1D2-35B0-74E321BB00EE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footer_rule">
            <a:extLst>
              <a:ext uri="{FF2B5EF4-FFF2-40B4-BE49-F238E27FC236}">
                <a16:creationId xmlns:a16="http://schemas.microsoft.com/office/drawing/2014/main" id="{2EBF15B6-2AC6-C69D-B39F-6519306C3338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footer_sep1">
            <a:extLst>
              <a:ext uri="{FF2B5EF4-FFF2-40B4-BE49-F238E27FC236}">
                <a16:creationId xmlns:a16="http://schemas.microsoft.com/office/drawing/2014/main" id="{9CEA9DFF-D753-1A5E-DFB9-D78A52780AD0}"/>
              </a:ext>
            </a:extLst>
          </p:cNvPr>
          <p:cNvCxnSpPr/>
          <p:nvPr/>
        </p:nvCxnSpPr>
        <p:spPr>
          <a:xfrm>
            <a:off x="4410075" y="7705725"/>
            <a:ext cx="0" cy="428625"/>
          </a:xfrm>
          <a:prstGeom prst="line">
            <a:avLst/>
          </a:prstGeom>
          <a:ln w="12383">
            <a:solidFill>
              <a:srgbClr val="81B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footer_sep2">
            <a:extLst>
              <a:ext uri="{FF2B5EF4-FFF2-40B4-BE49-F238E27FC236}">
                <a16:creationId xmlns:a16="http://schemas.microsoft.com/office/drawing/2014/main" id="{F0A4D535-B461-CD44-E46B-5AFB9C498F34}"/>
              </a:ext>
            </a:extLst>
          </p:cNvPr>
          <p:cNvCxnSpPr/>
          <p:nvPr/>
        </p:nvCxnSpPr>
        <p:spPr>
          <a:xfrm>
            <a:off x="8782050" y="7705725"/>
            <a:ext cx="0" cy="428625"/>
          </a:xfrm>
          <a:prstGeom prst="line">
            <a:avLst/>
          </a:prstGeom>
          <a:ln w="12383">
            <a:solidFill>
              <a:srgbClr val="81BE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vessel_input_route_1">
            <a:extLst>
              <a:ext uri="{FF2B5EF4-FFF2-40B4-BE49-F238E27FC236}">
                <a16:creationId xmlns:a16="http://schemas.microsoft.com/office/drawing/2014/main" id="{6409C9DC-B718-F461-3337-9700744AE719}"/>
              </a:ext>
            </a:extLst>
          </p:cNvPr>
          <p:cNvCxnSpPr/>
          <p:nvPr/>
        </p:nvCxnSpPr>
        <p:spPr>
          <a:xfrm>
            <a:off x="2724150" y="4924425"/>
            <a:ext cx="333375" cy="0"/>
          </a:xfrm>
          <a:prstGeom prst="line">
            <a:avLst/>
          </a:prstGeom>
          <a:ln w="3810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vessel_input_route_2">
            <a:extLst>
              <a:ext uri="{FF2B5EF4-FFF2-40B4-BE49-F238E27FC236}">
                <a16:creationId xmlns:a16="http://schemas.microsoft.com/office/drawing/2014/main" id="{6DB74EBA-C8DD-C010-6035-ED36E9FA8E0E}"/>
              </a:ext>
            </a:extLst>
          </p:cNvPr>
          <p:cNvCxnSpPr/>
          <p:nvPr/>
        </p:nvCxnSpPr>
        <p:spPr>
          <a:xfrm flipV="1">
            <a:off x="3057525" y="3467100"/>
            <a:ext cx="0" cy="1457325"/>
          </a:xfrm>
          <a:prstGeom prst="line">
            <a:avLst/>
          </a:prstGeom>
          <a:ln w="3810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vessel_input_route_3">
            <a:extLst>
              <a:ext uri="{FF2B5EF4-FFF2-40B4-BE49-F238E27FC236}">
                <a16:creationId xmlns:a16="http://schemas.microsoft.com/office/drawing/2014/main" id="{A10A4848-8D0F-534A-113C-4D89394A1490}"/>
              </a:ext>
            </a:extLst>
          </p:cNvPr>
          <p:cNvCxnSpPr/>
          <p:nvPr/>
        </p:nvCxnSpPr>
        <p:spPr>
          <a:xfrm>
            <a:off x="3057525" y="3467100"/>
            <a:ext cx="619125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_0">
            <a:extLst>
              <a:ext uri="{FF2B5EF4-FFF2-40B4-BE49-F238E27FC236}">
                <a16:creationId xmlns:a16="http://schemas.microsoft.com/office/drawing/2014/main" id="{090DA5A9-D772-5F02-2FEB-1D6551B92933}"/>
              </a:ext>
            </a:extLst>
          </p:cNvPr>
          <p:cNvCxnSpPr>
            <a:cxnSpLocks/>
            <a:stCxn id="40" idx="3"/>
            <a:endCxn id="15" idx="1"/>
          </p:cNvCxnSpPr>
          <p:nvPr/>
        </p:nvCxnSpPr>
        <p:spPr>
          <a:xfrm flipV="1">
            <a:off x="5200650" y="3409950"/>
            <a:ext cx="1543050" cy="52388"/>
          </a:xfrm>
          <a:prstGeom prst="straightConnector1">
            <a:avLst/>
          </a:prstGeom>
          <a:ln w="29210">
            <a:solidFill>
              <a:srgbClr val="C49B2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_1">
            <a:extLst>
              <a:ext uri="{FF2B5EF4-FFF2-40B4-BE49-F238E27FC236}">
                <a16:creationId xmlns:a16="http://schemas.microsoft.com/office/drawing/2014/main" id="{2A2C9A81-1486-6286-EB32-3A624856934A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8210550" y="3409950"/>
            <a:ext cx="1343025" cy="52388"/>
          </a:xfrm>
          <a:prstGeom prst="straightConnector1">
            <a:avLst/>
          </a:prstGeom>
          <a:ln w="29210">
            <a:solidFill>
              <a:srgbClr val="C49B2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_2">
            <a:extLst>
              <a:ext uri="{FF2B5EF4-FFF2-40B4-BE49-F238E27FC236}">
                <a16:creationId xmlns:a16="http://schemas.microsoft.com/office/drawing/2014/main" id="{659D931C-8A06-06EC-FFF2-3D0FC9CB7A61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4319588" y="3752850"/>
            <a:ext cx="0" cy="41910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_3">
            <a:extLst>
              <a:ext uri="{FF2B5EF4-FFF2-40B4-BE49-F238E27FC236}">
                <a16:creationId xmlns:a16="http://schemas.microsoft.com/office/drawing/2014/main" id="{320A2783-518C-C418-E636-AAE2E5CD0AEE}"/>
              </a:ext>
            </a:extLst>
          </p:cNvPr>
          <p:cNvCxnSpPr>
            <a:cxnSpLocks/>
            <a:stCxn id="19" idx="0"/>
            <a:endCxn id="13" idx="2"/>
          </p:cNvCxnSpPr>
          <p:nvPr/>
        </p:nvCxnSpPr>
        <p:spPr>
          <a:xfrm flipV="1">
            <a:off x="10172700" y="3752850"/>
            <a:ext cx="0" cy="41910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_4">
            <a:extLst>
              <a:ext uri="{FF2B5EF4-FFF2-40B4-BE49-F238E27FC236}">
                <a16:creationId xmlns:a16="http://schemas.microsoft.com/office/drawing/2014/main" id="{918E1A06-5532-8024-BA71-F74BC325C251}"/>
              </a:ext>
            </a:extLst>
          </p:cNvPr>
          <p:cNvCxnSpPr>
            <a:cxnSpLocks/>
            <a:stCxn id="42" idx="3"/>
            <a:endCxn id="21" idx="1"/>
          </p:cNvCxnSpPr>
          <p:nvPr/>
        </p:nvCxnSpPr>
        <p:spPr>
          <a:xfrm flipV="1">
            <a:off x="5200650" y="4410075"/>
            <a:ext cx="1543050" cy="52388"/>
          </a:xfrm>
          <a:prstGeom prst="straightConnector1">
            <a:avLst/>
          </a:prstGeom>
          <a:ln w="29210">
            <a:solidFill>
              <a:srgbClr val="C49B2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_5">
            <a:extLst>
              <a:ext uri="{FF2B5EF4-FFF2-40B4-BE49-F238E27FC236}">
                <a16:creationId xmlns:a16="http://schemas.microsoft.com/office/drawing/2014/main" id="{3E1ECDA8-0DC3-5E18-D6D1-E6E523F262ED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8210550" y="4410075"/>
            <a:ext cx="1343025" cy="52388"/>
          </a:xfrm>
          <a:prstGeom prst="straightConnector1">
            <a:avLst/>
          </a:prstGeom>
          <a:ln w="29210">
            <a:solidFill>
              <a:srgbClr val="C49B2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_6">
            <a:extLst>
              <a:ext uri="{FF2B5EF4-FFF2-40B4-BE49-F238E27FC236}">
                <a16:creationId xmlns:a16="http://schemas.microsoft.com/office/drawing/2014/main" id="{FD59FA1C-740F-396C-A5B8-EC94FD93A300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>
            <a:off x="4319588" y="4752975"/>
            <a:ext cx="0" cy="41910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_7">
            <a:extLst>
              <a:ext uri="{FF2B5EF4-FFF2-40B4-BE49-F238E27FC236}">
                <a16:creationId xmlns:a16="http://schemas.microsoft.com/office/drawing/2014/main" id="{506AC681-0573-8A96-1D2F-DC70B5CE3B9D}"/>
              </a:ext>
            </a:extLst>
          </p:cNvPr>
          <p:cNvCxnSpPr>
            <a:cxnSpLocks/>
            <a:stCxn id="25" idx="0"/>
            <a:endCxn id="19" idx="2"/>
          </p:cNvCxnSpPr>
          <p:nvPr/>
        </p:nvCxnSpPr>
        <p:spPr>
          <a:xfrm flipV="1">
            <a:off x="10172700" y="4752975"/>
            <a:ext cx="0" cy="41910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_8">
            <a:extLst>
              <a:ext uri="{FF2B5EF4-FFF2-40B4-BE49-F238E27FC236}">
                <a16:creationId xmlns:a16="http://schemas.microsoft.com/office/drawing/2014/main" id="{5D072C30-619D-F59E-5302-A55430AFF850}"/>
              </a:ext>
            </a:extLst>
          </p:cNvPr>
          <p:cNvCxnSpPr>
            <a:cxnSpLocks/>
            <a:stCxn id="44" idx="3"/>
            <a:endCxn id="25" idx="1"/>
          </p:cNvCxnSpPr>
          <p:nvPr/>
        </p:nvCxnSpPr>
        <p:spPr>
          <a:xfrm>
            <a:off x="5200650" y="5462588"/>
            <a:ext cx="4352925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_9">
            <a:extLst>
              <a:ext uri="{FF2B5EF4-FFF2-40B4-BE49-F238E27FC236}">
                <a16:creationId xmlns:a16="http://schemas.microsoft.com/office/drawing/2014/main" id="{AD19A977-99E1-1A83-8246-A754321F12DA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>
            <a:off x="4319588" y="5753100"/>
            <a:ext cx="0" cy="41910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_10">
            <a:extLst>
              <a:ext uri="{FF2B5EF4-FFF2-40B4-BE49-F238E27FC236}">
                <a16:creationId xmlns:a16="http://schemas.microsoft.com/office/drawing/2014/main" id="{5D5C7DD9-E235-81F9-1723-9AF06EF603B5}"/>
              </a:ext>
            </a:extLst>
          </p:cNvPr>
          <p:cNvCxnSpPr>
            <a:cxnSpLocks/>
            <a:stCxn id="29" idx="0"/>
            <a:endCxn id="25" idx="2"/>
          </p:cNvCxnSpPr>
          <p:nvPr/>
        </p:nvCxnSpPr>
        <p:spPr>
          <a:xfrm flipV="1">
            <a:off x="10172700" y="5753100"/>
            <a:ext cx="0" cy="41910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_11">
            <a:extLst>
              <a:ext uri="{FF2B5EF4-FFF2-40B4-BE49-F238E27FC236}">
                <a16:creationId xmlns:a16="http://schemas.microsoft.com/office/drawing/2014/main" id="{6835448E-174F-6318-2AED-844452454A9F}"/>
              </a:ext>
            </a:extLst>
          </p:cNvPr>
          <p:cNvCxnSpPr>
            <a:cxnSpLocks/>
            <a:stCxn id="46" idx="3"/>
            <a:endCxn id="29" idx="1"/>
          </p:cNvCxnSpPr>
          <p:nvPr/>
        </p:nvCxnSpPr>
        <p:spPr>
          <a:xfrm>
            <a:off x="5200650" y="6462713"/>
            <a:ext cx="4352925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_12">
            <a:extLst>
              <a:ext uri="{FF2B5EF4-FFF2-40B4-BE49-F238E27FC236}">
                <a16:creationId xmlns:a16="http://schemas.microsoft.com/office/drawing/2014/main" id="{5B57B1D7-A767-1719-2D11-655A0382FA85}"/>
              </a:ext>
            </a:extLst>
          </p:cNvPr>
          <p:cNvCxnSpPr>
            <a:cxnSpLocks/>
            <a:stCxn id="27" idx="2"/>
            <a:endCxn id="31" idx="1"/>
          </p:cNvCxnSpPr>
          <p:nvPr/>
        </p:nvCxnSpPr>
        <p:spPr>
          <a:xfrm rot="16200000" flipH="1">
            <a:off x="5384006" y="5688806"/>
            <a:ext cx="438150" cy="2566987"/>
          </a:xfrm>
          <a:prstGeom prst="bentConnector2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_13">
            <a:extLst>
              <a:ext uri="{FF2B5EF4-FFF2-40B4-BE49-F238E27FC236}">
                <a16:creationId xmlns:a16="http://schemas.microsoft.com/office/drawing/2014/main" id="{2FD9B751-B4FE-0921-8650-ED9606825BB1}"/>
              </a:ext>
            </a:extLst>
          </p:cNvPr>
          <p:cNvCxnSpPr>
            <a:cxnSpLocks/>
            <a:stCxn id="48" idx="3"/>
            <a:endCxn id="29" idx="2"/>
          </p:cNvCxnSpPr>
          <p:nvPr/>
        </p:nvCxnSpPr>
        <p:spPr>
          <a:xfrm flipV="1">
            <a:off x="8420100" y="6753225"/>
            <a:ext cx="1752600" cy="438150"/>
          </a:xfrm>
          <a:prstGeom prst="bentConnector2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_14">
            <a:extLst>
              <a:ext uri="{FF2B5EF4-FFF2-40B4-BE49-F238E27FC236}">
                <a16:creationId xmlns:a16="http://schemas.microsoft.com/office/drawing/2014/main" id="{D55734F6-FEEA-855B-22EE-F8D1480E18CC}"/>
              </a:ext>
            </a:extLst>
          </p:cNvPr>
          <p:cNvCxnSpPr>
            <a:cxnSpLocks/>
            <a:stCxn id="41" idx="3"/>
            <a:endCxn id="33" idx="1"/>
          </p:cNvCxnSpPr>
          <p:nvPr/>
        </p:nvCxnSpPr>
        <p:spPr>
          <a:xfrm flipV="1">
            <a:off x="11029950" y="3281363"/>
            <a:ext cx="1428750" cy="180975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_title">
            <a:extLst>
              <a:ext uri="{FF2B5EF4-FFF2-40B4-BE49-F238E27FC236}">
                <a16:creationId xmlns:a16="http://schemas.microsoft.com/office/drawing/2014/main" id="{BFBDFE87-BE7E-482F-A762-E6E802B0B337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血管分割网络：浅层方向上下文增强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" name="footer_text">
            <a:extLst>
              <a:ext uri="{FF2B5EF4-FFF2-40B4-BE49-F238E27FC236}">
                <a16:creationId xmlns:a16="http://schemas.microsoft.com/office/drawing/2014/main" id="{89596E54-296C-44E8-8826-A326C867D25C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page_number">
            <a:extLst>
              <a:ext uri="{FF2B5EF4-FFF2-40B4-BE49-F238E27FC236}">
                <a16:creationId xmlns:a16="http://schemas.microsoft.com/office/drawing/2014/main" id="{B4F3607E-8722-4651-B032-6B5F1A8D4483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15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text_0">
            <a:extLst>
              <a:ext uri="{FF2B5EF4-FFF2-40B4-BE49-F238E27FC236}">
                <a16:creationId xmlns:a16="http://schemas.microsoft.com/office/drawing/2014/main" id="{FAE1E3AF-BC42-4A17-9AF0-5C37F778D5A6}"/>
              </a:ext>
            </a:extLst>
          </p:cNvPr>
          <p:cNvSpPr>
            <a:spLocks/>
          </p:cNvSpPr>
          <p:nvPr/>
        </p:nvSpPr>
        <p:spPr>
          <a:xfrm>
            <a:off x="533400" y="2914650"/>
            <a:ext cx="22574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输入</a:t>
            </a:r>
          </a:p>
          <a:p>
            <a:pPr algn="ctr">
              <a:defRPr sz="22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眼底彩色图像</a:t>
            </a:r>
            <a:endParaRPr sz="22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_1">
            <a:extLst>
              <a:ext uri="{FF2B5EF4-FFF2-40B4-BE49-F238E27FC236}">
                <a16:creationId xmlns:a16="http://schemas.microsoft.com/office/drawing/2014/main" id="{D26479B3-D2A2-47BB-80DB-52A34F7DD2C4}"/>
              </a:ext>
            </a:extLst>
          </p:cNvPr>
          <p:cNvSpPr>
            <a:spLocks/>
          </p:cNvSpPr>
          <p:nvPr/>
        </p:nvSpPr>
        <p:spPr>
          <a:xfrm>
            <a:off x="3533775" y="2305050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U-Net</a:t>
            </a: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编码器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_2">
            <a:extLst>
              <a:ext uri="{FF2B5EF4-FFF2-40B4-BE49-F238E27FC236}">
                <a16:creationId xmlns:a16="http://schemas.microsoft.com/office/drawing/2014/main" id="{5DC8F3CF-7A28-45A5-953B-846929526A47}"/>
              </a:ext>
            </a:extLst>
          </p:cNvPr>
          <p:cNvSpPr>
            <a:spLocks/>
          </p:cNvSpPr>
          <p:nvPr/>
        </p:nvSpPr>
        <p:spPr>
          <a:xfrm>
            <a:off x="9201150" y="23050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U-Net</a:t>
            </a: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解码器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13" name="module_ve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66AFC54-6161-9CFB-D7E8-A59AF1228DAC}"/>
              </a:ext>
            </a:extLst>
          </p:cNvPr>
          <p:cNvGrpSpPr/>
          <p:nvPr/>
        </p:nvGrpSpPr>
        <p:grpSpPr>
          <a:xfrm>
            <a:off x="3676650" y="2933700"/>
            <a:ext cx="1524001" cy="819151"/>
            <a:chOff x="3676650" y="2933700"/>
            <a:chExt cx="1524001" cy="819151"/>
          </a:xfrm>
        </p:grpSpPr>
        <p:sp>
          <p:nvSpPr>
            <p:cNvPr id="11" name="ve1_bg">
              <a:extLst>
                <a:ext uri="{FF2B5EF4-FFF2-40B4-BE49-F238E27FC236}">
                  <a16:creationId xmlns:a16="http://schemas.microsoft.com/office/drawing/2014/main" id="{64A93FDB-2F59-403F-ACC0-69CBFACD45CE}"/>
                </a:ext>
              </a:extLst>
            </p:cNvPr>
            <p:cNvSpPr>
              <a:spLocks/>
            </p:cNvSpPr>
            <p:nvPr/>
          </p:nvSpPr>
          <p:spPr>
            <a:xfrm>
              <a:off x="3676650" y="3171825"/>
              <a:ext cx="1285875" cy="5810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40" name="ve1_out">
              <a:extLst>
                <a:ext uri="{FF2B5EF4-FFF2-40B4-BE49-F238E27FC236}">
                  <a16:creationId xmlns:a16="http://schemas.microsoft.com/office/drawing/2014/main" id="{0AFD8714-0737-476C-84AD-84B54D186E3B}"/>
                </a:ext>
              </a:extLst>
            </p:cNvPr>
            <p:cNvSpPr>
              <a:spLocks/>
            </p:cNvSpPr>
            <p:nvPr/>
          </p:nvSpPr>
          <p:spPr>
            <a:xfrm>
              <a:off x="5181600" y="34528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49" name="ve1_top">
              <a:extLst>
                <a:ext uri="{FF2B5EF4-FFF2-40B4-BE49-F238E27FC236}">
                  <a16:creationId xmlns:a16="http://schemas.microsoft.com/office/drawing/2014/main" id="{D781591D-515C-BA48-C064-8E46879D5631}"/>
                </a:ext>
              </a:extLst>
            </p:cNvPr>
            <p:cNvSpPr/>
            <p:nvPr/>
          </p:nvSpPr>
          <p:spPr>
            <a:xfrm>
              <a:off x="3676650" y="2933700"/>
              <a:ext cx="1524001" cy="238126"/>
            </a:xfrm>
            <a:custGeom>
              <a:avLst/>
              <a:gdLst/>
              <a:ahLst/>
              <a:cxnLst/>
              <a:rect l="0" t="0" r="0" b="0"/>
              <a:pathLst>
                <a:path w="1524001" h="238126">
                  <a:moveTo>
                    <a:pt x="0" y="238125"/>
                  </a:moveTo>
                  <a:lnTo>
                    <a:pt x="238125" y="0"/>
                  </a:lnTo>
                  <a:lnTo>
                    <a:pt x="1524000" y="0"/>
                  </a:lnTo>
                  <a:lnTo>
                    <a:pt x="1285875" y="2381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ve1_side">
              <a:extLst>
                <a:ext uri="{FF2B5EF4-FFF2-40B4-BE49-F238E27FC236}">
                  <a16:creationId xmlns:a16="http://schemas.microsoft.com/office/drawing/2014/main" id="{62C78E64-6FF1-18AE-E052-F683C5C5ED66}"/>
                </a:ext>
              </a:extLst>
            </p:cNvPr>
            <p:cNvSpPr/>
            <p:nvPr/>
          </p:nvSpPr>
          <p:spPr>
            <a:xfrm>
              <a:off x="4962525" y="2933700"/>
              <a:ext cx="238126" cy="819151"/>
            </a:xfrm>
            <a:custGeom>
              <a:avLst/>
              <a:gdLst/>
              <a:ahLst/>
              <a:cxnLst/>
              <a:rect l="0" t="0" r="0" b="0"/>
              <a:pathLst>
                <a:path w="238126" h="819151">
                  <a:moveTo>
                    <a:pt x="0" y="238125"/>
                  </a:moveTo>
                  <a:lnTo>
                    <a:pt x="238125" y="0"/>
                  </a:lnTo>
                  <a:lnTo>
                    <a:pt x="238125" y="581025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ve1_text">
              <a:extLst>
                <a:ext uri="{FF2B5EF4-FFF2-40B4-BE49-F238E27FC236}">
                  <a16:creationId xmlns:a16="http://schemas.microsoft.com/office/drawing/2014/main" id="{C914AA33-E588-43B9-A543-91EF91ACDBAD}"/>
                </a:ext>
              </a:extLst>
            </p:cNvPr>
            <p:cNvSpPr>
              <a:spLocks/>
            </p:cNvSpPr>
            <p:nvPr/>
          </p:nvSpPr>
          <p:spPr>
            <a:xfrm>
              <a:off x="3705225" y="3181350"/>
              <a:ext cx="1228725" cy="561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E1</a:t>
              </a:r>
              <a:endParaRPr sz="2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4" name="module_vd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0342B41-51F5-E54D-F746-FDB151FFE8BA}"/>
              </a:ext>
            </a:extLst>
          </p:cNvPr>
          <p:cNvGrpSpPr/>
          <p:nvPr/>
        </p:nvGrpSpPr>
        <p:grpSpPr>
          <a:xfrm>
            <a:off x="9553575" y="2933700"/>
            <a:ext cx="1476376" cy="819151"/>
            <a:chOff x="9553575" y="2933700"/>
            <a:chExt cx="1476376" cy="819151"/>
          </a:xfrm>
        </p:grpSpPr>
        <p:sp>
          <p:nvSpPr>
            <p:cNvPr id="13" name="vd1_bg">
              <a:extLst>
                <a:ext uri="{FF2B5EF4-FFF2-40B4-BE49-F238E27FC236}">
                  <a16:creationId xmlns:a16="http://schemas.microsoft.com/office/drawing/2014/main" id="{3272D97E-9437-42DD-B491-EF05D5EC9358}"/>
                </a:ext>
              </a:extLst>
            </p:cNvPr>
            <p:cNvSpPr>
              <a:spLocks/>
            </p:cNvSpPr>
            <p:nvPr/>
          </p:nvSpPr>
          <p:spPr>
            <a:xfrm>
              <a:off x="9553575" y="3171825"/>
              <a:ext cx="1238250" cy="58102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1" name="vd1_out">
              <a:extLst>
                <a:ext uri="{FF2B5EF4-FFF2-40B4-BE49-F238E27FC236}">
                  <a16:creationId xmlns:a16="http://schemas.microsoft.com/office/drawing/2014/main" id="{A259F5C7-00AB-485F-82B2-5E824A01BCE4}"/>
                </a:ext>
              </a:extLst>
            </p:cNvPr>
            <p:cNvSpPr>
              <a:spLocks/>
            </p:cNvSpPr>
            <p:nvPr/>
          </p:nvSpPr>
          <p:spPr>
            <a:xfrm>
              <a:off x="11010900" y="345281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1" name="vd1_top">
              <a:extLst>
                <a:ext uri="{FF2B5EF4-FFF2-40B4-BE49-F238E27FC236}">
                  <a16:creationId xmlns:a16="http://schemas.microsoft.com/office/drawing/2014/main" id="{7E2CD110-D0E5-317F-0D57-0501379EF0B9}"/>
                </a:ext>
              </a:extLst>
            </p:cNvPr>
            <p:cNvSpPr/>
            <p:nvPr/>
          </p:nvSpPr>
          <p:spPr>
            <a:xfrm>
              <a:off x="9553575" y="2933700"/>
              <a:ext cx="1476376" cy="238126"/>
            </a:xfrm>
            <a:custGeom>
              <a:avLst/>
              <a:gdLst/>
              <a:ahLst/>
              <a:cxnLst/>
              <a:rect l="0" t="0" r="0" b="0"/>
              <a:pathLst>
                <a:path w="1476376" h="238126">
                  <a:moveTo>
                    <a:pt x="0" y="238125"/>
                  </a:moveTo>
                  <a:lnTo>
                    <a:pt x="238125" y="0"/>
                  </a:lnTo>
                  <a:lnTo>
                    <a:pt x="1476375" y="0"/>
                  </a:lnTo>
                  <a:lnTo>
                    <a:pt x="1238250" y="2381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vd1_side">
              <a:extLst>
                <a:ext uri="{FF2B5EF4-FFF2-40B4-BE49-F238E27FC236}">
                  <a16:creationId xmlns:a16="http://schemas.microsoft.com/office/drawing/2014/main" id="{7E3BB7AF-96A1-F512-EC9C-78A3DA0906CD}"/>
                </a:ext>
              </a:extLst>
            </p:cNvPr>
            <p:cNvSpPr/>
            <p:nvPr/>
          </p:nvSpPr>
          <p:spPr>
            <a:xfrm>
              <a:off x="10791825" y="2933700"/>
              <a:ext cx="238126" cy="819151"/>
            </a:xfrm>
            <a:custGeom>
              <a:avLst/>
              <a:gdLst/>
              <a:ahLst/>
              <a:cxnLst/>
              <a:rect l="0" t="0" r="0" b="0"/>
              <a:pathLst>
                <a:path w="238126" h="819151">
                  <a:moveTo>
                    <a:pt x="0" y="238125"/>
                  </a:moveTo>
                  <a:lnTo>
                    <a:pt x="238125" y="0"/>
                  </a:lnTo>
                  <a:lnTo>
                    <a:pt x="238125" y="581025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vd1_text">
              <a:extLst>
                <a:ext uri="{FF2B5EF4-FFF2-40B4-BE49-F238E27FC236}">
                  <a16:creationId xmlns:a16="http://schemas.microsoft.com/office/drawing/2014/main" id="{54D64A86-C180-4B43-BD55-6465EA2876BB}"/>
                </a:ext>
              </a:extLst>
            </p:cNvPr>
            <p:cNvSpPr>
              <a:spLocks/>
            </p:cNvSpPr>
            <p:nvPr/>
          </p:nvSpPr>
          <p:spPr>
            <a:xfrm>
              <a:off x="9582150" y="3181350"/>
              <a:ext cx="1181100" cy="561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D1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5" name="module_dcf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B6C0985-FA70-60DE-A3DF-9529EB9E8892}"/>
              </a:ext>
            </a:extLst>
          </p:cNvPr>
          <p:cNvGrpSpPr/>
          <p:nvPr/>
        </p:nvGrpSpPr>
        <p:grpSpPr>
          <a:xfrm>
            <a:off x="6743700" y="3114675"/>
            <a:ext cx="1466850" cy="590550"/>
            <a:chOff x="6743700" y="3114675"/>
            <a:chExt cx="1466850" cy="590550"/>
          </a:xfrm>
        </p:grpSpPr>
        <p:sp>
          <p:nvSpPr>
            <p:cNvPr id="15" name="dcf_0_bg">
              <a:extLst>
                <a:ext uri="{FF2B5EF4-FFF2-40B4-BE49-F238E27FC236}">
                  <a16:creationId xmlns:a16="http://schemas.microsoft.com/office/drawing/2014/main" id="{BDDE803F-7F22-45C2-8D5F-65481F4182EC}"/>
                </a:ext>
              </a:extLst>
            </p:cNvPr>
            <p:cNvSpPr>
              <a:spLocks/>
            </p:cNvSpPr>
            <p:nvPr/>
          </p:nvSpPr>
          <p:spPr>
            <a:xfrm>
              <a:off x="6743700" y="3114675"/>
              <a:ext cx="1466850" cy="590550"/>
            </a:xfrm>
            <a:prstGeom prst="roundRect">
              <a:avLst>
                <a:gd name="adj" fmla="val 19355"/>
              </a:avLst>
            </a:prstGeom>
            <a:gradFill flip="none" rotWithShape="1">
              <a:gsLst>
                <a:gs pos="0">
                  <a:srgbClr val="FFF9E4"/>
                </a:gs>
                <a:gs pos="100000">
                  <a:srgbClr val="FFEAB4"/>
                </a:gs>
              </a:gsLst>
              <a:lin ang="5400000" scaled="1"/>
              <a:tileRect/>
            </a:gradFill>
            <a:ln w="12383">
              <a:solidFill>
                <a:srgbClr val="C49B25"/>
              </a:solidFill>
            </a:ln>
          </p:spPr>
        </p:sp>
        <p:sp>
          <p:nvSpPr>
            <p:cNvPr id="16" name="dcf_0_text">
              <a:extLst>
                <a:ext uri="{FF2B5EF4-FFF2-40B4-BE49-F238E27FC236}">
                  <a16:creationId xmlns:a16="http://schemas.microsoft.com/office/drawing/2014/main" id="{E803B765-DE52-4EB5-B185-E7A918E65222}"/>
                </a:ext>
              </a:extLst>
            </p:cNvPr>
            <p:cNvSpPr>
              <a:spLocks/>
            </p:cNvSpPr>
            <p:nvPr/>
          </p:nvSpPr>
          <p:spPr>
            <a:xfrm>
              <a:off x="6810375" y="3143250"/>
              <a:ext cx="1333500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DCF-1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6" name="module_ve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E370E4C-2886-E81C-F27F-94CFCD56DFB7}"/>
              </a:ext>
            </a:extLst>
          </p:cNvPr>
          <p:cNvGrpSpPr/>
          <p:nvPr/>
        </p:nvGrpSpPr>
        <p:grpSpPr>
          <a:xfrm>
            <a:off x="3676650" y="3933825"/>
            <a:ext cx="1524001" cy="819151"/>
            <a:chOff x="3676650" y="3933825"/>
            <a:chExt cx="1524001" cy="819151"/>
          </a:xfrm>
        </p:grpSpPr>
        <p:sp>
          <p:nvSpPr>
            <p:cNvPr id="17" name="ve2_bg">
              <a:extLst>
                <a:ext uri="{FF2B5EF4-FFF2-40B4-BE49-F238E27FC236}">
                  <a16:creationId xmlns:a16="http://schemas.microsoft.com/office/drawing/2014/main" id="{C14C5557-98C9-473D-A5A9-D32B7476A1BF}"/>
                </a:ext>
              </a:extLst>
            </p:cNvPr>
            <p:cNvSpPr>
              <a:spLocks/>
            </p:cNvSpPr>
            <p:nvPr/>
          </p:nvSpPr>
          <p:spPr>
            <a:xfrm>
              <a:off x="3676650" y="4171950"/>
              <a:ext cx="1285875" cy="5810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42" name="ve2_out">
              <a:extLst>
                <a:ext uri="{FF2B5EF4-FFF2-40B4-BE49-F238E27FC236}">
                  <a16:creationId xmlns:a16="http://schemas.microsoft.com/office/drawing/2014/main" id="{EB66D0E9-F8CD-428C-BDA4-A03046264B0F}"/>
                </a:ext>
              </a:extLst>
            </p:cNvPr>
            <p:cNvSpPr>
              <a:spLocks/>
            </p:cNvSpPr>
            <p:nvPr/>
          </p:nvSpPr>
          <p:spPr>
            <a:xfrm>
              <a:off x="5181600" y="44529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4" name="ve2_top">
              <a:extLst>
                <a:ext uri="{FF2B5EF4-FFF2-40B4-BE49-F238E27FC236}">
                  <a16:creationId xmlns:a16="http://schemas.microsoft.com/office/drawing/2014/main" id="{7134BF1F-A58C-671C-077D-70B51AC16674}"/>
                </a:ext>
              </a:extLst>
            </p:cNvPr>
            <p:cNvSpPr/>
            <p:nvPr/>
          </p:nvSpPr>
          <p:spPr>
            <a:xfrm>
              <a:off x="3676650" y="3933825"/>
              <a:ext cx="1524001" cy="238126"/>
            </a:xfrm>
            <a:custGeom>
              <a:avLst/>
              <a:gdLst/>
              <a:ahLst/>
              <a:cxnLst/>
              <a:rect l="0" t="0" r="0" b="0"/>
              <a:pathLst>
                <a:path w="1524001" h="238126">
                  <a:moveTo>
                    <a:pt x="0" y="238125"/>
                  </a:moveTo>
                  <a:lnTo>
                    <a:pt x="238125" y="0"/>
                  </a:lnTo>
                  <a:lnTo>
                    <a:pt x="1524000" y="0"/>
                  </a:lnTo>
                  <a:lnTo>
                    <a:pt x="1285875" y="2381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ve2_side">
              <a:extLst>
                <a:ext uri="{FF2B5EF4-FFF2-40B4-BE49-F238E27FC236}">
                  <a16:creationId xmlns:a16="http://schemas.microsoft.com/office/drawing/2014/main" id="{F4A85C07-D448-67F3-E250-F9ADEE2113DA}"/>
                </a:ext>
              </a:extLst>
            </p:cNvPr>
            <p:cNvSpPr/>
            <p:nvPr/>
          </p:nvSpPr>
          <p:spPr>
            <a:xfrm>
              <a:off x="4962525" y="3933825"/>
              <a:ext cx="238126" cy="819151"/>
            </a:xfrm>
            <a:custGeom>
              <a:avLst/>
              <a:gdLst/>
              <a:ahLst/>
              <a:cxnLst/>
              <a:rect l="0" t="0" r="0" b="0"/>
              <a:pathLst>
                <a:path w="238126" h="819151">
                  <a:moveTo>
                    <a:pt x="0" y="238125"/>
                  </a:moveTo>
                  <a:lnTo>
                    <a:pt x="238125" y="0"/>
                  </a:lnTo>
                  <a:lnTo>
                    <a:pt x="238125" y="581025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ve2_text">
              <a:extLst>
                <a:ext uri="{FF2B5EF4-FFF2-40B4-BE49-F238E27FC236}">
                  <a16:creationId xmlns:a16="http://schemas.microsoft.com/office/drawing/2014/main" id="{A801E38B-8F26-4F7F-8D96-EF9FE2797D92}"/>
                </a:ext>
              </a:extLst>
            </p:cNvPr>
            <p:cNvSpPr>
              <a:spLocks/>
            </p:cNvSpPr>
            <p:nvPr/>
          </p:nvSpPr>
          <p:spPr>
            <a:xfrm>
              <a:off x="3705225" y="4181475"/>
              <a:ext cx="1228725" cy="561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E2</a:t>
              </a:r>
              <a:endParaRPr sz="2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7" name="module_vd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6660D9D-5A77-602C-9507-98696815BC8B}"/>
              </a:ext>
            </a:extLst>
          </p:cNvPr>
          <p:cNvGrpSpPr/>
          <p:nvPr/>
        </p:nvGrpSpPr>
        <p:grpSpPr>
          <a:xfrm>
            <a:off x="9553575" y="3933825"/>
            <a:ext cx="1476376" cy="819151"/>
            <a:chOff x="9553575" y="3933825"/>
            <a:chExt cx="1476376" cy="819151"/>
          </a:xfrm>
        </p:grpSpPr>
        <p:sp>
          <p:nvSpPr>
            <p:cNvPr id="19" name="vd2_bg">
              <a:extLst>
                <a:ext uri="{FF2B5EF4-FFF2-40B4-BE49-F238E27FC236}">
                  <a16:creationId xmlns:a16="http://schemas.microsoft.com/office/drawing/2014/main" id="{61419A06-70D3-4083-A18B-2D431D80F0EC}"/>
                </a:ext>
              </a:extLst>
            </p:cNvPr>
            <p:cNvSpPr>
              <a:spLocks/>
            </p:cNvSpPr>
            <p:nvPr/>
          </p:nvSpPr>
          <p:spPr>
            <a:xfrm>
              <a:off x="9553575" y="4171950"/>
              <a:ext cx="1238250" cy="58102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3" name="vd2_out">
              <a:extLst>
                <a:ext uri="{FF2B5EF4-FFF2-40B4-BE49-F238E27FC236}">
                  <a16:creationId xmlns:a16="http://schemas.microsoft.com/office/drawing/2014/main" id="{AA73766B-F50F-480B-A16A-B0350460D6ED}"/>
                </a:ext>
              </a:extLst>
            </p:cNvPr>
            <p:cNvSpPr>
              <a:spLocks/>
            </p:cNvSpPr>
            <p:nvPr/>
          </p:nvSpPr>
          <p:spPr>
            <a:xfrm>
              <a:off x="11010900" y="44529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6" name="vd2_top">
              <a:extLst>
                <a:ext uri="{FF2B5EF4-FFF2-40B4-BE49-F238E27FC236}">
                  <a16:creationId xmlns:a16="http://schemas.microsoft.com/office/drawing/2014/main" id="{B1662B40-51F9-CE30-B815-CEF6E569F032}"/>
                </a:ext>
              </a:extLst>
            </p:cNvPr>
            <p:cNvSpPr/>
            <p:nvPr/>
          </p:nvSpPr>
          <p:spPr>
            <a:xfrm>
              <a:off x="9553575" y="3933825"/>
              <a:ext cx="1476376" cy="238126"/>
            </a:xfrm>
            <a:custGeom>
              <a:avLst/>
              <a:gdLst/>
              <a:ahLst/>
              <a:cxnLst/>
              <a:rect l="0" t="0" r="0" b="0"/>
              <a:pathLst>
                <a:path w="1476376" h="238126">
                  <a:moveTo>
                    <a:pt x="0" y="238125"/>
                  </a:moveTo>
                  <a:lnTo>
                    <a:pt x="238125" y="0"/>
                  </a:lnTo>
                  <a:lnTo>
                    <a:pt x="1476375" y="0"/>
                  </a:lnTo>
                  <a:lnTo>
                    <a:pt x="1238250" y="2381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vd2_side">
              <a:extLst>
                <a:ext uri="{FF2B5EF4-FFF2-40B4-BE49-F238E27FC236}">
                  <a16:creationId xmlns:a16="http://schemas.microsoft.com/office/drawing/2014/main" id="{7C340756-C59B-9553-2CCC-6CF776CC9F7C}"/>
                </a:ext>
              </a:extLst>
            </p:cNvPr>
            <p:cNvSpPr/>
            <p:nvPr/>
          </p:nvSpPr>
          <p:spPr>
            <a:xfrm>
              <a:off x="10791825" y="3933825"/>
              <a:ext cx="238126" cy="819151"/>
            </a:xfrm>
            <a:custGeom>
              <a:avLst/>
              <a:gdLst/>
              <a:ahLst/>
              <a:cxnLst/>
              <a:rect l="0" t="0" r="0" b="0"/>
              <a:pathLst>
                <a:path w="238126" h="819151">
                  <a:moveTo>
                    <a:pt x="0" y="238125"/>
                  </a:moveTo>
                  <a:lnTo>
                    <a:pt x="238125" y="0"/>
                  </a:lnTo>
                  <a:lnTo>
                    <a:pt x="238125" y="581025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vd2_text">
              <a:extLst>
                <a:ext uri="{FF2B5EF4-FFF2-40B4-BE49-F238E27FC236}">
                  <a16:creationId xmlns:a16="http://schemas.microsoft.com/office/drawing/2014/main" id="{AA1AC927-86CA-4294-833A-D220B2D0C76A}"/>
                </a:ext>
              </a:extLst>
            </p:cNvPr>
            <p:cNvSpPr>
              <a:spLocks/>
            </p:cNvSpPr>
            <p:nvPr/>
          </p:nvSpPr>
          <p:spPr>
            <a:xfrm>
              <a:off x="9582150" y="4181475"/>
              <a:ext cx="1181100" cy="561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D2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8" name="module_dcf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96D3A86-CC91-E6BA-658F-AA225F8349AF}"/>
              </a:ext>
            </a:extLst>
          </p:cNvPr>
          <p:cNvGrpSpPr/>
          <p:nvPr/>
        </p:nvGrpSpPr>
        <p:grpSpPr>
          <a:xfrm>
            <a:off x="6743700" y="4114800"/>
            <a:ext cx="1466850" cy="590550"/>
            <a:chOff x="6743700" y="4114800"/>
            <a:chExt cx="1466850" cy="590550"/>
          </a:xfrm>
        </p:grpSpPr>
        <p:sp>
          <p:nvSpPr>
            <p:cNvPr id="21" name="dcf_1_bg">
              <a:extLst>
                <a:ext uri="{FF2B5EF4-FFF2-40B4-BE49-F238E27FC236}">
                  <a16:creationId xmlns:a16="http://schemas.microsoft.com/office/drawing/2014/main" id="{EC291C5D-69EA-4C24-AEC1-20E3D57E78E1}"/>
                </a:ext>
              </a:extLst>
            </p:cNvPr>
            <p:cNvSpPr>
              <a:spLocks/>
            </p:cNvSpPr>
            <p:nvPr/>
          </p:nvSpPr>
          <p:spPr>
            <a:xfrm>
              <a:off x="6743700" y="4114800"/>
              <a:ext cx="1466850" cy="590550"/>
            </a:xfrm>
            <a:prstGeom prst="roundRect">
              <a:avLst>
                <a:gd name="adj" fmla="val 19355"/>
              </a:avLst>
            </a:prstGeom>
            <a:gradFill flip="none" rotWithShape="1">
              <a:gsLst>
                <a:gs pos="0">
                  <a:srgbClr val="FFF9E4"/>
                </a:gs>
                <a:gs pos="100000">
                  <a:srgbClr val="FFEAB4"/>
                </a:gs>
              </a:gsLst>
              <a:lin ang="5400000" scaled="1"/>
              <a:tileRect/>
            </a:gradFill>
            <a:ln w="12383">
              <a:solidFill>
                <a:srgbClr val="C49B25"/>
              </a:solidFill>
            </a:ln>
          </p:spPr>
        </p:sp>
        <p:sp>
          <p:nvSpPr>
            <p:cNvPr id="22" name="dcf_1_text">
              <a:extLst>
                <a:ext uri="{FF2B5EF4-FFF2-40B4-BE49-F238E27FC236}">
                  <a16:creationId xmlns:a16="http://schemas.microsoft.com/office/drawing/2014/main" id="{EBCE1783-D400-480A-973E-5E382153255A}"/>
                </a:ext>
              </a:extLst>
            </p:cNvPr>
            <p:cNvSpPr>
              <a:spLocks/>
            </p:cNvSpPr>
            <p:nvPr/>
          </p:nvSpPr>
          <p:spPr>
            <a:xfrm>
              <a:off x="6810375" y="4143375"/>
              <a:ext cx="1333500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DCF-2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9" name="module_ve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103A488-1F6A-52C7-915E-4C698874DEDF}"/>
              </a:ext>
            </a:extLst>
          </p:cNvPr>
          <p:cNvGrpSpPr/>
          <p:nvPr/>
        </p:nvGrpSpPr>
        <p:grpSpPr>
          <a:xfrm>
            <a:off x="3676650" y="4933950"/>
            <a:ext cx="1524001" cy="819151"/>
            <a:chOff x="3676650" y="4933950"/>
            <a:chExt cx="1524001" cy="819151"/>
          </a:xfrm>
        </p:grpSpPr>
        <p:sp>
          <p:nvSpPr>
            <p:cNvPr id="23" name="ve3_bg">
              <a:extLst>
                <a:ext uri="{FF2B5EF4-FFF2-40B4-BE49-F238E27FC236}">
                  <a16:creationId xmlns:a16="http://schemas.microsoft.com/office/drawing/2014/main" id="{F92DB7E3-B399-4BF2-A05E-20E4D22D28ED}"/>
                </a:ext>
              </a:extLst>
            </p:cNvPr>
            <p:cNvSpPr>
              <a:spLocks/>
            </p:cNvSpPr>
            <p:nvPr/>
          </p:nvSpPr>
          <p:spPr>
            <a:xfrm>
              <a:off x="3676650" y="5172075"/>
              <a:ext cx="1285875" cy="5810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44" name="ve3_out">
              <a:extLst>
                <a:ext uri="{FF2B5EF4-FFF2-40B4-BE49-F238E27FC236}">
                  <a16:creationId xmlns:a16="http://schemas.microsoft.com/office/drawing/2014/main" id="{FADF045F-4A18-46FD-8A23-52353B37D257}"/>
                </a:ext>
              </a:extLst>
            </p:cNvPr>
            <p:cNvSpPr>
              <a:spLocks/>
            </p:cNvSpPr>
            <p:nvPr/>
          </p:nvSpPr>
          <p:spPr>
            <a:xfrm>
              <a:off x="5181600" y="545306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8" name="ve3_top">
              <a:extLst>
                <a:ext uri="{FF2B5EF4-FFF2-40B4-BE49-F238E27FC236}">
                  <a16:creationId xmlns:a16="http://schemas.microsoft.com/office/drawing/2014/main" id="{8B92F86A-F249-C2F9-FE45-A5FFF7E3454E}"/>
                </a:ext>
              </a:extLst>
            </p:cNvPr>
            <p:cNvSpPr/>
            <p:nvPr/>
          </p:nvSpPr>
          <p:spPr>
            <a:xfrm>
              <a:off x="3676650" y="4933950"/>
              <a:ext cx="1524001" cy="238126"/>
            </a:xfrm>
            <a:custGeom>
              <a:avLst/>
              <a:gdLst/>
              <a:ahLst/>
              <a:cxnLst/>
              <a:rect l="0" t="0" r="0" b="0"/>
              <a:pathLst>
                <a:path w="1524001" h="238126">
                  <a:moveTo>
                    <a:pt x="0" y="238125"/>
                  </a:moveTo>
                  <a:lnTo>
                    <a:pt x="238125" y="0"/>
                  </a:lnTo>
                  <a:lnTo>
                    <a:pt x="1524000" y="0"/>
                  </a:lnTo>
                  <a:lnTo>
                    <a:pt x="1285875" y="2381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ve3_side">
              <a:extLst>
                <a:ext uri="{FF2B5EF4-FFF2-40B4-BE49-F238E27FC236}">
                  <a16:creationId xmlns:a16="http://schemas.microsoft.com/office/drawing/2014/main" id="{280D55DD-7CE0-FB22-0B7A-C978AAD6E6F9}"/>
                </a:ext>
              </a:extLst>
            </p:cNvPr>
            <p:cNvSpPr/>
            <p:nvPr/>
          </p:nvSpPr>
          <p:spPr>
            <a:xfrm>
              <a:off x="4962525" y="4933950"/>
              <a:ext cx="238126" cy="819151"/>
            </a:xfrm>
            <a:custGeom>
              <a:avLst/>
              <a:gdLst/>
              <a:ahLst/>
              <a:cxnLst/>
              <a:rect l="0" t="0" r="0" b="0"/>
              <a:pathLst>
                <a:path w="238126" h="819151">
                  <a:moveTo>
                    <a:pt x="0" y="238125"/>
                  </a:moveTo>
                  <a:lnTo>
                    <a:pt x="238125" y="0"/>
                  </a:lnTo>
                  <a:lnTo>
                    <a:pt x="238125" y="581025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ve3_text">
              <a:extLst>
                <a:ext uri="{FF2B5EF4-FFF2-40B4-BE49-F238E27FC236}">
                  <a16:creationId xmlns:a16="http://schemas.microsoft.com/office/drawing/2014/main" id="{4C45FB27-E3B1-4D2C-B4C3-B0F9FD4A6BDE}"/>
                </a:ext>
              </a:extLst>
            </p:cNvPr>
            <p:cNvSpPr>
              <a:spLocks/>
            </p:cNvSpPr>
            <p:nvPr/>
          </p:nvSpPr>
          <p:spPr>
            <a:xfrm>
              <a:off x="3705225" y="5181600"/>
              <a:ext cx="1228725" cy="561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E3</a:t>
              </a:r>
              <a:endParaRPr sz="2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0" name="module_vd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260035F-7E43-45C5-A2EA-7B223070C0C0}"/>
              </a:ext>
            </a:extLst>
          </p:cNvPr>
          <p:cNvGrpSpPr/>
          <p:nvPr/>
        </p:nvGrpSpPr>
        <p:grpSpPr>
          <a:xfrm>
            <a:off x="9553575" y="4933950"/>
            <a:ext cx="1476376" cy="819151"/>
            <a:chOff x="9553575" y="4933950"/>
            <a:chExt cx="1476376" cy="819151"/>
          </a:xfrm>
        </p:grpSpPr>
        <p:sp>
          <p:nvSpPr>
            <p:cNvPr id="25" name="vd3_bg">
              <a:extLst>
                <a:ext uri="{FF2B5EF4-FFF2-40B4-BE49-F238E27FC236}">
                  <a16:creationId xmlns:a16="http://schemas.microsoft.com/office/drawing/2014/main" id="{7C79E143-6164-42C3-863F-5EE1FC435FC8}"/>
                </a:ext>
              </a:extLst>
            </p:cNvPr>
            <p:cNvSpPr>
              <a:spLocks/>
            </p:cNvSpPr>
            <p:nvPr/>
          </p:nvSpPr>
          <p:spPr>
            <a:xfrm>
              <a:off x="9553575" y="5172075"/>
              <a:ext cx="1238250" cy="58102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5" name="vd3_out">
              <a:extLst>
                <a:ext uri="{FF2B5EF4-FFF2-40B4-BE49-F238E27FC236}">
                  <a16:creationId xmlns:a16="http://schemas.microsoft.com/office/drawing/2014/main" id="{D7B6FA39-FFC2-4226-A46D-6185E3C7FA8D}"/>
                </a:ext>
              </a:extLst>
            </p:cNvPr>
            <p:cNvSpPr>
              <a:spLocks/>
            </p:cNvSpPr>
            <p:nvPr/>
          </p:nvSpPr>
          <p:spPr>
            <a:xfrm>
              <a:off x="11010900" y="545306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0" name="vd3_top">
              <a:extLst>
                <a:ext uri="{FF2B5EF4-FFF2-40B4-BE49-F238E27FC236}">
                  <a16:creationId xmlns:a16="http://schemas.microsoft.com/office/drawing/2014/main" id="{8D6344F2-2BF7-4FD1-C8F8-11ED54C0FEB4}"/>
                </a:ext>
              </a:extLst>
            </p:cNvPr>
            <p:cNvSpPr/>
            <p:nvPr/>
          </p:nvSpPr>
          <p:spPr>
            <a:xfrm>
              <a:off x="9553575" y="4933950"/>
              <a:ext cx="1476376" cy="238126"/>
            </a:xfrm>
            <a:custGeom>
              <a:avLst/>
              <a:gdLst/>
              <a:ahLst/>
              <a:cxnLst/>
              <a:rect l="0" t="0" r="0" b="0"/>
              <a:pathLst>
                <a:path w="1476376" h="238126">
                  <a:moveTo>
                    <a:pt x="0" y="238125"/>
                  </a:moveTo>
                  <a:lnTo>
                    <a:pt x="238125" y="0"/>
                  </a:lnTo>
                  <a:lnTo>
                    <a:pt x="1476375" y="0"/>
                  </a:lnTo>
                  <a:lnTo>
                    <a:pt x="1238250" y="2381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vd3_side">
              <a:extLst>
                <a:ext uri="{FF2B5EF4-FFF2-40B4-BE49-F238E27FC236}">
                  <a16:creationId xmlns:a16="http://schemas.microsoft.com/office/drawing/2014/main" id="{1F630249-C987-CF23-7C15-05AC3A50A91C}"/>
                </a:ext>
              </a:extLst>
            </p:cNvPr>
            <p:cNvSpPr/>
            <p:nvPr/>
          </p:nvSpPr>
          <p:spPr>
            <a:xfrm>
              <a:off x="10791825" y="4933950"/>
              <a:ext cx="238126" cy="819151"/>
            </a:xfrm>
            <a:custGeom>
              <a:avLst/>
              <a:gdLst/>
              <a:ahLst/>
              <a:cxnLst/>
              <a:rect l="0" t="0" r="0" b="0"/>
              <a:pathLst>
                <a:path w="238126" h="819151">
                  <a:moveTo>
                    <a:pt x="0" y="238125"/>
                  </a:moveTo>
                  <a:lnTo>
                    <a:pt x="238125" y="0"/>
                  </a:lnTo>
                  <a:lnTo>
                    <a:pt x="238125" y="581025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vd3_text">
              <a:extLst>
                <a:ext uri="{FF2B5EF4-FFF2-40B4-BE49-F238E27FC236}">
                  <a16:creationId xmlns:a16="http://schemas.microsoft.com/office/drawing/2014/main" id="{CA24D600-CEA6-4AC4-8D15-8DC11F3FF1C8}"/>
                </a:ext>
              </a:extLst>
            </p:cNvPr>
            <p:cNvSpPr>
              <a:spLocks/>
            </p:cNvSpPr>
            <p:nvPr/>
          </p:nvSpPr>
          <p:spPr>
            <a:xfrm>
              <a:off x="9582150" y="5181600"/>
              <a:ext cx="1181100" cy="561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D3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1" name="module_ve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8896B57-CC31-6F5D-E5A5-78EE3EA13240}"/>
              </a:ext>
            </a:extLst>
          </p:cNvPr>
          <p:cNvGrpSpPr/>
          <p:nvPr/>
        </p:nvGrpSpPr>
        <p:grpSpPr>
          <a:xfrm>
            <a:off x="3676650" y="5934075"/>
            <a:ext cx="1524001" cy="819151"/>
            <a:chOff x="3676650" y="5934075"/>
            <a:chExt cx="1524001" cy="819151"/>
          </a:xfrm>
        </p:grpSpPr>
        <p:sp>
          <p:nvSpPr>
            <p:cNvPr id="27" name="ve4_bg">
              <a:extLst>
                <a:ext uri="{FF2B5EF4-FFF2-40B4-BE49-F238E27FC236}">
                  <a16:creationId xmlns:a16="http://schemas.microsoft.com/office/drawing/2014/main" id="{352257A5-33C4-4433-BA40-D139860919E6}"/>
                </a:ext>
              </a:extLst>
            </p:cNvPr>
            <p:cNvSpPr>
              <a:spLocks/>
            </p:cNvSpPr>
            <p:nvPr/>
          </p:nvSpPr>
          <p:spPr>
            <a:xfrm>
              <a:off x="3676650" y="6172200"/>
              <a:ext cx="1285875" cy="581025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46" name="ve4_out">
              <a:extLst>
                <a:ext uri="{FF2B5EF4-FFF2-40B4-BE49-F238E27FC236}">
                  <a16:creationId xmlns:a16="http://schemas.microsoft.com/office/drawing/2014/main" id="{E5AB1095-DDA7-449A-AA8A-6874BEA216EC}"/>
                </a:ext>
              </a:extLst>
            </p:cNvPr>
            <p:cNvSpPr>
              <a:spLocks/>
            </p:cNvSpPr>
            <p:nvPr/>
          </p:nvSpPr>
          <p:spPr>
            <a:xfrm>
              <a:off x="5181600" y="64531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2" name="ve4_top">
              <a:extLst>
                <a:ext uri="{FF2B5EF4-FFF2-40B4-BE49-F238E27FC236}">
                  <a16:creationId xmlns:a16="http://schemas.microsoft.com/office/drawing/2014/main" id="{907F9FD7-ED25-8E55-8D6A-E13BD3EE461F}"/>
                </a:ext>
              </a:extLst>
            </p:cNvPr>
            <p:cNvSpPr/>
            <p:nvPr/>
          </p:nvSpPr>
          <p:spPr>
            <a:xfrm>
              <a:off x="3676650" y="5934075"/>
              <a:ext cx="1524001" cy="238126"/>
            </a:xfrm>
            <a:custGeom>
              <a:avLst/>
              <a:gdLst/>
              <a:ahLst/>
              <a:cxnLst/>
              <a:rect l="0" t="0" r="0" b="0"/>
              <a:pathLst>
                <a:path w="1524001" h="238126">
                  <a:moveTo>
                    <a:pt x="0" y="238125"/>
                  </a:moveTo>
                  <a:lnTo>
                    <a:pt x="238125" y="0"/>
                  </a:lnTo>
                  <a:lnTo>
                    <a:pt x="1524000" y="0"/>
                  </a:lnTo>
                  <a:lnTo>
                    <a:pt x="1285875" y="2381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ve4_side">
              <a:extLst>
                <a:ext uri="{FF2B5EF4-FFF2-40B4-BE49-F238E27FC236}">
                  <a16:creationId xmlns:a16="http://schemas.microsoft.com/office/drawing/2014/main" id="{408FEA9C-4004-23F3-893C-E6A7C7E88406}"/>
                </a:ext>
              </a:extLst>
            </p:cNvPr>
            <p:cNvSpPr/>
            <p:nvPr/>
          </p:nvSpPr>
          <p:spPr>
            <a:xfrm>
              <a:off x="4962525" y="5934075"/>
              <a:ext cx="238126" cy="819151"/>
            </a:xfrm>
            <a:custGeom>
              <a:avLst/>
              <a:gdLst/>
              <a:ahLst/>
              <a:cxnLst/>
              <a:rect l="0" t="0" r="0" b="0"/>
              <a:pathLst>
                <a:path w="238126" h="819151">
                  <a:moveTo>
                    <a:pt x="0" y="238125"/>
                  </a:moveTo>
                  <a:lnTo>
                    <a:pt x="238125" y="0"/>
                  </a:lnTo>
                  <a:lnTo>
                    <a:pt x="238125" y="581025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ve4_text">
              <a:extLst>
                <a:ext uri="{FF2B5EF4-FFF2-40B4-BE49-F238E27FC236}">
                  <a16:creationId xmlns:a16="http://schemas.microsoft.com/office/drawing/2014/main" id="{3B6ED6F4-46BF-4E43-ACC7-A053E638ED52}"/>
                </a:ext>
              </a:extLst>
            </p:cNvPr>
            <p:cNvSpPr>
              <a:spLocks/>
            </p:cNvSpPr>
            <p:nvPr/>
          </p:nvSpPr>
          <p:spPr>
            <a:xfrm>
              <a:off x="3705225" y="6181725"/>
              <a:ext cx="1228725" cy="561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E4</a:t>
              </a:r>
              <a:endParaRPr sz="2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2" name="module_vd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DB0C91A-1CED-D931-2ABC-A5A1A41B7AD2}"/>
              </a:ext>
            </a:extLst>
          </p:cNvPr>
          <p:cNvGrpSpPr/>
          <p:nvPr/>
        </p:nvGrpSpPr>
        <p:grpSpPr>
          <a:xfrm>
            <a:off x="9553575" y="5934075"/>
            <a:ext cx="1476376" cy="819151"/>
            <a:chOff x="9553575" y="5934075"/>
            <a:chExt cx="1476376" cy="819151"/>
          </a:xfrm>
        </p:grpSpPr>
        <p:sp>
          <p:nvSpPr>
            <p:cNvPr id="29" name="vd4_bg">
              <a:extLst>
                <a:ext uri="{FF2B5EF4-FFF2-40B4-BE49-F238E27FC236}">
                  <a16:creationId xmlns:a16="http://schemas.microsoft.com/office/drawing/2014/main" id="{05A25D75-6202-4CA2-875B-9ADE338311D2}"/>
                </a:ext>
              </a:extLst>
            </p:cNvPr>
            <p:cNvSpPr>
              <a:spLocks/>
            </p:cNvSpPr>
            <p:nvPr/>
          </p:nvSpPr>
          <p:spPr>
            <a:xfrm>
              <a:off x="9553575" y="6172200"/>
              <a:ext cx="1238250" cy="58102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7" name="vd4_out">
              <a:extLst>
                <a:ext uri="{FF2B5EF4-FFF2-40B4-BE49-F238E27FC236}">
                  <a16:creationId xmlns:a16="http://schemas.microsoft.com/office/drawing/2014/main" id="{3AD499F5-3D3A-4F1D-8466-C96A60BE8648}"/>
                </a:ext>
              </a:extLst>
            </p:cNvPr>
            <p:cNvSpPr>
              <a:spLocks/>
            </p:cNvSpPr>
            <p:nvPr/>
          </p:nvSpPr>
          <p:spPr>
            <a:xfrm>
              <a:off x="11010900" y="64531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4" name="vd4_top">
              <a:extLst>
                <a:ext uri="{FF2B5EF4-FFF2-40B4-BE49-F238E27FC236}">
                  <a16:creationId xmlns:a16="http://schemas.microsoft.com/office/drawing/2014/main" id="{879E7516-458E-54CA-0CDB-9B7A9F6D6B47}"/>
                </a:ext>
              </a:extLst>
            </p:cNvPr>
            <p:cNvSpPr/>
            <p:nvPr/>
          </p:nvSpPr>
          <p:spPr>
            <a:xfrm>
              <a:off x="9553575" y="5934075"/>
              <a:ext cx="1476376" cy="238126"/>
            </a:xfrm>
            <a:custGeom>
              <a:avLst/>
              <a:gdLst/>
              <a:ahLst/>
              <a:cxnLst/>
              <a:rect l="0" t="0" r="0" b="0"/>
              <a:pathLst>
                <a:path w="1476376" h="238126">
                  <a:moveTo>
                    <a:pt x="0" y="238125"/>
                  </a:moveTo>
                  <a:lnTo>
                    <a:pt x="238125" y="0"/>
                  </a:lnTo>
                  <a:lnTo>
                    <a:pt x="1476375" y="0"/>
                  </a:lnTo>
                  <a:lnTo>
                    <a:pt x="1238250" y="2381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vd4_side">
              <a:extLst>
                <a:ext uri="{FF2B5EF4-FFF2-40B4-BE49-F238E27FC236}">
                  <a16:creationId xmlns:a16="http://schemas.microsoft.com/office/drawing/2014/main" id="{1772ABBF-E683-7D0F-9C22-308F778DE043}"/>
                </a:ext>
              </a:extLst>
            </p:cNvPr>
            <p:cNvSpPr/>
            <p:nvPr/>
          </p:nvSpPr>
          <p:spPr>
            <a:xfrm>
              <a:off x="10791825" y="5934075"/>
              <a:ext cx="238126" cy="819151"/>
            </a:xfrm>
            <a:custGeom>
              <a:avLst/>
              <a:gdLst/>
              <a:ahLst/>
              <a:cxnLst/>
              <a:rect l="0" t="0" r="0" b="0"/>
              <a:pathLst>
                <a:path w="238126" h="819151">
                  <a:moveTo>
                    <a:pt x="0" y="238125"/>
                  </a:moveTo>
                  <a:lnTo>
                    <a:pt x="238125" y="0"/>
                  </a:lnTo>
                  <a:lnTo>
                    <a:pt x="238125" y="581025"/>
                  </a:lnTo>
                  <a:lnTo>
                    <a:pt x="0" y="81915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vd4_text">
              <a:extLst>
                <a:ext uri="{FF2B5EF4-FFF2-40B4-BE49-F238E27FC236}">
                  <a16:creationId xmlns:a16="http://schemas.microsoft.com/office/drawing/2014/main" id="{43C862CD-EFDD-4FEE-A9B8-A16BA9374EDB}"/>
                </a:ext>
              </a:extLst>
            </p:cNvPr>
            <p:cNvSpPr>
              <a:spLocks/>
            </p:cNvSpPr>
            <p:nvPr/>
          </p:nvSpPr>
          <p:spPr>
            <a:xfrm>
              <a:off x="9582150" y="6181725"/>
              <a:ext cx="1181100" cy="561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D4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3" name="module_vb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95EB422-9D86-4E77-CBD4-5174C19ADA6E}"/>
              </a:ext>
            </a:extLst>
          </p:cNvPr>
          <p:cNvGrpSpPr/>
          <p:nvPr/>
        </p:nvGrpSpPr>
        <p:grpSpPr>
          <a:xfrm>
            <a:off x="6886575" y="6696075"/>
            <a:ext cx="1533526" cy="752476"/>
            <a:chOff x="6886575" y="6696075"/>
            <a:chExt cx="1533526" cy="752476"/>
          </a:xfrm>
        </p:grpSpPr>
        <p:sp>
          <p:nvSpPr>
            <p:cNvPr id="31" name="vb_bg">
              <a:extLst>
                <a:ext uri="{FF2B5EF4-FFF2-40B4-BE49-F238E27FC236}">
                  <a16:creationId xmlns:a16="http://schemas.microsoft.com/office/drawing/2014/main" id="{411C9D0A-8626-466A-8E5B-F886C145DACF}"/>
                </a:ext>
              </a:extLst>
            </p:cNvPr>
            <p:cNvSpPr>
              <a:spLocks/>
            </p:cNvSpPr>
            <p:nvPr/>
          </p:nvSpPr>
          <p:spPr>
            <a:xfrm>
              <a:off x="6886575" y="6934200"/>
              <a:ext cx="1295400" cy="51435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48" name="vb_out">
              <a:extLst>
                <a:ext uri="{FF2B5EF4-FFF2-40B4-BE49-F238E27FC236}">
                  <a16:creationId xmlns:a16="http://schemas.microsoft.com/office/drawing/2014/main" id="{21DBEBC5-3270-4590-A705-C66209091046}"/>
                </a:ext>
              </a:extLst>
            </p:cNvPr>
            <p:cNvSpPr>
              <a:spLocks/>
            </p:cNvSpPr>
            <p:nvPr/>
          </p:nvSpPr>
          <p:spPr>
            <a:xfrm>
              <a:off x="8401050" y="7181850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6" name="vb_top">
              <a:extLst>
                <a:ext uri="{FF2B5EF4-FFF2-40B4-BE49-F238E27FC236}">
                  <a16:creationId xmlns:a16="http://schemas.microsoft.com/office/drawing/2014/main" id="{713B9DBA-DCAB-39CB-5C64-E036C3EE7400}"/>
                </a:ext>
              </a:extLst>
            </p:cNvPr>
            <p:cNvSpPr/>
            <p:nvPr/>
          </p:nvSpPr>
          <p:spPr>
            <a:xfrm>
              <a:off x="6886575" y="6696075"/>
              <a:ext cx="1533526" cy="238126"/>
            </a:xfrm>
            <a:custGeom>
              <a:avLst/>
              <a:gdLst/>
              <a:ahLst/>
              <a:cxnLst/>
              <a:rect l="0" t="0" r="0" b="0"/>
              <a:pathLst>
                <a:path w="1533526" h="238126">
                  <a:moveTo>
                    <a:pt x="0" y="238125"/>
                  </a:moveTo>
                  <a:lnTo>
                    <a:pt x="238125" y="0"/>
                  </a:lnTo>
                  <a:lnTo>
                    <a:pt x="1533525" y="0"/>
                  </a:lnTo>
                  <a:lnTo>
                    <a:pt x="1295400" y="238125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vb_side">
              <a:extLst>
                <a:ext uri="{FF2B5EF4-FFF2-40B4-BE49-F238E27FC236}">
                  <a16:creationId xmlns:a16="http://schemas.microsoft.com/office/drawing/2014/main" id="{CC9911E6-D009-2C15-B63D-A601121A0E89}"/>
                </a:ext>
              </a:extLst>
            </p:cNvPr>
            <p:cNvSpPr/>
            <p:nvPr/>
          </p:nvSpPr>
          <p:spPr>
            <a:xfrm>
              <a:off x="8181975" y="6696075"/>
              <a:ext cx="238126" cy="752476"/>
            </a:xfrm>
            <a:custGeom>
              <a:avLst/>
              <a:gdLst/>
              <a:ahLst/>
              <a:cxnLst/>
              <a:rect l="0" t="0" r="0" b="0"/>
              <a:pathLst>
                <a:path w="238126" h="752476">
                  <a:moveTo>
                    <a:pt x="0" y="238125"/>
                  </a:moveTo>
                  <a:lnTo>
                    <a:pt x="238125" y="0"/>
                  </a:lnTo>
                  <a:lnTo>
                    <a:pt x="238125" y="514350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vb_text">
              <a:extLst>
                <a:ext uri="{FF2B5EF4-FFF2-40B4-BE49-F238E27FC236}">
                  <a16:creationId xmlns:a16="http://schemas.microsoft.com/office/drawing/2014/main" id="{1940F7BB-C72F-4640-B38F-345EADE4ED41}"/>
                </a:ext>
              </a:extLst>
            </p:cNvPr>
            <p:cNvSpPr>
              <a:spLocks/>
            </p:cNvSpPr>
            <p:nvPr/>
          </p:nvSpPr>
          <p:spPr>
            <a:xfrm>
              <a:off x="6915150" y="6943725"/>
              <a:ext cx="1238250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B</a:t>
              </a:r>
              <a:endParaRPr sz="2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4" name="module_vessel_sigmoi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3230C84-0384-7E0A-1E84-DD966879455B}"/>
              </a:ext>
            </a:extLst>
          </p:cNvPr>
          <p:cNvGrpSpPr/>
          <p:nvPr/>
        </p:nvGrpSpPr>
        <p:grpSpPr>
          <a:xfrm>
            <a:off x="12458700" y="2876550"/>
            <a:ext cx="1914525" cy="809625"/>
            <a:chOff x="12458700" y="2876550"/>
            <a:chExt cx="1914525" cy="809625"/>
          </a:xfrm>
        </p:grpSpPr>
        <p:sp>
          <p:nvSpPr>
            <p:cNvPr id="33" name="vessel_sigmoid_bg">
              <a:extLst>
                <a:ext uri="{FF2B5EF4-FFF2-40B4-BE49-F238E27FC236}">
                  <a16:creationId xmlns:a16="http://schemas.microsoft.com/office/drawing/2014/main" id="{ABF7F032-B05D-4571-BC96-5103417CDD90}"/>
                </a:ext>
              </a:extLst>
            </p:cNvPr>
            <p:cNvSpPr>
              <a:spLocks/>
            </p:cNvSpPr>
            <p:nvPr/>
          </p:nvSpPr>
          <p:spPr>
            <a:xfrm>
              <a:off x="12458700" y="2876550"/>
              <a:ext cx="1914525" cy="809625"/>
            </a:xfrm>
            <a:prstGeom prst="roundRect">
              <a:avLst>
                <a:gd name="adj" fmla="val 1411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4" name="vessel_sigmoid_text">
              <a:extLst>
                <a:ext uri="{FF2B5EF4-FFF2-40B4-BE49-F238E27FC236}">
                  <a16:creationId xmlns:a16="http://schemas.microsoft.com/office/drawing/2014/main" id="{6A7BA631-D178-4E51-8842-7A6225DEB78B}"/>
                </a:ext>
              </a:extLst>
            </p:cNvPr>
            <p:cNvSpPr>
              <a:spLocks/>
            </p:cNvSpPr>
            <p:nvPr/>
          </p:nvSpPr>
          <p:spPr>
            <a:xfrm>
              <a:off x="12525375" y="2905125"/>
              <a:ext cx="1781175" cy="7524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1×1</a:t>
              </a: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卷积</a:t>
              </a:r>
              <a:r>
                <a:rPr lang="en-US" altLang="zh-CN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+</a:t>
              </a:r>
            </a:p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Sigmoid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5" name="text_3">
            <a:extLst>
              <a:ext uri="{FF2B5EF4-FFF2-40B4-BE49-F238E27FC236}">
                <a16:creationId xmlns:a16="http://schemas.microsoft.com/office/drawing/2014/main" id="{842FCC10-4285-416E-BFC3-86A1F4D87ED2}"/>
              </a:ext>
            </a:extLst>
          </p:cNvPr>
          <p:cNvSpPr>
            <a:spLocks/>
          </p:cNvSpPr>
          <p:nvPr/>
        </p:nvSpPr>
        <p:spPr>
          <a:xfrm>
            <a:off x="13477875" y="3962400"/>
            <a:ext cx="2133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血管概率图</a:t>
            </a:r>
            <a:endParaRPr sz="24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7" name="vessel_training">
            <a:extLst>
              <a:ext uri="{FF2B5EF4-FFF2-40B4-BE49-F238E27FC236}">
                <a16:creationId xmlns:a16="http://schemas.microsoft.com/office/drawing/2014/main" id="{046B0CF5-336F-4E8A-B944-D80A8153BB20}"/>
              </a:ext>
            </a:extLst>
          </p:cNvPr>
          <p:cNvSpPr>
            <a:spLocks/>
          </p:cNvSpPr>
          <p:nvPr/>
        </p:nvSpPr>
        <p:spPr>
          <a:xfrm>
            <a:off x="1419225" y="7696200"/>
            <a:ext cx="3143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训练：</a:t>
            </a:r>
            <a:r>
              <a:rPr lang="en-US" sz="23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FIVES</a:t>
            </a:r>
            <a:endParaRPr sz="2325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8" name="vessel_external">
            <a:extLst>
              <a:ext uri="{FF2B5EF4-FFF2-40B4-BE49-F238E27FC236}">
                <a16:creationId xmlns:a16="http://schemas.microsoft.com/office/drawing/2014/main" id="{6CB7D69B-6290-48CE-8168-E0CACDA38698}"/>
              </a:ext>
            </a:extLst>
          </p:cNvPr>
          <p:cNvSpPr>
            <a:spLocks/>
          </p:cNvSpPr>
          <p:nvPr/>
        </p:nvSpPr>
        <p:spPr>
          <a:xfrm>
            <a:off x="5324475" y="7696200"/>
            <a:ext cx="35909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外部验证：</a:t>
            </a:r>
            <a:r>
              <a:rPr lang="en-US" sz="23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DRIVE</a:t>
            </a:r>
            <a:endParaRPr sz="2325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9" name="vessel_key">
            <a:extLst>
              <a:ext uri="{FF2B5EF4-FFF2-40B4-BE49-F238E27FC236}">
                <a16:creationId xmlns:a16="http://schemas.microsoft.com/office/drawing/2014/main" id="{CFA489B7-18BD-4436-8EBD-2C64BDA34556}"/>
              </a:ext>
            </a:extLst>
          </p:cNvPr>
          <p:cNvSpPr>
            <a:spLocks/>
          </p:cNvSpPr>
          <p:nvPr/>
        </p:nvSpPr>
        <p:spPr>
          <a:xfrm>
            <a:off x="9782175" y="7705725"/>
            <a:ext cx="56292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结论：</a:t>
            </a:r>
            <a:r>
              <a:rPr lang="en-US" altLang="zh-CN" sz="21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DCF</a:t>
            </a:r>
            <a:r>
              <a:rPr lang="zh-CN" altLang="en-US" sz="21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仅作用于</a:t>
            </a:r>
            <a:r>
              <a:rPr lang="en-US" altLang="zh-CN" sz="21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E1</a:t>
            </a:r>
            <a:r>
              <a:rPr lang="zh-CN" altLang="en-US" sz="21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、</a:t>
            </a:r>
            <a:r>
              <a:rPr lang="en-US" altLang="zh-CN" sz="21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E2</a:t>
            </a:r>
            <a:r>
              <a:rPr lang="zh-CN" altLang="en-US" sz="21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浅层跳跃连接</a:t>
            </a:r>
            <a:endParaRPr sz="21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43208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grpSp>
        <p:nvGrpSpPr>
          <p:cNvPr id="107" name="module_dcf_e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54861C5-2B57-D09C-73CE-14369DDAD504}"/>
              </a:ext>
            </a:extLst>
          </p:cNvPr>
          <p:cNvGrpSpPr/>
          <p:nvPr/>
        </p:nvGrpSpPr>
        <p:grpSpPr>
          <a:xfrm>
            <a:off x="609600" y="3038475"/>
            <a:ext cx="962026" cy="1657351"/>
            <a:chOff x="609600" y="3038475"/>
            <a:chExt cx="962026" cy="1657351"/>
          </a:xfrm>
        </p:grpSpPr>
        <p:sp>
          <p:nvSpPr>
            <p:cNvPr id="4" name="dcf_e_bg">
              <a:extLst>
                <a:ext uri="{FF2B5EF4-FFF2-40B4-BE49-F238E27FC236}">
                  <a16:creationId xmlns:a16="http://schemas.microsoft.com/office/drawing/2014/main" id="{FDC7BB56-5CF1-46CE-A4F3-C2134F4B16E3}"/>
                </a:ext>
              </a:extLst>
            </p:cNvPr>
            <p:cNvSpPr>
              <a:spLocks/>
            </p:cNvSpPr>
            <p:nvPr/>
          </p:nvSpPr>
          <p:spPr>
            <a:xfrm>
              <a:off x="609600" y="3314700"/>
              <a:ext cx="685800" cy="138112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2" name="dcf_e_out">
              <a:extLst>
                <a:ext uri="{FF2B5EF4-FFF2-40B4-BE49-F238E27FC236}">
                  <a16:creationId xmlns:a16="http://schemas.microsoft.com/office/drawing/2014/main" id="{B6987DAE-8986-4E2D-A788-8D841793D8B3}"/>
                </a:ext>
              </a:extLst>
            </p:cNvPr>
            <p:cNvSpPr>
              <a:spLocks/>
            </p:cNvSpPr>
            <p:nvPr/>
          </p:nvSpPr>
          <p:spPr>
            <a:xfrm>
              <a:off x="1552575" y="39957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4" name="dcf_e_top">
              <a:extLst>
                <a:ext uri="{FF2B5EF4-FFF2-40B4-BE49-F238E27FC236}">
                  <a16:creationId xmlns:a16="http://schemas.microsoft.com/office/drawing/2014/main" id="{BC6C73ED-74F2-6D6C-57A9-3955AA30AB6F}"/>
                </a:ext>
              </a:extLst>
            </p:cNvPr>
            <p:cNvSpPr/>
            <p:nvPr/>
          </p:nvSpPr>
          <p:spPr>
            <a:xfrm>
              <a:off x="609600" y="3038475"/>
              <a:ext cx="962026" cy="276226"/>
            </a:xfrm>
            <a:custGeom>
              <a:avLst/>
              <a:gdLst/>
              <a:ahLst/>
              <a:cxnLst/>
              <a:rect l="0" t="0" r="0" b="0"/>
              <a:pathLst>
                <a:path w="962026" h="276226">
                  <a:moveTo>
                    <a:pt x="0" y="276225"/>
                  </a:moveTo>
                  <a:lnTo>
                    <a:pt x="276225" y="0"/>
                  </a:lnTo>
                  <a:lnTo>
                    <a:pt x="962025" y="0"/>
                  </a:lnTo>
                  <a:lnTo>
                    <a:pt x="685800" y="2762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dcf_e_side">
              <a:extLst>
                <a:ext uri="{FF2B5EF4-FFF2-40B4-BE49-F238E27FC236}">
                  <a16:creationId xmlns:a16="http://schemas.microsoft.com/office/drawing/2014/main" id="{AA54561E-EB3C-11C8-93ED-B84B1730BA4C}"/>
                </a:ext>
              </a:extLst>
            </p:cNvPr>
            <p:cNvSpPr/>
            <p:nvPr/>
          </p:nvSpPr>
          <p:spPr>
            <a:xfrm>
              <a:off x="1295400" y="3038475"/>
              <a:ext cx="276226" cy="1657351"/>
            </a:xfrm>
            <a:custGeom>
              <a:avLst/>
              <a:gdLst/>
              <a:ahLst/>
              <a:cxnLst/>
              <a:rect l="0" t="0" r="0" b="0"/>
              <a:pathLst>
                <a:path w="276226" h="1657351">
                  <a:moveTo>
                    <a:pt x="0" y="276225"/>
                  </a:moveTo>
                  <a:lnTo>
                    <a:pt x="276225" y="0"/>
                  </a:lnTo>
                  <a:lnTo>
                    <a:pt x="276225" y="1381125"/>
                  </a:lnTo>
                  <a:lnTo>
                    <a:pt x="0" y="165735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module_dir_M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DF176BD-E4D8-EE72-B97A-9022FAF9E5F0}"/>
              </a:ext>
            </a:extLst>
          </p:cNvPr>
          <p:cNvGrpSpPr/>
          <p:nvPr/>
        </p:nvGrpSpPr>
        <p:grpSpPr>
          <a:xfrm>
            <a:off x="5314950" y="2400300"/>
            <a:ext cx="828676" cy="876301"/>
            <a:chOff x="5314950" y="2400300"/>
            <a:chExt cx="828676" cy="876301"/>
          </a:xfrm>
        </p:grpSpPr>
        <p:sp>
          <p:nvSpPr>
            <p:cNvPr id="8" name="dir_M0_bg">
              <a:extLst>
                <a:ext uri="{FF2B5EF4-FFF2-40B4-BE49-F238E27FC236}">
                  <a16:creationId xmlns:a16="http://schemas.microsoft.com/office/drawing/2014/main" id="{D228DD4E-26CF-49E6-9C09-A6ABC6868D71}"/>
                </a:ext>
              </a:extLst>
            </p:cNvPr>
            <p:cNvSpPr>
              <a:spLocks/>
            </p:cNvSpPr>
            <p:nvPr/>
          </p:nvSpPr>
          <p:spPr>
            <a:xfrm>
              <a:off x="5314950" y="2638425"/>
              <a:ext cx="590550" cy="63817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3" name="dir_M0_out">
              <a:extLst>
                <a:ext uri="{FF2B5EF4-FFF2-40B4-BE49-F238E27FC236}">
                  <a16:creationId xmlns:a16="http://schemas.microsoft.com/office/drawing/2014/main" id="{F949FB27-CF0B-42FD-A3DC-45737A53C81F}"/>
                </a:ext>
              </a:extLst>
            </p:cNvPr>
            <p:cNvSpPr>
              <a:spLocks/>
            </p:cNvSpPr>
            <p:nvPr/>
          </p:nvSpPr>
          <p:spPr>
            <a:xfrm>
              <a:off x="6124575" y="29479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7" name="dir_M0_top">
              <a:extLst>
                <a:ext uri="{FF2B5EF4-FFF2-40B4-BE49-F238E27FC236}">
                  <a16:creationId xmlns:a16="http://schemas.microsoft.com/office/drawing/2014/main" id="{6C703AC8-A8AD-3331-3BF4-5EB08C57A3CB}"/>
                </a:ext>
              </a:extLst>
            </p:cNvPr>
            <p:cNvSpPr/>
            <p:nvPr/>
          </p:nvSpPr>
          <p:spPr>
            <a:xfrm>
              <a:off x="5314950" y="2400300"/>
              <a:ext cx="828676" cy="238126"/>
            </a:xfrm>
            <a:custGeom>
              <a:avLst/>
              <a:gdLst/>
              <a:ahLst/>
              <a:cxnLst/>
              <a:rect l="0" t="0" r="0" b="0"/>
              <a:pathLst>
                <a:path w="828676" h="238126">
                  <a:moveTo>
                    <a:pt x="0" y="238125"/>
                  </a:moveTo>
                  <a:lnTo>
                    <a:pt x="238125" y="0"/>
                  </a:lnTo>
                  <a:lnTo>
                    <a:pt x="828675" y="0"/>
                  </a:lnTo>
                  <a:lnTo>
                    <a:pt x="590550" y="2381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dir_M0_side">
              <a:extLst>
                <a:ext uri="{FF2B5EF4-FFF2-40B4-BE49-F238E27FC236}">
                  <a16:creationId xmlns:a16="http://schemas.microsoft.com/office/drawing/2014/main" id="{16546CEC-7A40-5109-9112-2662C38705AA}"/>
                </a:ext>
              </a:extLst>
            </p:cNvPr>
            <p:cNvSpPr/>
            <p:nvPr/>
          </p:nvSpPr>
          <p:spPr>
            <a:xfrm>
              <a:off x="5905500" y="2400300"/>
              <a:ext cx="238126" cy="876301"/>
            </a:xfrm>
            <a:custGeom>
              <a:avLst/>
              <a:gdLst/>
              <a:ahLst/>
              <a:cxnLst/>
              <a:rect l="0" t="0" r="0" b="0"/>
              <a:pathLst>
                <a:path w="238126" h="876301">
                  <a:moveTo>
                    <a:pt x="0" y="238125"/>
                  </a:moveTo>
                  <a:lnTo>
                    <a:pt x="238125" y="0"/>
                  </a:lnTo>
                  <a:lnTo>
                    <a:pt x="238125" y="638175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module_dir_M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8EDE12D-9648-D2C5-F7F5-8F5C70BE2CB1}"/>
              </a:ext>
            </a:extLst>
          </p:cNvPr>
          <p:cNvGrpSpPr/>
          <p:nvPr/>
        </p:nvGrpSpPr>
        <p:grpSpPr>
          <a:xfrm>
            <a:off x="5314950" y="3495675"/>
            <a:ext cx="828676" cy="876301"/>
            <a:chOff x="5314950" y="3495675"/>
            <a:chExt cx="828676" cy="876301"/>
          </a:xfrm>
        </p:grpSpPr>
        <p:sp>
          <p:nvSpPr>
            <p:cNvPr id="11" name="dir_M1_bg">
              <a:extLst>
                <a:ext uri="{FF2B5EF4-FFF2-40B4-BE49-F238E27FC236}">
                  <a16:creationId xmlns:a16="http://schemas.microsoft.com/office/drawing/2014/main" id="{ABBA5908-E80F-4243-A726-89A4F1B08A59}"/>
                </a:ext>
              </a:extLst>
            </p:cNvPr>
            <p:cNvSpPr>
              <a:spLocks/>
            </p:cNvSpPr>
            <p:nvPr/>
          </p:nvSpPr>
          <p:spPr>
            <a:xfrm>
              <a:off x="5314950" y="3733800"/>
              <a:ext cx="590550" cy="638175"/>
            </a:xfrm>
            <a:prstGeom prst="rect">
              <a:avLst/>
            </a:prstGeom>
            <a:gradFill flip="none" rotWithShape="1">
              <a:gsLst>
                <a:gs pos="0">
                  <a:srgbClr val="B6E0B8"/>
                </a:gs>
                <a:gs pos="100000">
                  <a:srgbClr val="83C591"/>
                </a:gs>
              </a:gsLst>
              <a:lin ang="5400000" scaled="1"/>
              <a:tileRect/>
            </a:gradFill>
            <a:ln w="12383">
              <a:solidFill>
                <a:srgbClr val="4A9966"/>
              </a:solidFill>
            </a:ln>
          </p:spPr>
        </p:sp>
        <p:sp>
          <p:nvSpPr>
            <p:cNvPr id="44" name="dir_M1_out">
              <a:extLst>
                <a:ext uri="{FF2B5EF4-FFF2-40B4-BE49-F238E27FC236}">
                  <a16:creationId xmlns:a16="http://schemas.microsoft.com/office/drawing/2014/main" id="{0F02C246-E847-4FAA-8023-1A3CA7AA116D}"/>
                </a:ext>
              </a:extLst>
            </p:cNvPr>
            <p:cNvSpPr>
              <a:spLocks/>
            </p:cNvSpPr>
            <p:nvPr/>
          </p:nvSpPr>
          <p:spPr>
            <a:xfrm>
              <a:off x="6124575" y="404336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9" name="dir_M1_top">
              <a:extLst>
                <a:ext uri="{FF2B5EF4-FFF2-40B4-BE49-F238E27FC236}">
                  <a16:creationId xmlns:a16="http://schemas.microsoft.com/office/drawing/2014/main" id="{C75BDDC4-962B-0426-611D-AC41F21DDFED}"/>
                </a:ext>
              </a:extLst>
            </p:cNvPr>
            <p:cNvSpPr/>
            <p:nvPr/>
          </p:nvSpPr>
          <p:spPr>
            <a:xfrm>
              <a:off x="5314950" y="3495675"/>
              <a:ext cx="828676" cy="238126"/>
            </a:xfrm>
            <a:custGeom>
              <a:avLst/>
              <a:gdLst/>
              <a:ahLst/>
              <a:cxnLst/>
              <a:rect l="0" t="0" r="0" b="0"/>
              <a:pathLst>
                <a:path w="828676" h="238126">
                  <a:moveTo>
                    <a:pt x="0" y="238125"/>
                  </a:moveTo>
                  <a:lnTo>
                    <a:pt x="238125" y="0"/>
                  </a:lnTo>
                  <a:lnTo>
                    <a:pt x="828675" y="0"/>
                  </a:lnTo>
                  <a:lnTo>
                    <a:pt x="590550" y="238125"/>
                  </a:lnTo>
                  <a:close/>
                </a:path>
              </a:pathLst>
            </a:custGeom>
            <a:solidFill>
              <a:srgbClr val="B6E0B8"/>
            </a:solidFill>
            <a:ln w="11430">
              <a:solidFill>
                <a:srgbClr val="4A99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dir_M1_side">
              <a:extLst>
                <a:ext uri="{FF2B5EF4-FFF2-40B4-BE49-F238E27FC236}">
                  <a16:creationId xmlns:a16="http://schemas.microsoft.com/office/drawing/2014/main" id="{CF3DBEA1-C48A-8DD6-748D-B57A746CF444}"/>
                </a:ext>
              </a:extLst>
            </p:cNvPr>
            <p:cNvSpPr/>
            <p:nvPr/>
          </p:nvSpPr>
          <p:spPr>
            <a:xfrm>
              <a:off x="5905500" y="3495675"/>
              <a:ext cx="238126" cy="876301"/>
            </a:xfrm>
            <a:custGeom>
              <a:avLst/>
              <a:gdLst/>
              <a:ahLst/>
              <a:cxnLst/>
              <a:rect l="0" t="0" r="0" b="0"/>
              <a:pathLst>
                <a:path w="238126" h="876301">
                  <a:moveTo>
                    <a:pt x="0" y="238125"/>
                  </a:moveTo>
                  <a:lnTo>
                    <a:pt x="238125" y="0"/>
                  </a:lnTo>
                  <a:lnTo>
                    <a:pt x="238125" y="638175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4A9966"/>
            </a:solidFill>
            <a:ln w="11430">
              <a:solidFill>
                <a:srgbClr val="4A99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" name="module_dir_M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260E928-FCFC-A4B6-765F-432172993C75}"/>
              </a:ext>
            </a:extLst>
          </p:cNvPr>
          <p:cNvGrpSpPr/>
          <p:nvPr/>
        </p:nvGrpSpPr>
        <p:grpSpPr>
          <a:xfrm>
            <a:off x="5314950" y="4591050"/>
            <a:ext cx="828676" cy="876301"/>
            <a:chOff x="5314950" y="4591050"/>
            <a:chExt cx="828676" cy="876301"/>
          </a:xfrm>
        </p:grpSpPr>
        <p:sp>
          <p:nvSpPr>
            <p:cNvPr id="14" name="dir_M2_bg">
              <a:extLst>
                <a:ext uri="{FF2B5EF4-FFF2-40B4-BE49-F238E27FC236}">
                  <a16:creationId xmlns:a16="http://schemas.microsoft.com/office/drawing/2014/main" id="{72DB53FE-C6CB-4E53-A5B2-0D9A8DD5788B}"/>
                </a:ext>
              </a:extLst>
            </p:cNvPr>
            <p:cNvSpPr>
              <a:spLocks/>
            </p:cNvSpPr>
            <p:nvPr/>
          </p:nvSpPr>
          <p:spPr>
            <a:xfrm>
              <a:off x="5314950" y="4829175"/>
              <a:ext cx="590550" cy="638175"/>
            </a:xfrm>
            <a:prstGeom prst="rect">
              <a:avLst/>
            </a:prstGeom>
            <a:gradFill flip="none" rotWithShape="1">
              <a:gsLst>
                <a:gs pos="0">
                  <a:srgbClr val="FFE0B7"/>
                </a:gs>
                <a:gs pos="100000">
                  <a:srgbClr val="F1B071"/>
                </a:gs>
              </a:gsLst>
              <a:lin ang="5400000" scaled="1"/>
              <a:tileRect/>
            </a:gradFill>
            <a:ln w="12383">
              <a:solidFill>
                <a:srgbClr val="D08E44"/>
              </a:solidFill>
            </a:ln>
          </p:spPr>
        </p:sp>
        <p:sp>
          <p:nvSpPr>
            <p:cNvPr id="45" name="dir_M2_out">
              <a:extLst>
                <a:ext uri="{FF2B5EF4-FFF2-40B4-BE49-F238E27FC236}">
                  <a16:creationId xmlns:a16="http://schemas.microsoft.com/office/drawing/2014/main" id="{8D4E329B-0CBF-4D77-AF0D-FC922099ADF2}"/>
                </a:ext>
              </a:extLst>
            </p:cNvPr>
            <p:cNvSpPr>
              <a:spLocks/>
            </p:cNvSpPr>
            <p:nvPr/>
          </p:nvSpPr>
          <p:spPr>
            <a:xfrm>
              <a:off x="6124575" y="513873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1" name="dir_M2_top">
              <a:extLst>
                <a:ext uri="{FF2B5EF4-FFF2-40B4-BE49-F238E27FC236}">
                  <a16:creationId xmlns:a16="http://schemas.microsoft.com/office/drawing/2014/main" id="{4E74F799-C913-3C64-BFE9-DD4C0EBA938A}"/>
                </a:ext>
              </a:extLst>
            </p:cNvPr>
            <p:cNvSpPr/>
            <p:nvPr/>
          </p:nvSpPr>
          <p:spPr>
            <a:xfrm>
              <a:off x="5314950" y="4591050"/>
              <a:ext cx="828676" cy="238126"/>
            </a:xfrm>
            <a:custGeom>
              <a:avLst/>
              <a:gdLst/>
              <a:ahLst/>
              <a:cxnLst/>
              <a:rect l="0" t="0" r="0" b="0"/>
              <a:pathLst>
                <a:path w="828676" h="238126">
                  <a:moveTo>
                    <a:pt x="0" y="238125"/>
                  </a:moveTo>
                  <a:lnTo>
                    <a:pt x="238125" y="0"/>
                  </a:lnTo>
                  <a:lnTo>
                    <a:pt x="828675" y="0"/>
                  </a:lnTo>
                  <a:lnTo>
                    <a:pt x="590550" y="238125"/>
                  </a:lnTo>
                  <a:close/>
                </a:path>
              </a:pathLst>
            </a:custGeom>
            <a:solidFill>
              <a:srgbClr val="FFE0B7"/>
            </a:solidFill>
            <a:ln w="11430">
              <a:solidFill>
                <a:srgbClr val="D08E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dir_M2_side">
              <a:extLst>
                <a:ext uri="{FF2B5EF4-FFF2-40B4-BE49-F238E27FC236}">
                  <a16:creationId xmlns:a16="http://schemas.microsoft.com/office/drawing/2014/main" id="{8E3B2A52-7BAE-E06B-5EAD-6E9F986E095F}"/>
                </a:ext>
              </a:extLst>
            </p:cNvPr>
            <p:cNvSpPr/>
            <p:nvPr/>
          </p:nvSpPr>
          <p:spPr>
            <a:xfrm>
              <a:off x="5905500" y="4591050"/>
              <a:ext cx="238126" cy="876301"/>
            </a:xfrm>
            <a:custGeom>
              <a:avLst/>
              <a:gdLst/>
              <a:ahLst/>
              <a:cxnLst/>
              <a:rect l="0" t="0" r="0" b="0"/>
              <a:pathLst>
                <a:path w="238126" h="876301">
                  <a:moveTo>
                    <a:pt x="0" y="238125"/>
                  </a:moveTo>
                  <a:lnTo>
                    <a:pt x="238125" y="0"/>
                  </a:lnTo>
                  <a:lnTo>
                    <a:pt x="238125" y="638175"/>
                  </a:lnTo>
                  <a:lnTo>
                    <a:pt x="0" y="876300"/>
                  </a:lnTo>
                  <a:close/>
                </a:path>
              </a:pathLst>
            </a:custGeom>
            <a:solidFill>
              <a:srgbClr val="D08E44"/>
            </a:solidFill>
            <a:ln w="11430">
              <a:solidFill>
                <a:srgbClr val="D08E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7" name="module_dir_projecte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4E87059-C42F-D6CA-9672-7CADECD2C247}"/>
              </a:ext>
            </a:extLst>
          </p:cNvPr>
          <p:cNvGrpSpPr/>
          <p:nvPr/>
        </p:nvGrpSpPr>
        <p:grpSpPr>
          <a:xfrm>
            <a:off x="10982325" y="3381375"/>
            <a:ext cx="561976" cy="962026"/>
            <a:chOff x="10982325" y="3381375"/>
            <a:chExt cx="561976" cy="962026"/>
          </a:xfrm>
        </p:grpSpPr>
        <p:sp>
          <p:nvSpPr>
            <p:cNvPr id="19" name="dir_projected_bg">
              <a:extLst>
                <a:ext uri="{FF2B5EF4-FFF2-40B4-BE49-F238E27FC236}">
                  <a16:creationId xmlns:a16="http://schemas.microsoft.com/office/drawing/2014/main" id="{9A3A2AFA-621E-4204-BC5D-37CEC591EF35}"/>
                </a:ext>
              </a:extLst>
            </p:cNvPr>
            <p:cNvSpPr>
              <a:spLocks/>
            </p:cNvSpPr>
            <p:nvPr/>
          </p:nvSpPr>
          <p:spPr>
            <a:xfrm>
              <a:off x="10982325" y="3552825"/>
              <a:ext cx="390525" cy="79057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6" name="dir_projected_out">
              <a:extLst>
                <a:ext uri="{FF2B5EF4-FFF2-40B4-BE49-F238E27FC236}">
                  <a16:creationId xmlns:a16="http://schemas.microsoft.com/office/drawing/2014/main" id="{1247CB69-CD8F-4DC3-8948-C08375988260}"/>
                </a:ext>
              </a:extLst>
            </p:cNvPr>
            <p:cNvSpPr>
              <a:spLocks/>
            </p:cNvSpPr>
            <p:nvPr/>
          </p:nvSpPr>
          <p:spPr>
            <a:xfrm>
              <a:off x="11525250" y="39385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3" name="dir_projected_top">
              <a:extLst>
                <a:ext uri="{FF2B5EF4-FFF2-40B4-BE49-F238E27FC236}">
                  <a16:creationId xmlns:a16="http://schemas.microsoft.com/office/drawing/2014/main" id="{E34E24CB-9CA6-9426-8AD3-EE6A52E1FC94}"/>
                </a:ext>
              </a:extLst>
            </p:cNvPr>
            <p:cNvSpPr/>
            <p:nvPr/>
          </p:nvSpPr>
          <p:spPr>
            <a:xfrm>
              <a:off x="10982325" y="3381375"/>
              <a:ext cx="561976" cy="171451"/>
            </a:xfrm>
            <a:custGeom>
              <a:avLst/>
              <a:gdLst/>
              <a:ahLst/>
              <a:cxnLst/>
              <a:rect l="0" t="0" r="0" b="0"/>
              <a:pathLst>
                <a:path w="561976" h="171451">
                  <a:moveTo>
                    <a:pt x="0" y="171450"/>
                  </a:moveTo>
                  <a:lnTo>
                    <a:pt x="171450" y="0"/>
                  </a:lnTo>
                  <a:lnTo>
                    <a:pt x="561975" y="0"/>
                  </a:lnTo>
                  <a:lnTo>
                    <a:pt x="390525" y="171450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dir_projected_side">
              <a:extLst>
                <a:ext uri="{FF2B5EF4-FFF2-40B4-BE49-F238E27FC236}">
                  <a16:creationId xmlns:a16="http://schemas.microsoft.com/office/drawing/2014/main" id="{06D77D64-59D1-22D3-E916-34F9CAA6B4A1}"/>
                </a:ext>
              </a:extLst>
            </p:cNvPr>
            <p:cNvSpPr/>
            <p:nvPr/>
          </p:nvSpPr>
          <p:spPr>
            <a:xfrm>
              <a:off x="11372850" y="3381375"/>
              <a:ext cx="171451" cy="962026"/>
            </a:xfrm>
            <a:custGeom>
              <a:avLst/>
              <a:gdLst/>
              <a:ahLst/>
              <a:cxnLst/>
              <a:rect l="0" t="0" r="0" b="0"/>
              <a:pathLst>
                <a:path w="171451" h="962026">
                  <a:moveTo>
                    <a:pt x="0" y="171450"/>
                  </a:moveTo>
                  <a:lnTo>
                    <a:pt x="171450" y="0"/>
                  </a:lnTo>
                  <a:lnTo>
                    <a:pt x="171450" y="790575"/>
                  </a:lnTo>
                  <a:lnTo>
                    <a:pt x="0" y="96202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9" name="module_dir_enhance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9E851C9-7918-B681-5A38-0FF8516C23BC}"/>
              </a:ext>
            </a:extLst>
          </p:cNvPr>
          <p:cNvGrpSpPr/>
          <p:nvPr/>
        </p:nvGrpSpPr>
        <p:grpSpPr>
          <a:xfrm>
            <a:off x="12763500" y="3038475"/>
            <a:ext cx="876301" cy="1514476"/>
            <a:chOff x="12763500" y="3038475"/>
            <a:chExt cx="876301" cy="1514476"/>
          </a:xfrm>
        </p:grpSpPr>
        <p:sp>
          <p:nvSpPr>
            <p:cNvPr id="22" name="dir_enhanced_bg">
              <a:extLst>
                <a:ext uri="{FF2B5EF4-FFF2-40B4-BE49-F238E27FC236}">
                  <a16:creationId xmlns:a16="http://schemas.microsoft.com/office/drawing/2014/main" id="{087D3970-77CF-4CA9-9A28-36ED83FE2371}"/>
                </a:ext>
              </a:extLst>
            </p:cNvPr>
            <p:cNvSpPr>
              <a:spLocks/>
            </p:cNvSpPr>
            <p:nvPr/>
          </p:nvSpPr>
          <p:spPr>
            <a:xfrm>
              <a:off x="12763500" y="3295650"/>
              <a:ext cx="619125" cy="125730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7" name="dir_enhanced_out">
              <a:extLst>
                <a:ext uri="{FF2B5EF4-FFF2-40B4-BE49-F238E27FC236}">
                  <a16:creationId xmlns:a16="http://schemas.microsoft.com/office/drawing/2014/main" id="{75444037-F8F7-44B1-8FFA-449F7B63977E}"/>
                </a:ext>
              </a:extLst>
            </p:cNvPr>
            <p:cNvSpPr>
              <a:spLocks/>
            </p:cNvSpPr>
            <p:nvPr/>
          </p:nvSpPr>
          <p:spPr>
            <a:xfrm>
              <a:off x="13620750" y="391477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5" name="dir_enhanced_top">
              <a:extLst>
                <a:ext uri="{FF2B5EF4-FFF2-40B4-BE49-F238E27FC236}">
                  <a16:creationId xmlns:a16="http://schemas.microsoft.com/office/drawing/2014/main" id="{33855C22-FEAD-93BB-B7F8-DF979D4CBF78}"/>
                </a:ext>
              </a:extLst>
            </p:cNvPr>
            <p:cNvSpPr/>
            <p:nvPr/>
          </p:nvSpPr>
          <p:spPr>
            <a:xfrm>
              <a:off x="12763500" y="3038475"/>
              <a:ext cx="876301" cy="257176"/>
            </a:xfrm>
            <a:custGeom>
              <a:avLst/>
              <a:gdLst/>
              <a:ahLst/>
              <a:cxnLst/>
              <a:rect l="0" t="0" r="0" b="0"/>
              <a:pathLst>
                <a:path w="876301" h="257176">
                  <a:moveTo>
                    <a:pt x="0" y="257175"/>
                  </a:moveTo>
                  <a:lnTo>
                    <a:pt x="257175" y="0"/>
                  </a:lnTo>
                  <a:lnTo>
                    <a:pt x="876300" y="0"/>
                  </a:lnTo>
                  <a:lnTo>
                    <a:pt x="619125" y="25717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dir_enhanced_side">
              <a:extLst>
                <a:ext uri="{FF2B5EF4-FFF2-40B4-BE49-F238E27FC236}">
                  <a16:creationId xmlns:a16="http://schemas.microsoft.com/office/drawing/2014/main" id="{3F438E4D-17D8-61A4-B8D4-DB25A5EA8255}"/>
                </a:ext>
              </a:extLst>
            </p:cNvPr>
            <p:cNvSpPr/>
            <p:nvPr/>
          </p:nvSpPr>
          <p:spPr>
            <a:xfrm>
              <a:off x="13382625" y="3038475"/>
              <a:ext cx="257176" cy="1514476"/>
            </a:xfrm>
            <a:custGeom>
              <a:avLst/>
              <a:gdLst/>
              <a:ahLst/>
              <a:cxnLst/>
              <a:rect l="0" t="0" r="0" b="0"/>
              <a:pathLst>
                <a:path w="257176" h="1514476">
                  <a:moveTo>
                    <a:pt x="0" y="257175"/>
                  </a:moveTo>
                  <a:lnTo>
                    <a:pt x="257175" y="0"/>
                  </a:lnTo>
                  <a:lnTo>
                    <a:pt x="257175" y="1257300"/>
                  </a:lnTo>
                  <a:lnTo>
                    <a:pt x="0" y="151447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0" name="module_gate_E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A2F66A8-C10F-C950-67D7-1433738127DD}"/>
              </a:ext>
            </a:extLst>
          </p:cNvPr>
          <p:cNvGrpSpPr/>
          <p:nvPr/>
        </p:nvGrpSpPr>
        <p:grpSpPr>
          <a:xfrm>
            <a:off x="609600" y="5400675"/>
            <a:ext cx="962026" cy="885826"/>
            <a:chOff x="609600" y="5400675"/>
            <a:chExt cx="962026" cy="885826"/>
          </a:xfrm>
        </p:grpSpPr>
        <p:sp>
          <p:nvSpPr>
            <p:cNvPr id="24" name="gate_E_bg">
              <a:extLst>
                <a:ext uri="{FF2B5EF4-FFF2-40B4-BE49-F238E27FC236}">
                  <a16:creationId xmlns:a16="http://schemas.microsoft.com/office/drawing/2014/main" id="{C47D886B-2FA9-429A-B467-C11EFB5E3EAB}"/>
                </a:ext>
              </a:extLst>
            </p:cNvPr>
            <p:cNvSpPr>
              <a:spLocks/>
            </p:cNvSpPr>
            <p:nvPr/>
          </p:nvSpPr>
          <p:spPr>
            <a:xfrm>
              <a:off x="609600" y="5638800"/>
              <a:ext cx="723900" cy="647700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48" name="gate_E_out">
              <a:extLst>
                <a:ext uri="{FF2B5EF4-FFF2-40B4-BE49-F238E27FC236}">
                  <a16:creationId xmlns:a16="http://schemas.microsoft.com/office/drawing/2014/main" id="{F75E8DC9-FA5D-4EC4-9398-DAD398CCA391}"/>
                </a:ext>
              </a:extLst>
            </p:cNvPr>
            <p:cNvSpPr>
              <a:spLocks/>
            </p:cNvSpPr>
            <p:nvPr/>
          </p:nvSpPr>
          <p:spPr>
            <a:xfrm>
              <a:off x="1552575" y="59531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7" name="gate_E_top">
              <a:extLst>
                <a:ext uri="{FF2B5EF4-FFF2-40B4-BE49-F238E27FC236}">
                  <a16:creationId xmlns:a16="http://schemas.microsoft.com/office/drawing/2014/main" id="{1DCCB895-4549-16BF-1D8C-605DEFD57E7C}"/>
                </a:ext>
              </a:extLst>
            </p:cNvPr>
            <p:cNvSpPr/>
            <p:nvPr/>
          </p:nvSpPr>
          <p:spPr>
            <a:xfrm>
              <a:off x="609600" y="5400675"/>
              <a:ext cx="962026" cy="238126"/>
            </a:xfrm>
            <a:custGeom>
              <a:avLst/>
              <a:gdLst/>
              <a:ahLst/>
              <a:cxnLst/>
              <a:rect l="0" t="0" r="0" b="0"/>
              <a:pathLst>
                <a:path w="962026" h="238126">
                  <a:moveTo>
                    <a:pt x="0" y="238125"/>
                  </a:moveTo>
                  <a:lnTo>
                    <a:pt x="238125" y="0"/>
                  </a:lnTo>
                  <a:lnTo>
                    <a:pt x="962025" y="0"/>
                  </a:lnTo>
                  <a:lnTo>
                    <a:pt x="723900" y="23812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gate_E_side">
              <a:extLst>
                <a:ext uri="{FF2B5EF4-FFF2-40B4-BE49-F238E27FC236}">
                  <a16:creationId xmlns:a16="http://schemas.microsoft.com/office/drawing/2014/main" id="{A5E6208A-F2F6-E8A3-71DD-1E7F0395E0F0}"/>
                </a:ext>
              </a:extLst>
            </p:cNvPr>
            <p:cNvSpPr/>
            <p:nvPr/>
          </p:nvSpPr>
          <p:spPr>
            <a:xfrm>
              <a:off x="1333500" y="5400675"/>
              <a:ext cx="238126" cy="885826"/>
            </a:xfrm>
            <a:custGeom>
              <a:avLst/>
              <a:gdLst/>
              <a:ahLst/>
              <a:cxnLst/>
              <a:rect l="0" t="0" r="0" b="0"/>
              <a:pathLst>
                <a:path w="238126" h="885826">
                  <a:moveTo>
                    <a:pt x="0" y="238125"/>
                  </a:moveTo>
                  <a:lnTo>
                    <a:pt x="238125" y="0"/>
                  </a:lnTo>
                  <a:lnTo>
                    <a:pt x="238125" y="647700"/>
                  </a:lnTo>
                  <a:lnTo>
                    <a:pt x="0" y="885825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1" name="module_gate_U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9E54843-4C7B-3EEC-2881-2BFABD7D3B74}"/>
              </a:ext>
            </a:extLst>
          </p:cNvPr>
          <p:cNvGrpSpPr/>
          <p:nvPr/>
        </p:nvGrpSpPr>
        <p:grpSpPr>
          <a:xfrm>
            <a:off x="609600" y="6715125"/>
            <a:ext cx="962026" cy="790576"/>
            <a:chOff x="609600" y="6715125"/>
            <a:chExt cx="962026" cy="790576"/>
          </a:xfrm>
        </p:grpSpPr>
        <p:sp>
          <p:nvSpPr>
            <p:cNvPr id="26" name="gate_U_bg">
              <a:extLst>
                <a:ext uri="{FF2B5EF4-FFF2-40B4-BE49-F238E27FC236}">
                  <a16:creationId xmlns:a16="http://schemas.microsoft.com/office/drawing/2014/main" id="{09012C1E-E80A-4022-9FDE-16FC14F548D3}"/>
                </a:ext>
              </a:extLst>
            </p:cNvPr>
            <p:cNvSpPr>
              <a:spLocks/>
            </p:cNvSpPr>
            <p:nvPr/>
          </p:nvSpPr>
          <p:spPr>
            <a:xfrm>
              <a:off x="609600" y="6953250"/>
              <a:ext cx="723900" cy="552450"/>
            </a:xfrm>
            <a:prstGeom prst="rect">
              <a:avLst/>
            </a:prstGeom>
            <a:gradFill flip="none" rotWithShape="1">
              <a:gsLst>
                <a:gs pos="0">
                  <a:srgbClr val="DBC9F0"/>
                </a:gs>
                <a:gs pos="100000">
                  <a:srgbClr val="B299D9"/>
                </a:gs>
              </a:gsLst>
              <a:lin ang="5400000" scaled="1"/>
              <a:tileRect/>
            </a:gradFill>
            <a:ln w="12383">
              <a:solidFill>
                <a:srgbClr val="8B6AB9"/>
              </a:solidFill>
            </a:ln>
          </p:spPr>
        </p:sp>
        <p:sp>
          <p:nvSpPr>
            <p:cNvPr id="49" name="gate_U_out">
              <a:extLst>
                <a:ext uri="{FF2B5EF4-FFF2-40B4-BE49-F238E27FC236}">
                  <a16:creationId xmlns:a16="http://schemas.microsoft.com/office/drawing/2014/main" id="{3B0EA3BA-2D23-42BC-9B47-38A3ECDA77A3}"/>
                </a:ext>
              </a:extLst>
            </p:cNvPr>
            <p:cNvSpPr>
              <a:spLocks/>
            </p:cNvSpPr>
            <p:nvPr/>
          </p:nvSpPr>
          <p:spPr>
            <a:xfrm>
              <a:off x="1552575" y="7219950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9" name="gate_U_top">
              <a:extLst>
                <a:ext uri="{FF2B5EF4-FFF2-40B4-BE49-F238E27FC236}">
                  <a16:creationId xmlns:a16="http://schemas.microsoft.com/office/drawing/2014/main" id="{C7BB6D24-634D-7C3E-109D-D5C95C1AB7D2}"/>
                </a:ext>
              </a:extLst>
            </p:cNvPr>
            <p:cNvSpPr/>
            <p:nvPr/>
          </p:nvSpPr>
          <p:spPr>
            <a:xfrm>
              <a:off x="609600" y="6715125"/>
              <a:ext cx="962026" cy="238126"/>
            </a:xfrm>
            <a:custGeom>
              <a:avLst/>
              <a:gdLst/>
              <a:ahLst/>
              <a:cxnLst/>
              <a:rect l="0" t="0" r="0" b="0"/>
              <a:pathLst>
                <a:path w="962026" h="238126">
                  <a:moveTo>
                    <a:pt x="0" y="238125"/>
                  </a:moveTo>
                  <a:lnTo>
                    <a:pt x="238125" y="0"/>
                  </a:lnTo>
                  <a:lnTo>
                    <a:pt x="962025" y="0"/>
                  </a:lnTo>
                  <a:lnTo>
                    <a:pt x="723900" y="238125"/>
                  </a:lnTo>
                  <a:close/>
                </a:path>
              </a:pathLst>
            </a:custGeom>
            <a:solidFill>
              <a:srgbClr val="DBC9F0"/>
            </a:solidFill>
            <a:ln w="11430">
              <a:solidFill>
                <a:srgbClr val="8B6A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gate_U_side">
              <a:extLst>
                <a:ext uri="{FF2B5EF4-FFF2-40B4-BE49-F238E27FC236}">
                  <a16:creationId xmlns:a16="http://schemas.microsoft.com/office/drawing/2014/main" id="{145A8E28-19E1-9087-2391-C16CA56B55E5}"/>
                </a:ext>
              </a:extLst>
            </p:cNvPr>
            <p:cNvSpPr/>
            <p:nvPr/>
          </p:nvSpPr>
          <p:spPr>
            <a:xfrm>
              <a:off x="1333500" y="6715125"/>
              <a:ext cx="238126" cy="790576"/>
            </a:xfrm>
            <a:custGeom>
              <a:avLst/>
              <a:gdLst/>
              <a:ahLst/>
              <a:cxnLst/>
              <a:rect l="0" t="0" r="0" b="0"/>
              <a:pathLst>
                <a:path w="238126" h="790576">
                  <a:moveTo>
                    <a:pt x="0" y="238125"/>
                  </a:moveTo>
                  <a:lnTo>
                    <a:pt x="238125" y="0"/>
                  </a:lnTo>
                  <a:lnTo>
                    <a:pt x="238125" y="552450"/>
                  </a:lnTo>
                  <a:lnTo>
                    <a:pt x="0" y="790575"/>
                  </a:lnTo>
                  <a:close/>
                </a:path>
              </a:pathLst>
            </a:custGeom>
            <a:solidFill>
              <a:srgbClr val="8B6AB9"/>
            </a:solidFill>
            <a:ln w="11430">
              <a:solidFill>
                <a:srgbClr val="8B6A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4" name="module_spatial_weight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3328DDE-7AD3-8E70-8F84-647972040684}"/>
              </a:ext>
            </a:extLst>
          </p:cNvPr>
          <p:cNvGrpSpPr/>
          <p:nvPr/>
        </p:nvGrpSpPr>
        <p:grpSpPr>
          <a:xfrm>
            <a:off x="7086600" y="6115050"/>
            <a:ext cx="590551" cy="1104901"/>
            <a:chOff x="7086600" y="6115050"/>
            <a:chExt cx="590551" cy="1104901"/>
          </a:xfrm>
        </p:grpSpPr>
        <p:sp>
          <p:nvSpPr>
            <p:cNvPr id="32" name="spatial_weight_0_bg">
              <a:extLst>
                <a:ext uri="{FF2B5EF4-FFF2-40B4-BE49-F238E27FC236}">
                  <a16:creationId xmlns:a16="http://schemas.microsoft.com/office/drawing/2014/main" id="{551649F2-E0E0-488F-8623-7BDED4D3CAD6}"/>
                </a:ext>
              </a:extLst>
            </p:cNvPr>
            <p:cNvSpPr>
              <a:spLocks/>
            </p:cNvSpPr>
            <p:nvPr/>
          </p:nvSpPr>
          <p:spPr>
            <a:xfrm>
              <a:off x="7086600" y="6296025"/>
              <a:ext cx="409575" cy="923925"/>
            </a:xfrm>
            <a:prstGeom prst="rect">
              <a:avLst/>
            </a:prstGeom>
            <a:gradFill flip="none" rotWithShape="1">
              <a:gsLst>
                <a:gs pos="0">
                  <a:srgbClr val="D1E8FC"/>
                </a:gs>
                <a:gs pos="100000">
                  <a:srgbClr val="9FC9ED"/>
                </a:gs>
              </a:gsLst>
              <a:lin ang="5400000" scaled="1"/>
              <a:tileRect/>
            </a:gradFill>
            <a:ln w="12383">
              <a:solidFill>
                <a:srgbClr val="6BA5D5"/>
              </a:solidFill>
            </a:ln>
          </p:spPr>
        </p:sp>
        <p:sp>
          <p:nvSpPr>
            <p:cNvPr id="50" name="spatial_weight_0_out">
              <a:extLst>
                <a:ext uri="{FF2B5EF4-FFF2-40B4-BE49-F238E27FC236}">
                  <a16:creationId xmlns:a16="http://schemas.microsoft.com/office/drawing/2014/main" id="{586AD86C-CBF7-48A8-9EEF-499F0A737B66}"/>
                </a:ext>
              </a:extLst>
            </p:cNvPr>
            <p:cNvSpPr>
              <a:spLocks/>
            </p:cNvSpPr>
            <p:nvPr/>
          </p:nvSpPr>
          <p:spPr>
            <a:xfrm>
              <a:off x="7658100" y="674846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1" name="spatial_weight_0_top">
              <a:extLst>
                <a:ext uri="{FF2B5EF4-FFF2-40B4-BE49-F238E27FC236}">
                  <a16:creationId xmlns:a16="http://schemas.microsoft.com/office/drawing/2014/main" id="{C8C8668C-5715-8D5C-8CAC-B9B82E2F980E}"/>
                </a:ext>
              </a:extLst>
            </p:cNvPr>
            <p:cNvSpPr/>
            <p:nvPr/>
          </p:nvSpPr>
          <p:spPr>
            <a:xfrm>
              <a:off x="7086600" y="6115050"/>
              <a:ext cx="590551" cy="180976"/>
            </a:xfrm>
            <a:custGeom>
              <a:avLst/>
              <a:gdLst/>
              <a:ahLst/>
              <a:cxnLst/>
              <a:rect l="0" t="0" r="0" b="0"/>
              <a:pathLst>
                <a:path w="590551" h="180976">
                  <a:moveTo>
                    <a:pt x="0" y="180975"/>
                  </a:moveTo>
                  <a:lnTo>
                    <a:pt x="180975" y="0"/>
                  </a:lnTo>
                  <a:lnTo>
                    <a:pt x="590550" y="0"/>
                  </a:lnTo>
                  <a:lnTo>
                    <a:pt x="409575" y="180975"/>
                  </a:lnTo>
                  <a:close/>
                </a:path>
              </a:pathLst>
            </a:custGeom>
            <a:solidFill>
              <a:srgbClr val="D1E8FC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spatial_weight_0_side">
              <a:extLst>
                <a:ext uri="{FF2B5EF4-FFF2-40B4-BE49-F238E27FC236}">
                  <a16:creationId xmlns:a16="http://schemas.microsoft.com/office/drawing/2014/main" id="{CA221646-5976-C081-E52C-C2AC6342D59B}"/>
                </a:ext>
              </a:extLst>
            </p:cNvPr>
            <p:cNvSpPr/>
            <p:nvPr/>
          </p:nvSpPr>
          <p:spPr>
            <a:xfrm>
              <a:off x="7496175" y="6115050"/>
              <a:ext cx="180976" cy="1104901"/>
            </a:xfrm>
            <a:custGeom>
              <a:avLst/>
              <a:gdLst/>
              <a:ahLst/>
              <a:cxnLst/>
              <a:rect l="0" t="0" r="0" b="0"/>
              <a:pathLst>
                <a:path w="180976" h="1104901">
                  <a:moveTo>
                    <a:pt x="0" y="180975"/>
                  </a:moveTo>
                  <a:lnTo>
                    <a:pt x="180975" y="0"/>
                  </a:lnTo>
                  <a:lnTo>
                    <a:pt x="180975" y="923925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6BA5D5"/>
            </a:solidFill>
            <a:ln w="11430">
              <a:solidFill>
                <a:srgbClr val="6BA5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5" name="module_spatial_weight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20B1AA0-582C-A764-2DA7-828D93FD02BD}"/>
              </a:ext>
            </a:extLst>
          </p:cNvPr>
          <p:cNvGrpSpPr/>
          <p:nvPr/>
        </p:nvGrpSpPr>
        <p:grpSpPr>
          <a:xfrm>
            <a:off x="7591425" y="6115050"/>
            <a:ext cx="590551" cy="1104901"/>
            <a:chOff x="7591425" y="6115050"/>
            <a:chExt cx="590551" cy="1104901"/>
          </a:xfrm>
        </p:grpSpPr>
        <p:sp>
          <p:nvSpPr>
            <p:cNvPr id="33" name="spatial_weight_1_bg">
              <a:extLst>
                <a:ext uri="{FF2B5EF4-FFF2-40B4-BE49-F238E27FC236}">
                  <a16:creationId xmlns:a16="http://schemas.microsoft.com/office/drawing/2014/main" id="{ABC51E94-E6F5-411A-91AF-3EC5FF2C3457}"/>
                </a:ext>
              </a:extLst>
            </p:cNvPr>
            <p:cNvSpPr>
              <a:spLocks/>
            </p:cNvSpPr>
            <p:nvPr/>
          </p:nvSpPr>
          <p:spPr>
            <a:xfrm>
              <a:off x="7591425" y="6296025"/>
              <a:ext cx="409575" cy="923925"/>
            </a:xfrm>
            <a:prstGeom prst="rect">
              <a:avLst/>
            </a:prstGeom>
            <a:gradFill flip="none" rotWithShape="1">
              <a:gsLst>
                <a:gs pos="0">
                  <a:srgbClr val="B6E0B8"/>
                </a:gs>
                <a:gs pos="100000">
                  <a:srgbClr val="83C591"/>
                </a:gs>
              </a:gsLst>
              <a:lin ang="5400000" scaled="1"/>
              <a:tileRect/>
            </a:gradFill>
            <a:ln w="12383">
              <a:solidFill>
                <a:srgbClr val="4A9966"/>
              </a:solidFill>
            </a:ln>
          </p:spPr>
        </p:sp>
        <p:sp>
          <p:nvSpPr>
            <p:cNvPr id="51" name="spatial_weight_1_out">
              <a:extLst>
                <a:ext uri="{FF2B5EF4-FFF2-40B4-BE49-F238E27FC236}">
                  <a16:creationId xmlns:a16="http://schemas.microsoft.com/office/drawing/2014/main" id="{8CC22693-320B-4DF7-AF6D-D41D26C68455}"/>
                </a:ext>
              </a:extLst>
            </p:cNvPr>
            <p:cNvSpPr>
              <a:spLocks/>
            </p:cNvSpPr>
            <p:nvPr/>
          </p:nvSpPr>
          <p:spPr>
            <a:xfrm>
              <a:off x="8162925" y="674846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3" name="spatial_weight_1_top">
              <a:extLst>
                <a:ext uri="{FF2B5EF4-FFF2-40B4-BE49-F238E27FC236}">
                  <a16:creationId xmlns:a16="http://schemas.microsoft.com/office/drawing/2014/main" id="{B1B6EDE0-331D-2090-DF94-42240642565F}"/>
                </a:ext>
              </a:extLst>
            </p:cNvPr>
            <p:cNvSpPr/>
            <p:nvPr/>
          </p:nvSpPr>
          <p:spPr>
            <a:xfrm>
              <a:off x="7591425" y="6115050"/>
              <a:ext cx="590551" cy="180976"/>
            </a:xfrm>
            <a:custGeom>
              <a:avLst/>
              <a:gdLst/>
              <a:ahLst/>
              <a:cxnLst/>
              <a:rect l="0" t="0" r="0" b="0"/>
              <a:pathLst>
                <a:path w="590551" h="180976">
                  <a:moveTo>
                    <a:pt x="0" y="180975"/>
                  </a:moveTo>
                  <a:lnTo>
                    <a:pt x="180975" y="0"/>
                  </a:lnTo>
                  <a:lnTo>
                    <a:pt x="590550" y="0"/>
                  </a:lnTo>
                  <a:lnTo>
                    <a:pt x="409575" y="180975"/>
                  </a:lnTo>
                  <a:close/>
                </a:path>
              </a:pathLst>
            </a:custGeom>
            <a:solidFill>
              <a:srgbClr val="B6E0B8"/>
            </a:solidFill>
            <a:ln w="11430">
              <a:solidFill>
                <a:srgbClr val="4A99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spatial_weight_1_side">
              <a:extLst>
                <a:ext uri="{FF2B5EF4-FFF2-40B4-BE49-F238E27FC236}">
                  <a16:creationId xmlns:a16="http://schemas.microsoft.com/office/drawing/2014/main" id="{F290DC6F-A9A9-1EBE-44BF-F5883521BCB5}"/>
                </a:ext>
              </a:extLst>
            </p:cNvPr>
            <p:cNvSpPr/>
            <p:nvPr/>
          </p:nvSpPr>
          <p:spPr>
            <a:xfrm>
              <a:off x="8001000" y="6115050"/>
              <a:ext cx="180976" cy="1104901"/>
            </a:xfrm>
            <a:custGeom>
              <a:avLst/>
              <a:gdLst/>
              <a:ahLst/>
              <a:cxnLst/>
              <a:rect l="0" t="0" r="0" b="0"/>
              <a:pathLst>
                <a:path w="180976" h="1104901">
                  <a:moveTo>
                    <a:pt x="0" y="180975"/>
                  </a:moveTo>
                  <a:lnTo>
                    <a:pt x="180975" y="0"/>
                  </a:lnTo>
                  <a:lnTo>
                    <a:pt x="180975" y="923925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4A9966"/>
            </a:solidFill>
            <a:ln w="11430">
              <a:solidFill>
                <a:srgbClr val="4A99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6" name="module_spatial_weight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CC9EFA0-39CE-9B52-5453-666B1D4FEE1B}"/>
              </a:ext>
            </a:extLst>
          </p:cNvPr>
          <p:cNvGrpSpPr/>
          <p:nvPr/>
        </p:nvGrpSpPr>
        <p:grpSpPr>
          <a:xfrm>
            <a:off x="8096250" y="6115050"/>
            <a:ext cx="590551" cy="1104901"/>
            <a:chOff x="8096250" y="6115050"/>
            <a:chExt cx="590551" cy="1104901"/>
          </a:xfrm>
        </p:grpSpPr>
        <p:sp>
          <p:nvSpPr>
            <p:cNvPr id="34" name="spatial_weight_2_bg">
              <a:extLst>
                <a:ext uri="{FF2B5EF4-FFF2-40B4-BE49-F238E27FC236}">
                  <a16:creationId xmlns:a16="http://schemas.microsoft.com/office/drawing/2014/main" id="{455E23B7-3255-4198-B9F0-8220550C9673}"/>
                </a:ext>
              </a:extLst>
            </p:cNvPr>
            <p:cNvSpPr>
              <a:spLocks/>
            </p:cNvSpPr>
            <p:nvPr/>
          </p:nvSpPr>
          <p:spPr>
            <a:xfrm>
              <a:off x="8096250" y="6296025"/>
              <a:ext cx="409575" cy="923925"/>
            </a:xfrm>
            <a:prstGeom prst="rect">
              <a:avLst/>
            </a:prstGeom>
            <a:gradFill flip="none" rotWithShape="1">
              <a:gsLst>
                <a:gs pos="0">
                  <a:srgbClr val="FFE0B7"/>
                </a:gs>
                <a:gs pos="100000">
                  <a:srgbClr val="F1B071"/>
                </a:gs>
              </a:gsLst>
              <a:lin ang="5400000" scaled="1"/>
              <a:tileRect/>
            </a:gradFill>
            <a:ln w="12383">
              <a:solidFill>
                <a:srgbClr val="D08E44"/>
              </a:solidFill>
            </a:ln>
          </p:spPr>
        </p:sp>
        <p:sp>
          <p:nvSpPr>
            <p:cNvPr id="52" name="spatial_weight_2_out">
              <a:extLst>
                <a:ext uri="{FF2B5EF4-FFF2-40B4-BE49-F238E27FC236}">
                  <a16:creationId xmlns:a16="http://schemas.microsoft.com/office/drawing/2014/main" id="{E5BBCF21-CDF8-429C-BF41-C53B3856EEF0}"/>
                </a:ext>
              </a:extLst>
            </p:cNvPr>
            <p:cNvSpPr>
              <a:spLocks/>
            </p:cNvSpPr>
            <p:nvPr/>
          </p:nvSpPr>
          <p:spPr>
            <a:xfrm>
              <a:off x="8667750" y="6748463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5" name="spatial_weight_2_top">
              <a:extLst>
                <a:ext uri="{FF2B5EF4-FFF2-40B4-BE49-F238E27FC236}">
                  <a16:creationId xmlns:a16="http://schemas.microsoft.com/office/drawing/2014/main" id="{C8FBB3D1-7560-965E-5C69-B2F5D083C6CC}"/>
                </a:ext>
              </a:extLst>
            </p:cNvPr>
            <p:cNvSpPr/>
            <p:nvPr/>
          </p:nvSpPr>
          <p:spPr>
            <a:xfrm>
              <a:off x="8096250" y="6115050"/>
              <a:ext cx="590551" cy="180976"/>
            </a:xfrm>
            <a:custGeom>
              <a:avLst/>
              <a:gdLst/>
              <a:ahLst/>
              <a:cxnLst/>
              <a:rect l="0" t="0" r="0" b="0"/>
              <a:pathLst>
                <a:path w="590551" h="180976">
                  <a:moveTo>
                    <a:pt x="0" y="180975"/>
                  </a:moveTo>
                  <a:lnTo>
                    <a:pt x="180975" y="0"/>
                  </a:lnTo>
                  <a:lnTo>
                    <a:pt x="590550" y="0"/>
                  </a:lnTo>
                  <a:lnTo>
                    <a:pt x="409575" y="180975"/>
                  </a:lnTo>
                  <a:close/>
                </a:path>
              </a:pathLst>
            </a:custGeom>
            <a:solidFill>
              <a:srgbClr val="FFE0B7"/>
            </a:solidFill>
            <a:ln w="11430">
              <a:solidFill>
                <a:srgbClr val="D08E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spatial_weight_2_side">
              <a:extLst>
                <a:ext uri="{FF2B5EF4-FFF2-40B4-BE49-F238E27FC236}">
                  <a16:creationId xmlns:a16="http://schemas.microsoft.com/office/drawing/2014/main" id="{150403DC-F9C9-335F-F4F6-18BCE2EAF907}"/>
                </a:ext>
              </a:extLst>
            </p:cNvPr>
            <p:cNvSpPr/>
            <p:nvPr/>
          </p:nvSpPr>
          <p:spPr>
            <a:xfrm>
              <a:off x="8505825" y="6115050"/>
              <a:ext cx="180976" cy="1104901"/>
            </a:xfrm>
            <a:custGeom>
              <a:avLst/>
              <a:gdLst/>
              <a:ahLst/>
              <a:cxnLst/>
              <a:rect l="0" t="0" r="0" b="0"/>
              <a:pathLst>
                <a:path w="180976" h="1104901">
                  <a:moveTo>
                    <a:pt x="0" y="180975"/>
                  </a:moveTo>
                  <a:lnTo>
                    <a:pt x="180975" y="0"/>
                  </a:lnTo>
                  <a:lnTo>
                    <a:pt x="180975" y="923925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08E44"/>
            </a:solidFill>
            <a:ln w="11430">
              <a:solidFill>
                <a:srgbClr val="D08E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7" name="module_context_U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A635614-E15C-BCE2-563C-26439FA46557}"/>
              </a:ext>
            </a:extLst>
          </p:cNvPr>
          <p:cNvGrpSpPr/>
          <p:nvPr/>
        </p:nvGrpSpPr>
        <p:grpSpPr>
          <a:xfrm>
            <a:off x="12163425" y="6524625"/>
            <a:ext cx="895351" cy="847726"/>
            <a:chOff x="12163425" y="6524625"/>
            <a:chExt cx="895351" cy="847726"/>
          </a:xfrm>
        </p:grpSpPr>
        <p:sp>
          <p:nvSpPr>
            <p:cNvPr id="36" name="context_U_bg">
              <a:extLst>
                <a:ext uri="{FF2B5EF4-FFF2-40B4-BE49-F238E27FC236}">
                  <a16:creationId xmlns:a16="http://schemas.microsoft.com/office/drawing/2014/main" id="{A70BC880-41EE-4617-9379-9244A6BA2491}"/>
                </a:ext>
              </a:extLst>
            </p:cNvPr>
            <p:cNvSpPr>
              <a:spLocks/>
            </p:cNvSpPr>
            <p:nvPr/>
          </p:nvSpPr>
          <p:spPr>
            <a:xfrm>
              <a:off x="12163425" y="6762750"/>
              <a:ext cx="657225" cy="609600"/>
            </a:xfrm>
            <a:prstGeom prst="rect">
              <a:avLst/>
            </a:prstGeom>
            <a:gradFill flip="none" rotWithShape="1">
              <a:gsLst>
                <a:gs pos="0">
                  <a:srgbClr val="DBC9F0"/>
                </a:gs>
                <a:gs pos="100000">
                  <a:srgbClr val="B299D9"/>
                </a:gs>
              </a:gsLst>
              <a:lin ang="5400000" scaled="1"/>
              <a:tileRect/>
            </a:gradFill>
            <a:ln w="12383">
              <a:solidFill>
                <a:srgbClr val="8B6AB9"/>
              </a:solidFill>
            </a:ln>
          </p:spPr>
        </p:sp>
        <p:sp>
          <p:nvSpPr>
            <p:cNvPr id="53" name="context_U_out">
              <a:extLst>
                <a:ext uri="{FF2B5EF4-FFF2-40B4-BE49-F238E27FC236}">
                  <a16:creationId xmlns:a16="http://schemas.microsoft.com/office/drawing/2014/main" id="{C000A057-AB14-4ABA-B500-DF0A0510EE92}"/>
                </a:ext>
              </a:extLst>
            </p:cNvPr>
            <p:cNvSpPr>
              <a:spLocks/>
            </p:cNvSpPr>
            <p:nvPr/>
          </p:nvSpPr>
          <p:spPr>
            <a:xfrm>
              <a:off x="13039725" y="7058025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7" name="context_U_top">
              <a:extLst>
                <a:ext uri="{FF2B5EF4-FFF2-40B4-BE49-F238E27FC236}">
                  <a16:creationId xmlns:a16="http://schemas.microsoft.com/office/drawing/2014/main" id="{CA6E0A9F-7894-0683-E038-980AD8ECE7B7}"/>
                </a:ext>
              </a:extLst>
            </p:cNvPr>
            <p:cNvSpPr/>
            <p:nvPr/>
          </p:nvSpPr>
          <p:spPr>
            <a:xfrm>
              <a:off x="12163425" y="6524625"/>
              <a:ext cx="895351" cy="238126"/>
            </a:xfrm>
            <a:custGeom>
              <a:avLst/>
              <a:gdLst/>
              <a:ahLst/>
              <a:cxnLst/>
              <a:rect l="0" t="0" r="0" b="0"/>
              <a:pathLst>
                <a:path w="895351" h="238126">
                  <a:moveTo>
                    <a:pt x="0" y="238125"/>
                  </a:moveTo>
                  <a:lnTo>
                    <a:pt x="238125" y="0"/>
                  </a:lnTo>
                  <a:lnTo>
                    <a:pt x="895350" y="0"/>
                  </a:lnTo>
                  <a:lnTo>
                    <a:pt x="657225" y="238125"/>
                  </a:lnTo>
                  <a:close/>
                </a:path>
              </a:pathLst>
            </a:custGeom>
            <a:solidFill>
              <a:srgbClr val="DBC9F0"/>
            </a:solidFill>
            <a:ln w="11430">
              <a:solidFill>
                <a:srgbClr val="8B6A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context_U_side">
              <a:extLst>
                <a:ext uri="{FF2B5EF4-FFF2-40B4-BE49-F238E27FC236}">
                  <a16:creationId xmlns:a16="http://schemas.microsoft.com/office/drawing/2014/main" id="{3AC974CC-EE7A-33FA-6B96-0C2FEAE43505}"/>
                </a:ext>
              </a:extLst>
            </p:cNvPr>
            <p:cNvSpPr/>
            <p:nvPr/>
          </p:nvSpPr>
          <p:spPr>
            <a:xfrm>
              <a:off x="12820650" y="6524625"/>
              <a:ext cx="238126" cy="847726"/>
            </a:xfrm>
            <a:custGeom>
              <a:avLst/>
              <a:gdLst/>
              <a:ahLst/>
              <a:cxnLst/>
              <a:rect l="0" t="0" r="0" b="0"/>
              <a:pathLst>
                <a:path w="238126" h="847726">
                  <a:moveTo>
                    <a:pt x="0" y="238125"/>
                  </a:moveTo>
                  <a:lnTo>
                    <a:pt x="238125" y="0"/>
                  </a:lnTo>
                  <a:lnTo>
                    <a:pt x="238125" y="609600"/>
                  </a:lnTo>
                  <a:lnTo>
                    <a:pt x="0" y="847725"/>
                  </a:lnTo>
                  <a:close/>
                </a:path>
              </a:pathLst>
            </a:custGeom>
            <a:solidFill>
              <a:srgbClr val="8B6AB9"/>
            </a:solidFill>
            <a:ln w="11430">
              <a:solidFill>
                <a:srgbClr val="8B6A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9" name="header_rule">
            <a:extLst>
              <a:ext uri="{FF2B5EF4-FFF2-40B4-BE49-F238E27FC236}">
                <a16:creationId xmlns:a16="http://schemas.microsoft.com/office/drawing/2014/main" id="{256DE47D-90A2-E6C0-388C-884F9002A18B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header_accent">
            <a:extLst>
              <a:ext uri="{FF2B5EF4-FFF2-40B4-BE49-F238E27FC236}">
                <a16:creationId xmlns:a16="http://schemas.microsoft.com/office/drawing/2014/main" id="{2843190F-E4CB-5EE3-A84E-9098E9571F85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footer_rule">
            <a:extLst>
              <a:ext uri="{FF2B5EF4-FFF2-40B4-BE49-F238E27FC236}">
                <a16:creationId xmlns:a16="http://schemas.microsoft.com/office/drawing/2014/main" id="{F73112EA-3F31-53F2-B9AE-0A0617F92A83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direction_identity_1">
            <a:extLst>
              <a:ext uri="{FF2B5EF4-FFF2-40B4-BE49-F238E27FC236}">
                <a16:creationId xmlns:a16="http://schemas.microsoft.com/office/drawing/2014/main" id="{E88044F5-0135-BE5D-534B-30F91747964C}"/>
              </a:ext>
            </a:extLst>
          </p:cNvPr>
          <p:cNvCxnSpPr/>
          <p:nvPr/>
        </p:nvCxnSpPr>
        <p:spPr>
          <a:xfrm flipV="1">
            <a:off x="1104900" y="2143125"/>
            <a:ext cx="0" cy="895350"/>
          </a:xfrm>
          <a:prstGeom prst="line">
            <a:avLst/>
          </a:prstGeom>
          <a:ln w="23813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direction_identity_2">
            <a:extLst>
              <a:ext uri="{FF2B5EF4-FFF2-40B4-BE49-F238E27FC236}">
                <a16:creationId xmlns:a16="http://schemas.microsoft.com/office/drawing/2014/main" id="{FF215EE0-914B-94F2-22DF-8D0C9CBB4D9B}"/>
              </a:ext>
            </a:extLst>
          </p:cNvPr>
          <p:cNvCxnSpPr/>
          <p:nvPr/>
        </p:nvCxnSpPr>
        <p:spPr>
          <a:xfrm>
            <a:off x="1104900" y="2143125"/>
            <a:ext cx="10972800" cy="0"/>
          </a:xfrm>
          <a:prstGeom prst="line">
            <a:avLst/>
          </a:prstGeom>
          <a:ln w="23813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direction_identity_3">
            <a:extLst>
              <a:ext uri="{FF2B5EF4-FFF2-40B4-BE49-F238E27FC236}">
                <a16:creationId xmlns:a16="http://schemas.microsoft.com/office/drawing/2014/main" id="{EBC297DD-30D7-4799-2D70-6DAD04F0EA30}"/>
              </a:ext>
            </a:extLst>
          </p:cNvPr>
          <p:cNvCxnSpPr/>
          <p:nvPr/>
        </p:nvCxnSpPr>
        <p:spPr>
          <a:xfrm>
            <a:off x="12077700" y="2143125"/>
            <a:ext cx="0" cy="1485900"/>
          </a:xfrm>
          <a:prstGeom prst="line">
            <a:avLst/>
          </a:prstGeom>
          <a:ln w="23813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weight_arrow">
            <a:extLst>
              <a:ext uri="{FF2B5EF4-FFF2-40B4-BE49-F238E27FC236}">
                <a16:creationId xmlns:a16="http://schemas.microsoft.com/office/drawing/2014/main" id="{E0ACEED8-DF90-25F6-3C87-32010AB2DC7C}"/>
              </a:ext>
            </a:extLst>
          </p:cNvPr>
          <p:cNvCxnSpPr/>
          <p:nvPr/>
        </p:nvCxnSpPr>
        <p:spPr>
          <a:xfrm>
            <a:off x="6496050" y="6800850"/>
            <a:ext cx="59055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weight_to_sum_1">
            <a:extLst>
              <a:ext uri="{FF2B5EF4-FFF2-40B4-BE49-F238E27FC236}">
                <a16:creationId xmlns:a16="http://schemas.microsoft.com/office/drawing/2014/main" id="{07E7F566-1CBC-7BFF-AB65-E697B612F3AB}"/>
              </a:ext>
            </a:extLst>
          </p:cNvPr>
          <p:cNvCxnSpPr/>
          <p:nvPr/>
        </p:nvCxnSpPr>
        <p:spPr>
          <a:xfrm flipV="1">
            <a:off x="7953375" y="4314825"/>
            <a:ext cx="0" cy="1800225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decode_exit">
            <a:extLst>
              <a:ext uri="{FF2B5EF4-FFF2-40B4-BE49-F238E27FC236}">
                <a16:creationId xmlns:a16="http://schemas.microsoft.com/office/drawing/2014/main" id="{D5AEDE27-516A-EFB4-3607-35EC490A24C9}"/>
              </a:ext>
            </a:extLst>
          </p:cNvPr>
          <p:cNvCxnSpPr/>
          <p:nvPr/>
        </p:nvCxnSpPr>
        <p:spPr>
          <a:xfrm>
            <a:off x="15621000" y="5715000"/>
            <a:ext cx="228600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_0">
            <a:extLst>
              <a:ext uri="{FF2B5EF4-FFF2-40B4-BE49-F238E27FC236}">
                <a16:creationId xmlns:a16="http://schemas.microsoft.com/office/drawing/2014/main" id="{F843F8DF-73E5-8570-3AEE-C555D9A08249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1571625" y="2800350"/>
            <a:ext cx="790575" cy="1204913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_1">
            <a:extLst>
              <a:ext uri="{FF2B5EF4-FFF2-40B4-BE49-F238E27FC236}">
                <a16:creationId xmlns:a16="http://schemas.microsoft.com/office/drawing/2014/main" id="{90D6A1CC-8BB6-AE0E-93F0-F2784387C853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4838700" y="2800350"/>
            <a:ext cx="476250" cy="157163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_2">
            <a:extLst>
              <a:ext uri="{FF2B5EF4-FFF2-40B4-BE49-F238E27FC236}">
                <a16:creationId xmlns:a16="http://schemas.microsoft.com/office/drawing/2014/main" id="{1223EC73-69CD-C373-9677-5CA680A9C921}"/>
              </a:ext>
            </a:extLst>
          </p:cNvPr>
          <p:cNvCxnSpPr>
            <a:cxnSpLocks/>
            <a:stCxn id="43" idx="3"/>
            <a:endCxn id="15" idx="1"/>
          </p:cNvCxnSpPr>
          <p:nvPr/>
        </p:nvCxnSpPr>
        <p:spPr>
          <a:xfrm>
            <a:off x="6143625" y="2957513"/>
            <a:ext cx="704850" cy="947737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_3">
            <a:extLst>
              <a:ext uri="{FF2B5EF4-FFF2-40B4-BE49-F238E27FC236}">
                <a16:creationId xmlns:a16="http://schemas.microsoft.com/office/drawing/2014/main" id="{36962700-01AD-CEC2-F4E6-6FBEE96E5FFB}"/>
              </a:ext>
            </a:extLst>
          </p:cNvPr>
          <p:cNvCxnSpPr>
            <a:cxnSpLocks/>
            <a:stCxn id="42" idx="3"/>
            <a:endCxn id="9" idx="1"/>
          </p:cNvCxnSpPr>
          <p:nvPr/>
        </p:nvCxnSpPr>
        <p:spPr>
          <a:xfrm flipV="1">
            <a:off x="1571625" y="3895725"/>
            <a:ext cx="790575" cy="109538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_4">
            <a:extLst>
              <a:ext uri="{FF2B5EF4-FFF2-40B4-BE49-F238E27FC236}">
                <a16:creationId xmlns:a16="http://schemas.microsoft.com/office/drawing/2014/main" id="{1B4E9764-7AB8-1B7A-D553-B09B327C7C3B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4838700" y="3895725"/>
            <a:ext cx="476250" cy="157163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_5">
            <a:extLst>
              <a:ext uri="{FF2B5EF4-FFF2-40B4-BE49-F238E27FC236}">
                <a16:creationId xmlns:a16="http://schemas.microsoft.com/office/drawing/2014/main" id="{A622D235-AE97-D27F-FB4B-063F8F65A500}"/>
              </a:ext>
            </a:extLst>
          </p:cNvPr>
          <p:cNvCxnSpPr>
            <a:cxnSpLocks/>
            <a:stCxn id="44" idx="3"/>
            <a:endCxn id="15" idx="1"/>
          </p:cNvCxnSpPr>
          <p:nvPr/>
        </p:nvCxnSpPr>
        <p:spPr>
          <a:xfrm flipV="1">
            <a:off x="6143625" y="3905250"/>
            <a:ext cx="704850" cy="147638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_6">
            <a:extLst>
              <a:ext uri="{FF2B5EF4-FFF2-40B4-BE49-F238E27FC236}">
                <a16:creationId xmlns:a16="http://schemas.microsoft.com/office/drawing/2014/main" id="{2B295B46-43C8-BC88-35D7-1FA3B32E2DB6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1571625" y="4005263"/>
            <a:ext cx="790575" cy="985837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_7">
            <a:extLst>
              <a:ext uri="{FF2B5EF4-FFF2-40B4-BE49-F238E27FC236}">
                <a16:creationId xmlns:a16="http://schemas.microsoft.com/office/drawing/2014/main" id="{BDA75A0D-D243-F319-16C9-C226937CF21B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4838700" y="4991100"/>
            <a:ext cx="476250" cy="157163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_8">
            <a:extLst>
              <a:ext uri="{FF2B5EF4-FFF2-40B4-BE49-F238E27FC236}">
                <a16:creationId xmlns:a16="http://schemas.microsoft.com/office/drawing/2014/main" id="{489520FA-4EC5-F15C-463B-F53C81784F5A}"/>
              </a:ext>
            </a:extLst>
          </p:cNvPr>
          <p:cNvCxnSpPr>
            <a:cxnSpLocks/>
            <a:stCxn id="45" idx="3"/>
            <a:endCxn id="15" idx="1"/>
          </p:cNvCxnSpPr>
          <p:nvPr/>
        </p:nvCxnSpPr>
        <p:spPr>
          <a:xfrm flipV="1">
            <a:off x="6143625" y="3905250"/>
            <a:ext cx="704850" cy="1243013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_9">
            <a:extLst>
              <a:ext uri="{FF2B5EF4-FFF2-40B4-BE49-F238E27FC236}">
                <a16:creationId xmlns:a16="http://schemas.microsoft.com/office/drawing/2014/main" id="{A527583A-EB28-B923-BE5F-74DB8D0BBDF8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8572500" y="3905250"/>
            <a:ext cx="447675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_10">
            <a:extLst>
              <a:ext uri="{FF2B5EF4-FFF2-40B4-BE49-F238E27FC236}">
                <a16:creationId xmlns:a16="http://schemas.microsoft.com/office/drawing/2014/main" id="{6C33451C-7C0E-D97B-B2F0-6EFFE35E76D3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10563225" y="3905250"/>
            <a:ext cx="419100" cy="42863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_11">
            <a:extLst>
              <a:ext uri="{FF2B5EF4-FFF2-40B4-BE49-F238E27FC236}">
                <a16:creationId xmlns:a16="http://schemas.microsoft.com/office/drawing/2014/main" id="{32AE7E49-70B9-B52F-0424-CBF69D7227D4}"/>
              </a:ext>
            </a:extLst>
          </p:cNvPr>
          <p:cNvCxnSpPr>
            <a:cxnSpLocks/>
            <a:stCxn id="46" idx="3"/>
            <a:endCxn id="20" idx="1"/>
          </p:cNvCxnSpPr>
          <p:nvPr/>
        </p:nvCxnSpPr>
        <p:spPr>
          <a:xfrm flipV="1">
            <a:off x="11544300" y="3693191"/>
            <a:ext cx="378491" cy="254922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_12">
            <a:extLst>
              <a:ext uri="{FF2B5EF4-FFF2-40B4-BE49-F238E27FC236}">
                <a16:creationId xmlns:a16="http://schemas.microsoft.com/office/drawing/2014/main" id="{DCC28311-AF8D-7B2E-E0E5-9F6660421EF9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11922791" y="3924300"/>
            <a:ext cx="840709" cy="78709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_13">
            <a:extLst>
              <a:ext uri="{FF2B5EF4-FFF2-40B4-BE49-F238E27FC236}">
                <a16:creationId xmlns:a16="http://schemas.microsoft.com/office/drawing/2014/main" id="{B3BFE32C-809F-1787-20D6-FAE2420AC158}"/>
              </a:ext>
            </a:extLst>
          </p:cNvPr>
          <p:cNvCxnSpPr>
            <a:cxnSpLocks/>
            <a:stCxn id="48" idx="3"/>
            <a:endCxn id="28" idx="1"/>
          </p:cNvCxnSpPr>
          <p:nvPr/>
        </p:nvCxnSpPr>
        <p:spPr>
          <a:xfrm>
            <a:off x="1571625" y="5962650"/>
            <a:ext cx="742950" cy="833438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_14">
            <a:extLst>
              <a:ext uri="{FF2B5EF4-FFF2-40B4-BE49-F238E27FC236}">
                <a16:creationId xmlns:a16="http://schemas.microsoft.com/office/drawing/2014/main" id="{0DDFF991-7F44-C01E-1CC1-5173E865F4BD}"/>
              </a:ext>
            </a:extLst>
          </p:cNvPr>
          <p:cNvCxnSpPr>
            <a:cxnSpLocks/>
            <a:stCxn id="49" idx="3"/>
            <a:endCxn id="28" idx="1"/>
          </p:cNvCxnSpPr>
          <p:nvPr/>
        </p:nvCxnSpPr>
        <p:spPr>
          <a:xfrm flipV="1">
            <a:off x="1571625" y="6796088"/>
            <a:ext cx="742950" cy="433387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_15">
            <a:extLst>
              <a:ext uri="{FF2B5EF4-FFF2-40B4-BE49-F238E27FC236}">
                <a16:creationId xmlns:a16="http://schemas.microsoft.com/office/drawing/2014/main" id="{5430EECF-6C59-15D1-4079-B50E8E0B9CB4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3771900" y="6796088"/>
            <a:ext cx="36195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_16">
            <a:extLst>
              <a:ext uri="{FF2B5EF4-FFF2-40B4-BE49-F238E27FC236}">
                <a16:creationId xmlns:a16="http://schemas.microsoft.com/office/drawing/2014/main" id="{D954BB96-0556-C566-3EC9-8D515D396850}"/>
              </a:ext>
            </a:extLst>
          </p:cNvPr>
          <p:cNvCxnSpPr>
            <a:cxnSpLocks/>
            <a:stCxn id="22" idx="2"/>
            <a:endCxn id="38" idx="0"/>
          </p:cNvCxnSpPr>
          <p:nvPr/>
        </p:nvCxnSpPr>
        <p:spPr>
          <a:xfrm rot="16200000" flipH="1">
            <a:off x="12942094" y="4683918"/>
            <a:ext cx="752475" cy="490537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_17">
            <a:extLst>
              <a:ext uri="{FF2B5EF4-FFF2-40B4-BE49-F238E27FC236}">
                <a16:creationId xmlns:a16="http://schemas.microsoft.com/office/drawing/2014/main" id="{D2F63682-2BDB-1AC5-1267-40F9F77D58FB}"/>
              </a:ext>
            </a:extLst>
          </p:cNvPr>
          <p:cNvCxnSpPr>
            <a:cxnSpLocks/>
            <a:stCxn id="36" idx="0"/>
            <a:endCxn id="38" idx="2"/>
          </p:cNvCxnSpPr>
          <p:nvPr/>
        </p:nvCxnSpPr>
        <p:spPr>
          <a:xfrm rot="5400000" flipH="1" flipV="1">
            <a:off x="12699207" y="5898357"/>
            <a:ext cx="657225" cy="1071562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_18">
            <a:extLst>
              <a:ext uri="{FF2B5EF4-FFF2-40B4-BE49-F238E27FC236}">
                <a16:creationId xmlns:a16="http://schemas.microsoft.com/office/drawing/2014/main" id="{7D098BE0-0AA3-D713-948F-4A3C79062488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14287500" y="5705475"/>
            <a:ext cx="22860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slide_title">
            <a:extLst>
              <a:ext uri="{FF2B5EF4-FFF2-40B4-BE49-F238E27FC236}">
                <a16:creationId xmlns:a16="http://schemas.microsoft.com/office/drawing/2014/main" id="{92EE63D5-D55F-43BE-A64F-758D520A0E65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DCF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：方向特征与解码上下文融合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65014D67-3090-4F51-ABE4-DFBED3492D3E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7D56A0C1-52DC-49C6-BBC9-16DA1FF3C77E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16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text_0">
            <a:extLst>
              <a:ext uri="{FF2B5EF4-FFF2-40B4-BE49-F238E27FC236}">
                <a16:creationId xmlns:a16="http://schemas.microsoft.com/office/drawing/2014/main" id="{9ED72769-11E9-4FB9-AE24-A20C39C6A2EA}"/>
              </a:ext>
            </a:extLst>
          </p:cNvPr>
          <p:cNvSpPr>
            <a:spLocks/>
          </p:cNvSpPr>
          <p:nvPr/>
        </p:nvSpPr>
        <p:spPr>
          <a:xfrm>
            <a:off x="800100" y="4819650"/>
            <a:ext cx="714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7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E_i</a:t>
            </a:r>
            <a:endParaRPr sz="27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09" name="module_d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83E97AB-2FE8-9E71-D2B4-A59C18785626}"/>
              </a:ext>
            </a:extLst>
          </p:cNvPr>
          <p:cNvGrpSpPr/>
          <p:nvPr/>
        </p:nvGrpSpPr>
        <p:grpSpPr>
          <a:xfrm>
            <a:off x="2362200" y="2438400"/>
            <a:ext cx="2476500" cy="723900"/>
            <a:chOff x="2362200" y="2438400"/>
            <a:chExt cx="2476500" cy="723900"/>
          </a:xfrm>
        </p:grpSpPr>
        <p:sp>
          <p:nvSpPr>
            <p:cNvPr id="6" name="d3_bg">
              <a:extLst>
                <a:ext uri="{FF2B5EF4-FFF2-40B4-BE49-F238E27FC236}">
                  <a16:creationId xmlns:a16="http://schemas.microsoft.com/office/drawing/2014/main" id="{7989F803-761F-4803-9461-72B91E54060F}"/>
                </a:ext>
              </a:extLst>
            </p:cNvPr>
            <p:cNvSpPr>
              <a:spLocks/>
            </p:cNvSpPr>
            <p:nvPr/>
          </p:nvSpPr>
          <p:spPr>
            <a:xfrm>
              <a:off x="2362200" y="2438400"/>
              <a:ext cx="2476500" cy="723900"/>
            </a:xfrm>
            <a:prstGeom prst="roundRect">
              <a:avLst>
                <a:gd name="adj" fmla="val 15789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7" name="d3_text">
              <a:extLst>
                <a:ext uri="{FF2B5EF4-FFF2-40B4-BE49-F238E27FC236}">
                  <a16:creationId xmlns:a16="http://schemas.microsoft.com/office/drawing/2014/main" id="{ABDBCA41-E739-4810-8026-9C9B2A6F1EDB}"/>
                </a:ext>
              </a:extLst>
            </p:cNvPr>
            <p:cNvSpPr>
              <a:spLocks/>
            </p:cNvSpPr>
            <p:nvPr/>
          </p:nvSpPr>
          <p:spPr>
            <a:xfrm>
              <a:off x="2428875" y="2466975"/>
              <a:ext cx="2343150" cy="666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DWConv 3×3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1" name="module_d17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A2BE365-97F8-76B1-2E3F-2BEA08E740ED}"/>
              </a:ext>
            </a:extLst>
          </p:cNvPr>
          <p:cNvGrpSpPr/>
          <p:nvPr/>
        </p:nvGrpSpPr>
        <p:grpSpPr>
          <a:xfrm>
            <a:off x="2362200" y="3533775"/>
            <a:ext cx="2476500" cy="723900"/>
            <a:chOff x="2362200" y="3533775"/>
            <a:chExt cx="2476500" cy="723900"/>
          </a:xfrm>
        </p:grpSpPr>
        <p:sp>
          <p:nvSpPr>
            <p:cNvPr id="9" name="d17_bg">
              <a:extLst>
                <a:ext uri="{FF2B5EF4-FFF2-40B4-BE49-F238E27FC236}">
                  <a16:creationId xmlns:a16="http://schemas.microsoft.com/office/drawing/2014/main" id="{3A8A5129-2FD5-4292-AE90-75C780F09C17}"/>
                </a:ext>
              </a:extLst>
            </p:cNvPr>
            <p:cNvSpPr>
              <a:spLocks/>
            </p:cNvSpPr>
            <p:nvPr/>
          </p:nvSpPr>
          <p:spPr>
            <a:xfrm>
              <a:off x="2362200" y="3533775"/>
              <a:ext cx="2476500" cy="723900"/>
            </a:xfrm>
            <a:prstGeom prst="roundRect">
              <a:avLst>
                <a:gd name="adj" fmla="val 15789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0" name="d17_text">
              <a:extLst>
                <a:ext uri="{FF2B5EF4-FFF2-40B4-BE49-F238E27FC236}">
                  <a16:creationId xmlns:a16="http://schemas.microsoft.com/office/drawing/2014/main" id="{2C6731A0-1656-4EF6-A9E1-643007C3D67D}"/>
                </a:ext>
              </a:extLst>
            </p:cNvPr>
            <p:cNvSpPr>
              <a:spLocks/>
            </p:cNvSpPr>
            <p:nvPr/>
          </p:nvSpPr>
          <p:spPr>
            <a:xfrm>
              <a:off x="2428875" y="3562350"/>
              <a:ext cx="2343150" cy="666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DWConv 1×7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3" name="module_d7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290E323-1147-9C86-08CD-7CCEA4AE5766}"/>
              </a:ext>
            </a:extLst>
          </p:cNvPr>
          <p:cNvGrpSpPr/>
          <p:nvPr/>
        </p:nvGrpSpPr>
        <p:grpSpPr>
          <a:xfrm>
            <a:off x="2362200" y="4629150"/>
            <a:ext cx="2476500" cy="723900"/>
            <a:chOff x="2362200" y="4629150"/>
            <a:chExt cx="2476500" cy="723900"/>
          </a:xfrm>
        </p:grpSpPr>
        <p:sp>
          <p:nvSpPr>
            <p:cNvPr id="12" name="d71_bg">
              <a:extLst>
                <a:ext uri="{FF2B5EF4-FFF2-40B4-BE49-F238E27FC236}">
                  <a16:creationId xmlns:a16="http://schemas.microsoft.com/office/drawing/2014/main" id="{DD29EB05-46F9-4FE4-8603-14187585C077}"/>
                </a:ext>
              </a:extLst>
            </p:cNvPr>
            <p:cNvSpPr>
              <a:spLocks/>
            </p:cNvSpPr>
            <p:nvPr/>
          </p:nvSpPr>
          <p:spPr>
            <a:xfrm>
              <a:off x="2362200" y="4629150"/>
              <a:ext cx="2476500" cy="723900"/>
            </a:xfrm>
            <a:prstGeom prst="roundRect">
              <a:avLst>
                <a:gd name="adj" fmla="val 15789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3" name="d71_text">
              <a:extLst>
                <a:ext uri="{FF2B5EF4-FFF2-40B4-BE49-F238E27FC236}">
                  <a16:creationId xmlns:a16="http://schemas.microsoft.com/office/drawing/2014/main" id="{BD8B0DB4-D191-4E0B-A32C-2851E972CF02}"/>
                </a:ext>
              </a:extLst>
            </p:cNvPr>
            <p:cNvSpPr>
              <a:spLocks/>
            </p:cNvSpPr>
            <p:nvPr/>
          </p:nvSpPr>
          <p:spPr>
            <a:xfrm>
              <a:off x="2428875" y="4657725"/>
              <a:ext cx="2343150" cy="666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DWConv 7×1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5" name="module_dir_sum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F5916C7-B307-1315-DAB2-87DC0B8E508F}"/>
              </a:ext>
            </a:extLst>
          </p:cNvPr>
          <p:cNvGrpSpPr/>
          <p:nvPr/>
        </p:nvGrpSpPr>
        <p:grpSpPr>
          <a:xfrm>
            <a:off x="6848475" y="3495675"/>
            <a:ext cx="1724025" cy="819150"/>
            <a:chOff x="6848475" y="3495675"/>
            <a:chExt cx="1724025" cy="819150"/>
          </a:xfrm>
        </p:grpSpPr>
        <p:sp>
          <p:nvSpPr>
            <p:cNvPr id="15" name="dir_sum_bg">
              <a:extLst>
                <a:ext uri="{FF2B5EF4-FFF2-40B4-BE49-F238E27FC236}">
                  <a16:creationId xmlns:a16="http://schemas.microsoft.com/office/drawing/2014/main" id="{D724E861-A2EC-4594-A829-3E014FC77D0B}"/>
                </a:ext>
              </a:extLst>
            </p:cNvPr>
            <p:cNvSpPr>
              <a:spLocks/>
            </p:cNvSpPr>
            <p:nvPr/>
          </p:nvSpPr>
          <p:spPr>
            <a:xfrm>
              <a:off x="6848475" y="3495675"/>
              <a:ext cx="1724025" cy="819150"/>
            </a:xfrm>
            <a:prstGeom prst="roundRect">
              <a:avLst>
                <a:gd name="adj" fmla="val 13953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6" name="dir_sum_text">
              <a:extLst>
                <a:ext uri="{FF2B5EF4-FFF2-40B4-BE49-F238E27FC236}">
                  <a16:creationId xmlns:a16="http://schemas.microsoft.com/office/drawing/2014/main" id="{A89BC9DE-3DAD-4094-B85F-10CEBCDAF707}"/>
                </a:ext>
              </a:extLst>
            </p:cNvPr>
            <p:cNvSpPr>
              <a:spLocks/>
            </p:cNvSpPr>
            <p:nvPr/>
          </p:nvSpPr>
          <p:spPr>
            <a:xfrm>
              <a:off x="6915150" y="3524250"/>
              <a:ext cx="1590675" cy="762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加权求和</a:t>
              </a:r>
              <a:endParaRPr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6" name="module_dir_conv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2DFD611-9939-CC21-110A-D902EF164FC6}"/>
              </a:ext>
            </a:extLst>
          </p:cNvPr>
          <p:cNvGrpSpPr/>
          <p:nvPr/>
        </p:nvGrpSpPr>
        <p:grpSpPr>
          <a:xfrm>
            <a:off x="9020175" y="3495675"/>
            <a:ext cx="1543050" cy="819150"/>
            <a:chOff x="9020175" y="3495675"/>
            <a:chExt cx="1543050" cy="819150"/>
          </a:xfrm>
        </p:grpSpPr>
        <p:sp>
          <p:nvSpPr>
            <p:cNvPr id="17" name="dir_conv_bg">
              <a:extLst>
                <a:ext uri="{FF2B5EF4-FFF2-40B4-BE49-F238E27FC236}">
                  <a16:creationId xmlns:a16="http://schemas.microsoft.com/office/drawing/2014/main" id="{CAB75BA1-8499-441C-BB05-112A4391317F}"/>
                </a:ext>
              </a:extLst>
            </p:cNvPr>
            <p:cNvSpPr>
              <a:spLocks/>
            </p:cNvSpPr>
            <p:nvPr/>
          </p:nvSpPr>
          <p:spPr>
            <a:xfrm>
              <a:off x="9020175" y="3495675"/>
              <a:ext cx="1543050" cy="819150"/>
            </a:xfrm>
            <a:prstGeom prst="roundRect">
              <a:avLst>
                <a:gd name="adj" fmla="val 13953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8" name="dir_conv_text">
              <a:extLst>
                <a:ext uri="{FF2B5EF4-FFF2-40B4-BE49-F238E27FC236}">
                  <a16:creationId xmlns:a16="http://schemas.microsoft.com/office/drawing/2014/main" id="{626FFD66-E074-42D6-ABF3-2D04CC393903}"/>
                </a:ext>
              </a:extLst>
            </p:cNvPr>
            <p:cNvSpPr>
              <a:spLocks/>
            </p:cNvSpPr>
            <p:nvPr/>
          </p:nvSpPr>
          <p:spPr>
            <a:xfrm>
              <a:off x="9086850" y="3524250"/>
              <a:ext cx="1409700" cy="762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1×1</a:t>
              </a:r>
              <a:r>
                <a:rPr lang="zh-CN" alt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卷积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8" name="module_dir_ad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650682F-7056-72B8-B0D3-293A13A1907F}"/>
              </a:ext>
            </a:extLst>
          </p:cNvPr>
          <p:cNvGrpSpPr/>
          <p:nvPr/>
        </p:nvGrpSpPr>
        <p:grpSpPr>
          <a:xfrm>
            <a:off x="11858625" y="3629025"/>
            <a:ext cx="438150" cy="438150"/>
            <a:chOff x="11858625" y="3629025"/>
            <a:chExt cx="438150" cy="438150"/>
          </a:xfrm>
        </p:grpSpPr>
        <p:sp>
          <p:nvSpPr>
            <p:cNvPr id="20" name="dir_add_bg">
              <a:extLst>
                <a:ext uri="{FF2B5EF4-FFF2-40B4-BE49-F238E27FC236}">
                  <a16:creationId xmlns:a16="http://schemas.microsoft.com/office/drawing/2014/main" id="{655462AA-C953-47D1-8E4F-6EA00DBD85DA}"/>
                </a:ext>
              </a:extLst>
            </p:cNvPr>
            <p:cNvSpPr>
              <a:spLocks/>
            </p:cNvSpPr>
            <p:nvPr/>
          </p:nvSpPr>
          <p:spPr>
            <a:xfrm>
              <a:off x="11858625" y="3629025"/>
              <a:ext cx="438150" cy="4381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865BE"/>
              </a:solidFill>
            </a:ln>
          </p:spPr>
        </p:sp>
        <p:sp>
          <p:nvSpPr>
            <p:cNvPr id="21" name="text_1">
              <a:extLst>
                <a:ext uri="{FF2B5EF4-FFF2-40B4-BE49-F238E27FC236}">
                  <a16:creationId xmlns:a16="http://schemas.microsoft.com/office/drawing/2014/main" id="{ADA34B21-9444-4639-A9FE-69D623930E64}"/>
                </a:ext>
              </a:extLst>
            </p:cNvPr>
            <p:cNvSpPr>
              <a:spLocks/>
            </p:cNvSpPr>
            <p:nvPr/>
          </p:nvSpPr>
          <p:spPr>
            <a:xfrm>
              <a:off x="11858625" y="3648075"/>
              <a:ext cx="438150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4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+</a:t>
              </a:r>
              <a:endParaRPr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23" name="text_2">
            <a:extLst>
              <a:ext uri="{FF2B5EF4-FFF2-40B4-BE49-F238E27FC236}">
                <a16:creationId xmlns:a16="http://schemas.microsoft.com/office/drawing/2014/main" id="{B8E546C0-CABB-4B98-B7AD-F7CE7E96E53C}"/>
              </a:ext>
            </a:extLst>
          </p:cNvPr>
          <p:cNvSpPr>
            <a:spLocks/>
          </p:cNvSpPr>
          <p:nvPr/>
        </p:nvSpPr>
        <p:spPr>
          <a:xfrm>
            <a:off x="12582525" y="4686300"/>
            <a:ext cx="16002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增强特征</a:t>
            </a:r>
            <a:r>
              <a:rPr lang="en-US" sz="17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E_i*</a:t>
            </a:r>
            <a:endParaRPr sz="17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5" name="text_3">
            <a:extLst>
              <a:ext uri="{FF2B5EF4-FFF2-40B4-BE49-F238E27FC236}">
                <a16:creationId xmlns:a16="http://schemas.microsoft.com/office/drawing/2014/main" id="{5A061A16-C22F-484A-A569-2634A98895F9}"/>
              </a:ext>
            </a:extLst>
          </p:cNvPr>
          <p:cNvSpPr>
            <a:spLocks/>
          </p:cNvSpPr>
          <p:nvPr/>
        </p:nvSpPr>
        <p:spPr>
          <a:xfrm>
            <a:off x="866775" y="627697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E_i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7" name="text_4">
            <a:extLst>
              <a:ext uri="{FF2B5EF4-FFF2-40B4-BE49-F238E27FC236}">
                <a16:creationId xmlns:a16="http://schemas.microsoft.com/office/drawing/2014/main" id="{3A01F22D-7DEE-491A-8F40-D2A1D1DB1BC2}"/>
              </a:ext>
            </a:extLst>
          </p:cNvPr>
          <p:cNvSpPr>
            <a:spLocks/>
          </p:cNvSpPr>
          <p:nvPr/>
        </p:nvSpPr>
        <p:spPr>
          <a:xfrm>
            <a:off x="419100" y="7600950"/>
            <a:ext cx="1524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融合前</a:t>
            </a:r>
            <a:r>
              <a:rPr lang="en-US"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U_i</a:t>
            </a:r>
            <a:endParaRPr sz="21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22" name="module_gate_conca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BFDFF0F-7D5B-3490-B0C1-83A29D1E85D3}"/>
              </a:ext>
            </a:extLst>
          </p:cNvPr>
          <p:cNvGrpSpPr/>
          <p:nvPr/>
        </p:nvGrpSpPr>
        <p:grpSpPr>
          <a:xfrm>
            <a:off x="2314575" y="6391275"/>
            <a:ext cx="1457325" cy="809625"/>
            <a:chOff x="2314575" y="6391275"/>
            <a:chExt cx="1457325" cy="809625"/>
          </a:xfrm>
        </p:grpSpPr>
        <p:sp>
          <p:nvSpPr>
            <p:cNvPr id="28" name="gate_concat_bg">
              <a:extLst>
                <a:ext uri="{FF2B5EF4-FFF2-40B4-BE49-F238E27FC236}">
                  <a16:creationId xmlns:a16="http://schemas.microsoft.com/office/drawing/2014/main" id="{3610356D-1D96-4E32-8A12-B00B571670F1}"/>
                </a:ext>
              </a:extLst>
            </p:cNvPr>
            <p:cNvSpPr>
              <a:spLocks/>
            </p:cNvSpPr>
            <p:nvPr/>
          </p:nvSpPr>
          <p:spPr>
            <a:xfrm>
              <a:off x="2314575" y="6391275"/>
              <a:ext cx="1457325" cy="809625"/>
            </a:xfrm>
            <a:prstGeom prst="roundRect">
              <a:avLst>
                <a:gd name="adj" fmla="val 1411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9" name="gate_concat_text">
              <a:extLst>
                <a:ext uri="{FF2B5EF4-FFF2-40B4-BE49-F238E27FC236}">
                  <a16:creationId xmlns:a16="http://schemas.microsoft.com/office/drawing/2014/main" id="{9F858810-46C2-4120-9E46-7682F5FA1AF1}"/>
                </a:ext>
              </a:extLst>
            </p:cNvPr>
            <p:cNvSpPr>
              <a:spLocks/>
            </p:cNvSpPr>
            <p:nvPr/>
          </p:nvSpPr>
          <p:spPr>
            <a:xfrm>
              <a:off x="2381250" y="6419850"/>
              <a:ext cx="1323975" cy="7524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拼接</a:t>
              </a:r>
              <a:endParaRPr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3" name="module_gate_conv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78CE383-E8EB-E633-9F5E-D7CC8516ABDA}"/>
              </a:ext>
            </a:extLst>
          </p:cNvPr>
          <p:cNvGrpSpPr/>
          <p:nvPr/>
        </p:nvGrpSpPr>
        <p:grpSpPr>
          <a:xfrm>
            <a:off x="4133850" y="6391275"/>
            <a:ext cx="2362200" cy="809625"/>
            <a:chOff x="4133850" y="6391275"/>
            <a:chExt cx="2362200" cy="809625"/>
          </a:xfrm>
        </p:grpSpPr>
        <p:sp>
          <p:nvSpPr>
            <p:cNvPr id="30" name="gate_conv_bg">
              <a:extLst>
                <a:ext uri="{FF2B5EF4-FFF2-40B4-BE49-F238E27FC236}">
                  <a16:creationId xmlns:a16="http://schemas.microsoft.com/office/drawing/2014/main" id="{6C1960CB-756C-4025-8A1F-69020D638165}"/>
                </a:ext>
              </a:extLst>
            </p:cNvPr>
            <p:cNvSpPr>
              <a:spLocks/>
            </p:cNvSpPr>
            <p:nvPr/>
          </p:nvSpPr>
          <p:spPr>
            <a:xfrm>
              <a:off x="4133850" y="6391275"/>
              <a:ext cx="2362200" cy="809625"/>
            </a:xfrm>
            <a:prstGeom prst="roundRect">
              <a:avLst>
                <a:gd name="adj" fmla="val 1411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1" name="gate_conv_text">
              <a:extLst>
                <a:ext uri="{FF2B5EF4-FFF2-40B4-BE49-F238E27FC236}">
                  <a16:creationId xmlns:a16="http://schemas.microsoft.com/office/drawing/2014/main" id="{BC98027D-3025-4498-B124-2866708E0482}"/>
                </a:ext>
              </a:extLst>
            </p:cNvPr>
            <p:cNvSpPr>
              <a:spLocks/>
            </p:cNvSpPr>
            <p:nvPr/>
          </p:nvSpPr>
          <p:spPr>
            <a:xfrm>
              <a:off x="4200525" y="6419850"/>
              <a:ext cx="2228850" cy="7524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1×1</a:t>
              </a:r>
              <a:r>
                <a:rPr lang="zh-CN" alt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卷积</a:t>
              </a:r>
            </a:p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+ </a:t>
              </a:r>
              <a:r>
                <a:rPr 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Softmax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5" name="text_5">
            <a:extLst>
              <a:ext uri="{FF2B5EF4-FFF2-40B4-BE49-F238E27FC236}">
                <a16:creationId xmlns:a16="http://schemas.microsoft.com/office/drawing/2014/main" id="{E7B74BEC-9B09-402F-A6F1-62BB9A5DEF9D}"/>
              </a:ext>
            </a:extLst>
          </p:cNvPr>
          <p:cNvSpPr>
            <a:spLocks/>
          </p:cNvSpPr>
          <p:nvPr/>
        </p:nvSpPr>
        <p:spPr>
          <a:xfrm>
            <a:off x="7067550" y="7305675"/>
            <a:ext cx="2247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三个空间权重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7" name="text_6">
            <a:extLst>
              <a:ext uri="{FF2B5EF4-FFF2-40B4-BE49-F238E27FC236}">
                <a16:creationId xmlns:a16="http://schemas.microsoft.com/office/drawing/2014/main" id="{03A6C2F7-ADFE-4031-B91D-CAA537E51886}"/>
              </a:ext>
            </a:extLst>
          </p:cNvPr>
          <p:cNvSpPr>
            <a:spLocks/>
          </p:cNvSpPr>
          <p:nvPr/>
        </p:nvSpPr>
        <p:spPr>
          <a:xfrm>
            <a:off x="12334875" y="7429500"/>
            <a:ext cx="5810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U_i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28" name="module_decode_conca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7485B71-87EB-17C7-67CC-9C11E6E9AB5A}"/>
              </a:ext>
            </a:extLst>
          </p:cNvPr>
          <p:cNvGrpSpPr/>
          <p:nvPr/>
        </p:nvGrpSpPr>
        <p:grpSpPr>
          <a:xfrm>
            <a:off x="12839700" y="5305425"/>
            <a:ext cx="1447800" cy="800100"/>
            <a:chOff x="12839700" y="5305425"/>
            <a:chExt cx="1447800" cy="800100"/>
          </a:xfrm>
        </p:grpSpPr>
        <p:sp>
          <p:nvSpPr>
            <p:cNvPr id="38" name="decode_concat_bg">
              <a:extLst>
                <a:ext uri="{FF2B5EF4-FFF2-40B4-BE49-F238E27FC236}">
                  <a16:creationId xmlns:a16="http://schemas.microsoft.com/office/drawing/2014/main" id="{32EB0D14-0BFC-428E-8E31-DEB7B935BD5C}"/>
                </a:ext>
              </a:extLst>
            </p:cNvPr>
            <p:cNvSpPr>
              <a:spLocks/>
            </p:cNvSpPr>
            <p:nvPr/>
          </p:nvSpPr>
          <p:spPr>
            <a:xfrm>
              <a:off x="12839700" y="5305425"/>
              <a:ext cx="1447800" cy="800100"/>
            </a:xfrm>
            <a:prstGeom prst="roundRect">
              <a:avLst>
                <a:gd name="adj" fmla="val 14286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9" name="decode_concat_text">
              <a:extLst>
                <a:ext uri="{FF2B5EF4-FFF2-40B4-BE49-F238E27FC236}">
                  <a16:creationId xmlns:a16="http://schemas.microsoft.com/office/drawing/2014/main" id="{5A49CBFF-9CF9-42A0-8D30-CDEB0E23393F}"/>
                </a:ext>
              </a:extLst>
            </p:cNvPr>
            <p:cNvSpPr>
              <a:spLocks/>
            </p:cNvSpPr>
            <p:nvPr/>
          </p:nvSpPr>
          <p:spPr>
            <a:xfrm>
              <a:off x="12906375" y="5334000"/>
              <a:ext cx="1314450" cy="742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拼接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9" name="module_decode_block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EDE5479-6F3F-D23F-52F1-15D3EC8F6EB5}"/>
              </a:ext>
            </a:extLst>
          </p:cNvPr>
          <p:cNvGrpSpPr/>
          <p:nvPr/>
        </p:nvGrpSpPr>
        <p:grpSpPr>
          <a:xfrm>
            <a:off x="14516100" y="5305425"/>
            <a:ext cx="1104900" cy="800100"/>
            <a:chOff x="14516100" y="5305425"/>
            <a:chExt cx="1104900" cy="800100"/>
          </a:xfrm>
        </p:grpSpPr>
        <p:sp>
          <p:nvSpPr>
            <p:cNvPr id="40" name="decode_block_bg">
              <a:extLst>
                <a:ext uri="{FF2B5EF4-FFF2-40B4-BE49-F238E27FC236}">
                  <a16:creationId xmlns:a16="http://schemas.microsoft.com/office/drawing/2014/main" id="{15A7583A-78E2-4363-A1CA-0FA0269906F7}"/>
                </a:ext>
              </a:extLst>
            </p:cNvPr>
            <p:cNvSpPr>
              <a:spLocks/>
            </p:cNvSpPr>
            <p:nvPr/>
          </p:nvSpPr>
          <p:spPr>
            <a:xfrm>
              <a:off x="14516100" y="5305425"/>
              <a:ext cx="1104900" cy="800100"/>
            </a:xfrm>
            <a:prstGeom prst="roundRect">
              <a:avLst>
                <a:gd name="adj" fmla="val 14286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41" name="decode_block_text">
              <a:extLst>
                <a:ext uri="{FF2B5EF4-FFF2-40B4-BE49-F238E27FC236}">
                  <a16:creationId xmlns:a16="http://schemas.microsoft.com/office/drawing/2014/main" id="{FF2229A9-D3EB-4027-ABCA-A1C28C7EBD52}"/>
                </a:ext>
              </a:extLst>
            </p:cNvPr>
            <p:cNvSpPr>
              <a:spLocks/>
            </p:cNvSpPr>
            <p:nvPr/>
          </p:nvSpPr>
          <p:spPr>
            <a:xfrm>
              <a:off x="14582775" y="5334000"/>
              <a:ext cx="971550" cy="7429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6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16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解码残差块</a:t>
              </a:r>
              <a:endParaRPr sz="16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7112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mask_picture_3_image_backplate">
            <a:extLst>
              <a:ext uri="{FF2B5EF4-FFF2-40B4-BE49-F238E27FC236}">
                <a16:creationId xmlns:a16="http://schemas.microsoft.com/office/drawing/2014/main" id="{78CE2501-824D-4E9B-941D-D9DCC509AE74}"/>
              </a:ext>
            </a:extLst>
          </p:cNvPr>
          <p:cNvSpPr>
            <a:spLocks/>
          </p:cNvSpPr>
          <p:nvPr/>
        </p:nvSpPr>
        <p:spPr>
          <a:xfrm>
            <a:off x="8553450" y="3810000"/>
            <a:ext cx="1866900" cy="1866900"/>
          </a:xfrm>
          <a:prstGeom prst="rect">
            <a:avLst/>
          </a:prstGeom>
          <a:solidFill>
            <a:srgbClr val="EAF6FD"/>
          </a:solidFill>
          <a:ln w="0">
            <a:noFill/>
          </a:ln>
        </p:spPr>
      </p:sp>
      <p:sp>
        <p:nvSpPr>
          <p:cNvPr id="2" name="mask_picture_2_image_backplate">
            <a:extLst>
              <a:ext uri="{FF2B5EF4-FFF2-40B4-BE49-F238E27FC236}">
                <a16:creationId xmlns:a16="http://schemas.microsoft.com/office/drawing/2014/main" id="{C628B697-B0CD-4D06-918E-E61DC1DF9934}"/>
              </a:ext>
            </a:extLst>
          </p:cNvPr>
          <p:cNvSpPr>
            <a:spLocks/>
          </p:cNvSpPr>
          <p:nvPr/>
        </p:nvSpPr>
        <p:spPr>
          <a:xfrm>
            <a:off x="5915025" y="3810000"/>
            <a:ext cx="1866900" cy="1866900"/>
          </a:xfrm>
          <a:prstGeom prst="rect">
            <a:avLst/>
          </a:prstGeom>
          <a:solidFill>
            <a:srgbClr val="EAF6FD"/>
          </a:solidFill>
          <a:ln w="0">
            <a:noFill/>
          </a:ln>
        </p:spPr>
      </p:sp>
      <p:sp>
        <p:nvSpPr>
          <p:cNvPr id="3" name="mask_picture_1_image_backplate">
            <a:extLst>
              <a:ext uri="{FF2B5EF4-FFF2-40B4-BE49-F238E27FC236}">
                <a16:creationId xmlns:a16="http://schemas.microsoft.com/office/drawing/2014/main" id="{2FC0AE5F-00EB-4C19-9444-D8B56F82F742}"/>
              </a:ext>
            </a:extLst>
          </p:cNvPr>
          <p:cNvSpPr>
            <a:spLocks/>
          </p:cNvSpPr>
          <p:nvPr/>
        </p:nvSpPr>
        <p:spPr>
          <a:xfrm>
            <a:off x="3276600" y="3810000"/>
            <a:ext cx="1866900" cy="1866900"/>
          </a:xfrm>
          <a:prstGeom prst="rect">
            <a:avLst/>
          </a:prstGeom>
          <a:solidFill>
            <a:srgbClr val="EAF6FD"/>
          </a:solidFill>
          <a:ln w="0">
            <a:noFill/>
          </a:ln>
        </p:spPr>
      </p:sp>
      <p:sp>
        <p:nvSpPr>
          <p:cNvPr id="4" name="mask_probability_image_backplate">
            <a:extLst>
              <a:ext uri="{FF2B5EF4-FFF2-40B4-BE49-F238E27FC236}">
                <a16:creationId xmlns:a16="http://schemas.microsoft.com/office/drawing/2014/main" id="{344406F8-585E-4801-903E-3A7D71F61620}"/>
              </a:ext>
            </a:extLst>
          </p:cNvPr>
          <p:cNvSpPr>
            <a:spLocks/>
          </p:cNvSpPr>
          <p:nvPr/>
        </p:nvSpPr>
        <p:spPr>
          <a:xfrm>
            <a:off x="638175" y="3810000"/>
            <a:ext cx="1866900" cy="1866900"/>
          </a:xfrm>
          <a:prstGeom prst="rect">
            <a:avLst/>
          </a:prstGeom>
          <a:solidFill>
            <a:srgbClr val="EAF6FD"/>
          </a:solidFill>
          <a:ln w="0">
            <a:noFill/>
          </a:ln>
        </p:spPr>
      </p:sp>
      <p:sp>
        <p:nvSpPr>
          <p:cNvPr id="8" name="lesion_process_bg">
            <a:extLst>
              <a:ext uri="{FF2B5EF4-FFF2-40B4-BE49-F238E27FC236}">
                <a16:creationId xmlns:a16="http://schemas.microsoft.com/office/drawing/2014/main" id="{09F97563-D248-4565-A7D7-FED77B8E16BE}"/>
              </a:ext>
            </a:extLst>
          </p:cNvPr>
          <p:cNvSpPr>
            <a:spLocks/>
          </p:cNvSpPr>
          <p:nvPr/>
        </p:nvSpPr>
        <p:spPr>
          <a:xfrm>
            <a:off x="400050" y="2190750"/>
            <a:ext cx="10001250" cy="4648200"/>
          </a:xfrm>
          <a:prstGeom prst="roundRect">
            <a:avLst>
              <a:gd name="adj" fmla="val 2459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11" name="mask_plate_0">
            <a:extLst>
              <a:ext uri="{FF2B5EF4-FFF2-40B4-BE49-F238E27FC236}">
                <a16:creationId xmlns:a16="http://schemas.microsoft.com/office/drawing/2014/main" id="{7644DC46-D3AF-4BB3-9C16-BD1C18CF61E4}"/>
              </a:ext>
            </a:extLst>
          </p:cNvPr>
          <p:cNvSpPr>
            <a:spLocks/>
          </p:cNvSpPr>
          <p:nvPr/>
        </p:nvSpPr>
        <p:spPr>
          <a:xfrm>
            <a:off x="533400" y="3486150"/>
            <a:ext cx="2076450" cy="2600325"/>
          </a:xfrm>
          <a:prstGeom prst="roundRect">
            <a:avLst>
              <a:gd name="adj" fmla="val 5505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12" name="probability_stack_2">
            <a:extLst>
              <a:ext uri="{FF2B5EF4-FFF2-40B4-BE49-F238E27FC236}">
                <a16:creationId xmlns:a16="http://schemas.microsoft.com/office/drawing/2014/main" id="{9334CA12-6896-47C4-9C18-C27A3F4D7C72}"/>
              </a:ext>
            </a:extLst>
          </p:cNvPr>
          <p:cNvSpPr>
            <a:spLocks/>
          </p:cNvSpPr>
          <p:nvPr/>
        </p:nvSpPr>
        <p:spPr>
          <a:xfrm>
            <a:off x="447675" y="3619500"/>
            <a:ext cx="1866900" cy="1866900"/>
          </a:xfrm>
          <a:prstGeom prst="rect">
            <a:avLst/>
          </a:prstGeom>
          <a:solidFill>
            <a:srgbClr val="0A0A0A"/>
          </a:solidFill>
          <a:ln w="12383">
            <a:solidFill>
              <a:srgbClr val="BBC5CC"/>
            </a:solidFill>
          </a:ln>
        </p:spPr>
      </p:sp>
      <p:sp>
        <p:nvSpPr>
          <p:cNvPr id="13" name="probability_stack_1">
            <a:extLst>
              <a:ext uri="{FF2B5EF4-FFF2-40B4-BE49-F238E27FC236}">
                <a16:creationId xmlns:a16="http://schemas.microsoft.com/office/drawing/2014/main" id="{AF1815EB-FA8F-451F-B010-747DFB05CC34}"/>
              </a:ext>
            </a:extLst>
          </p:cNvPr>
          <p:cNvSpPr>
            <a:spLocks/>
          </p:cNvSpPr>
          <p:nvPr/>
        </p:nvSpPr>
        <p:spPr>
          <a:xfrm>
            <a:off x="542925" y="3714750"/>
            <a:ext cx="1866900" cy="1866900"/>
          </a:xfrm>
          <a:prstGeom prst="rect">
            <a:avLst/>
          </a:prstGeom>
          <a:solidFill>
            <a:srgbClr val="0A0A0A"/>
          </a:solidFill>
          <a:ln w="12383">
            <a:solidFill>
              <a:srgbClr val="BBC5CC"/>
            </a:solidFill>
          </a:ln>
        </p:spPr>
      </p:sp>
      <p:sp>
        <p:nvSpPr>
          <p:cNvPr id="16" name="mask_plate_1">
            <a:extLst>
              <a:ext uri="{FF2B5EF4-FFF2-40B4-BE49-F238E27FC236}">
                <a16:creationId xmlns:a16="http://schemas.microsoft.com/office/drawing/2014/main" id="{8982AF24-5896-469C-8DEE-DB74C03BA63B}"/>
              </a:ext>
            </a:extLst>
          </p:cNvPr>
          <p:cNvSpPr>
            <a:spLocks/>
          </p:cNvSpPr>
          <p:nvPr/>
        </p:nvSpPr>
        <p:spPr>
          <a:xfrm>
            <a:off x="3171825" y="3486150"/>
            <a:ext cx="2076450" cy="2600325"/>
          </a:xfrm>
          <a:prstGeom prst="roundRect">
            <a:avLst>
              <a:gd name="adj" fmla="val 5505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19" name="mask_plate_2">
            <a:extLst>
              <a:ext uri="{FF2B5EF4-FFF2-40B4-BE49-F238E27FC236}">
                <a16:creationId xmlns:a16="http://schemas.microsoft.com/office/drawing/2014/main" id="{29265354-623D-4258-A66F-6942C5479FFB}"/>
              </a:ext>
            </a:extLst>
          </p:cNvPr>
          <p:cNvSpPr>
            <a:spLocks/>
          </p:cNvSpPr>
          <p:nvPr/>
        </p:nvSpPr>
        <p:spPr>
          <a:xfrm>
            <a:off x="5810250" y="3486150"/>
            <a:ext cx="2076450" cy="2600325"/>
          </a:xfrm>
          <a:prstGeom prst="roundRect">
            <a:avLst>
              <a:gd name="adj" fmla="val 5505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2" name="mask_plate_3">
            <a:extLst>
              <a:ext uri="{FF2B5EF4-FFF2-40B4-BE49-F238E27FC236}">
                <a16:creationId xmlns:a16="http://schemas.microsoft.com/office/drawing/2014/main" id="{4E67AC75-6A62-49BB-BC08-C139D0024FA2}"/>
              </a:ext>
            </a:extLst>
          </p:cNvPr>
          <p:cNvSpPr>
            <a:spLocks/>
          </p:cNvSpPr>
          <p:nvPr/>
        </p:nvSpPr>
        <p:spPr>
          <a:xfrm>
            <a:off x="8448675" y="3486150"/>
            <a:ext cx="2076450" cy="2600325"/>
          </a:xfrm>
          <a:prstGeom prst="roundRect">
            <a:avLst>
              <a:gd name="adj" fmla="val 5505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39" name="area_formula_bg">
            <a:extLst>
              <a:ext uri="{FF2B5EF4-FFF2-40B4-BE49-F238E27FC236}">
                <a16:creationId xmlns:a16="http://schemas.microsoft.com/office/drawing/2014/main" id="{0F4328ED-CB68-4678-B4FF-7B565F411A47}"/>
              </a:ext>
            </a:extLst>
          </p:cNvPr>
          <p:cNvSpPr>
            <a:spLocks/>
          </p:cNvSpPr>
          <p:nvPr/>
        </p:nvSpPr>
        <p:spPr>
          <a:xfrm>
            <a:off x="10848975" y="7058025"/>
            <a:ext cx="4791075" cy="962025"/>
          </a:xfrm>
          <a:prstGeom prst="roundRect">
            <a:avLst>
              <a:gd name="adj" fmla="val 11881"/>
            </a:avLst>
          </a:prstGeom>
          <a:solidFill>
            <a:srgbClr val="EAF6FD"/>
          </a:solidFill>
          <a:ln w="0">
            <a:noFill/>
          </a:ln>
        </p:spPr>
      </p:sp>
      <p:pic>
        <p:nvPicPr>
          <p:cNvPr id="90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91" name="mask_probability"/>
          <p:cNvPicPr>
            <a:picLocks noChangeAspect="1"/>
          </p:cNvPicPr>
          <p:nvPr/>
        </p:nvPicPr>
        <p:blipFill>
          <a:blip r:embed="rId4"/>
          <a:srcRect l="17204" t="36508" r="13978" b="25794"/>
          <a:stretch/>
        </p:blipFill>
        <p:spPr>
          <a:xfrm>
            <a:off x="638175" y="3810000"/>
            <a:ext cx="1866900" cy="1866900"/>
          </a:xfrm>
          <a:prstGeom prst="rect">
            <a:avLst/>
          </a:prstGeom>
        </p:spPr>
      </p:pic>
      <p:pic>
        <p:nvPicPr>
          <p:cNvPr id="92" name="mask_picture_1"/>
          <p:cNvPicPr>
            <a:picLocks noChangeAspect="1"/>
          </p:cNvPicPr>
          <p:nvPr/>
        </p:nvPicPr>
        <p:blipFill>
          <a:blip r:embed="rId5"/>
          <a:srcRect l="4000" t="33532" r="14000" b="25794"/>
          <a:stretch/>
        </p:blipFill>
        <p:spPr>
          <a:xfrm>
            <a:off x="3276600" y="3810000"/>
            <a:ext cx="1866900" cy="1866900"/>
          </a:xfrm>
          <a:prstGeom prst="rect">
            <a:avLst/>
          </a:prstGeom>
        </p:spPr>
      </p:pic>
      <p:pic>
        <p:nvPicPr>
          <p:cNvPr id="93" name="mask_picture_2"/>
          <p:cNvPicPr>
            <a:picLocks noChangeAspect="1"/>
          </p:cNvPicPr>
          <p:nvPr/>
        </p:nvPicPr>
        <p:blipFill>
          <a:blip r:embed="rId6"/>
          <a:srcRect l="7491" t="33532" r="14607" b="25794"/>
          <a:stretch/>
        </p:blipFill>
        <p:spPr>
          <a:xfrm>
            <a:off x="5915025" y="3810000"/>
            <a:ext cx="1866900" cy="1866900"/>
          </a:xfrm>
          <a:prstGeom prst="rect">
            <a:avLst/>
          </a:prstGeom>
        </p:spPr>
      </p:pic>
      <p:pic>
        <p:nvPicPr>
          <p:cNvPr id="94" name="mask_picture_3"/>
          <p:cNvPicPr>
            <a:picLocks noChangeAspect="1"/>
          </p:cNvPicPr>
          <p:nvPr/>
        </p:nvPicPr>
        <p:blipFill>
          <a:blip r:embed="rId7"/>
          <a:srcRect l="6250" t="33333" r="12109" b="25794"/>
          <a:stretch/>
        </p:blipFill>
        <p:spPr>
          <a:xfrm>
            <a:off x="8553450" y="3810000"/>
            <a:ext cx="1866900" cy="1866900"/>
          </a:xfrm>
          <a:prstGeom prst="rect">
            <a:avLst/>
          </a:prstGeom>
        </p:spPr>
      </p:pic>
      <p:cxnSp>
        <p:nvCxnSpPr>
          <p:cNvPr id="43" name="header_rule">
            <a:extLst>
              <a:ext uri="{FF2B5EF4-FFF2-40B4-BE49-F238E27FC236}">
                <a16:creationId xmlns:a16="http://schemas.microsoft.com/office/drawing/2014/main" id="{00C630F8-5B23-3CED-7E99-BD54FA7D1930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header_accent">
            <a:extLst>
              <a:ext uri="{FF2B5EF4-FFF2-40B4-BE49-F238E27FC236}">
                <a16:creationId xmlns:a16="http://schemas.microsoft.com/office/drawing/2014/main" id="{52B5A963-FB7D-D03C-2766-AEC38D46234B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footer_rule">
            <a:extLst>
              <a:ext uri="{FF2B5EF4-FFF2-40B4-BE49-F238E27FC236}">
                <a16:creationId xmlns:a16="http://schemas.microsoft.com/office/drawing/2014/main" id="{DB26BDDB-A61C-2360-C0E6-B2577373527C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mask_arrow_0">
            <a:extLst>
              <a:ext uri="{FF2B5EF4-FFF2-40B4-BE49-F238E27FC236}">
                <a16:creationId xmlns:a16="http://schemas.microsoft.com/office/drawing/2014/main" id="{EA2A8082-C014-2E2C-4A83-3FE9134C4011}"/>
              </a:ext>
            </a:extLst>
          </p:cNvPr>
          <p:cNvCxnSpPr/>
          <p:nvPr/>
        </p:nvCxnSpPr>
        <p:spPr>
          <a:xfrm>
            <a:off x="2714625" y="4800600"/>
            <a:ext cx="352425" cy="0"/>
          </a:xfrm>
          <a:prstGeom prst="line">
            <a:avLst/>
          </a:prstGeom>
          <a:ln w="4762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mask_arrow_1">
            <a:extLst>
              <a:ext uri="{FF2B5EF4-FFF2-40B4-BE49-F238E27FC236}">
                <a16:creationId xmlns:a16="http://schemas.microsoft.com/office/drawing/2014/main" id="{AEFF700E-22D0-7794-E7DC-3B6AB82CC36A}"/>
              </a:ext>
            </a:extLst>
          </p:cNvPr>
          <p:cNvCxnSpPr/>
          <p:nvPr/>
        </p:nvCxnSpPr>
        <p:spPr>
          <a:xfrm>
            <a:off x="5353050" y="4800600"/>
            <a:ext cx="352425" cy="0"/>
          </a:xfrm>
          <a:prstGeom prst="line">
            <a:avLst/>
          </a:prstGeom>
          <a:ln w="4762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mask_arrow_2">
            <a:extLst>
              <a:ext uri="{FF2B5EF4-FFF2-40B4-BE49-F238E27FC236}">
                <a16:creationId xmlns:a16="http://schemas.microsoft.com/office/drawing/2014/main" id="{75CE7764-E092-028D-5893-8925491712EB}"/>
              </a:ext>
            </a:extLst>
          </p:cNvPr>
          <p:cNvCxnSpPr/>
          <p:nvPr/>
        </p:nvCxnSpPr>
        <p:spPr>
          <a:xfrm>
            <a:off x="7991475" y="4800600"/>
            <a:ext cx="352425" cy="0"/>
          </a:xfrm>
          <a:prstGeom prst="line">
            <a:avLst/>
          </a:prstGeom>
          <a:ln w="4762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area_fraction">
            <a:extLst>
              <a:ext uri="{FF2B5EF4-FFF2-40B4-BE49-F238E27FC236}">
                <a16:creationId xmlns:a16="http://schemas.microsoft.com/office/drawing/2014/main" id="{B79E5C92-245B-4DCD-E9FD-6BE6356500A7}"/>
              </a:ext>
            </a:extLst>
          </p:cNvPr>
          <p:cNvCxnSpPr/>
          <p:nvPr/>
        </p:nvCxnSpPr>
        <p:spPr>
          <a:xfrm>
            <a:off x="13049250" y="7524750"/>
            <a:ext cx="2400300" cy="0"/>
          </a:xfrm>
          <a:prstGeom prst="line">
            <a:avLst/>
          </a:prstGeom>
          <a:ln w="14288">
            <a:solidFill>
              <a:srgbClr val="3038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_title">
            <a:extLst>
              <a:ext uri="{FF2B5EF4-FFF2-40B4-BE49-F238E27FC236}">
                <a16:creationId xmlns:a16="http://schemas.microsoft.com/office/drawing/2014/main" id="{EA8FAFF8-987A-4949-9366-548DBD81E087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病灶定量指标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footer_text">
            <a:extLst>
              <a:ext uri="{FF2B5EF4-FFF2-40B4-BE49-F238E27FC236}">
                <a16:creationId xmlns:a16="http://schemas.microsoft.com/office/drawing/2014/main" id="{3C686F5E-07B1-498F-857C-B1FD3152EF2D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page_number">
            <a:extLst>
              <a:ext uri="{FF2B5EF4-FFF2-40B4-BE49-F238E27FC236}">
                <a16:creationId xmlns:a16="http://schemas.microsoft.com/office/drawing/2014/main" id="{F0E6D5FC-DD46-4DB0-A776-235B86BA873D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17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51" name="module_mask_title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74FC201-D2D6-3803-974F-F54D0A3F7AC8}"/>
              </a:ext>
            </a:extLst>
          </p:cNvPr>
          <p:cNvGrpSpPr/>
          <p:nvPr/>
        </p:nvGrpSpPr>
        <p:grpSpPr>
          <a:xfrm>
            <a:off x="533400" y="2628900"/>
            <a:ext cx="2076450" cy="723900"/>
            <a:chOff x="533400" y="2628900"/>
            <a:chExt cx="2076450" cy="723900"/>
          </a:xfrm>
        </p:grpSpPr>
        <p:sp>
          <p:nvSpPr>
            <p:cNvPr id="9" name="mask_title_0_bg">
              <a:extLst>
                <a:ext uri="{FF2B5EF4-FFF2-40B4-BE49-F238E27FC236}">
                  <a16:creationId xmlns:a16="http://schemas.microsoft.com/office/drawing/2014/main" id="{A3CC8C12-2059-48C3-A6DD-9C77AB574DEE}"/>
                </a:ext>
              </a:extLst>
            </p:cNvPr>
            <p:cNvSpPr>
              <a:spLocks/>
            </p:cNvSpPr>
            <p:nvPr/>
          </p:nvSpPr>
          <p:spPr>
            <a:xfrm>
              <a:off x="533400" y="2628900"/>
              <a:ext cx="2076450" cy="723900"/>
            </a:xfrm>
            <a:prstGeom prst="roundRect">
              <a:avLst>
                <a:gd name="adj" fmla="val 15789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0" name="mask_title_0_text">
              <a:extLst>
                <a:ext uri="{FF2B5EF4-FFF2-40B4-BE49-F238E27FC236}">
                  <a16:creationId xmlns:a16="http://schemas.microsoft.com/office/drawing/2014/main" id="{842A5800-F2BE-4E72-88A5-FED8AB30D8F4}"/>
                </a:ext>
              </a:extLst>
            </p:cNvPr>
            <p:cNvSpPr>
              <a:spLocks/>
            </p:cNvSpPr>
            <p:nvPr/>
          </p:nvSpPr>
          <p:spPr>
            <a:xfrm>
              <a:off x="628650" y="2667000"/>
              <a:ext cx="1885950" cy="647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概率图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2" name="module_mask_title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4CE04A3-3BFE-EC15-B7CA-5DE050EDA33A}"/>
              </a:ext>
            </a:extLst>
          </p:cNvPr>
          <p:cNvGrpSpPr/>
          <p:nvPr/>
        </p:nvGrpSpPr>
        <p:grpSpPr>
          <a:xfrm>
            <a:off x="3171825" y="2628900"/>
            <a:ext cx="2076450" cy="723900"/>
            <a:chOff x="3171825" y="2628900"/>
            <a:chExt cx="2076450" cy="723900"/>
          </a:xfrm>
        </p:grpSpPr>
        <p:sp>
          <p:nvSpPr>
            <p:cNvPr id="14" name="mask_title_1_bg">
              <a:extLst>
                <a:ext uri="{FF2B5EF4-FFF2-40B4-BE49-F238E27FC236}">
                  <a16:creationId xmlns:a16="http://schemas.microsoft.com/office/drawing/2014/main" id="{38352853-8B74-4E53-B0B6-632BA4FFD1CE}"/>
                </a:ext>
              </a:extLst>
            </p:cNvPr>
            <p:cNvSpPr>
              <a:spLocks/>
            </p:cNvSpPr>
            <p:nvPr/>
          </p:nvSpPr>
          <p:spPr>
            <a:xfrm>
              <a:off x="3171825" y="2628900"/>
              <a:ext cx="2076450" cy="723900"/>
            </a:xfrm>
            <a:prstGeom prst="roundRect">
              <a:avLst>
                <a:gd name="adj" fmla="val 15789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5" name="mask_title_1_text">
              <a:extLst>
                <a:ext uri="{FF2B5EF4-FFF2-40B4-BE49-F238E27FC236}">
                  <a16:creationId xmlns:a16="http://schemas.microsoft.com/office/drawing/2014/main" id="{E0B198F0-6D80-44AE-9332-7B68592A51ED}"/>
                </a:ext>
              </a:extLst>
            </p:cNvPr>
            <p:cNvSpPr>
              <a:spLocks/>
            </p:cNvSpPr>
            <p:nvPr/>
          </p:nvSpPr>
          <p:spPr>
            <a:xfrm>
              <a:off x="3267075" y="2667000"/>
              <a:ext cx="1885950" cy="647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固定阈值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3" name="module_mask_title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913D7AE-0E7B-3DA2-8960-E521DB09D0A4}"/>
              </a:ext>
            </a:extLst>
          </p:cNvPr>
          <p:cNvGrpSpPr/>
          <p:nvPr/>
        </p:nvGrpSpPr>
        <p:grpSpPr>
          <a:xfrm>
            <a:off x="5810250" y="2628900"/>
            <a:ext cx="2076450" cy="723900"/>
            <a:chOff x="5810250" y="2628900"/>
            <a:chExt cx="2076450" cy="723900"/>
          </a:xfrm>
        </p:grpSpPr>
        <p:sp>
          <p:nvSpPr>
            <p:cNvPr id="17" name="mask_title_2_bg">
              <a:extLst>
                <a:ext uri="{FF2B5EF4-FFF2-40B4-BE49-F238E27FC236}">
                  <a16:creationId xmlns:a16="http://schemas.microsoft.com/office/drawing/2014/main" id="{3B205CAA-4E08-486B-BC05-16780023727C}"/>
                </a:ext>
              </a:extLst>
            </p:cNvPr>
            <p:cNvSpPr>
              <a:spLocks/>
            </p:cNvSpPr>
            <p:nvPr/>
          </p:nvSpPr>
          <p:spPr>
            <a:xfrm>
              <a:off x="5810250" y="2628900"/>
              <a:ext cx="2076450" cy="723900"/>
            </a:xfrm>
            <a:prstGeom prst="roundRect">
              <a:avLst>
                <a:gd name="adj" fmla="val 15789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8" name="mask_title_2_text">
              <a:extLst>
                <a:ext uri="{FF2B5EF4-FFF2-40B4-BE49-F238E27FC236}">
                  <a16:creationId xmlns:a16="http://schemas.microsoft.com/office/drawing/2014/main" id="{21D68C48-D130-4B1B-B4DB-8721B011117F}"/>
                </a:ext>
              </a:extLst>
            </p:cNvPr>
            <p:cNvSpPr>
              <a:spLocks/>
            </p:cNvSpPr>
            <p:nvPr/>
          </p:nvSpPr>
          <p:spPr>
            <a:xfrm>
              <a:off x="5905500" y="2667000"/>
              <a:ext cx="1885950" cy="647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5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15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连通域与粘连分离</a:t>
              </a:r>
              <a:endParaRPr sz="15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4" name="module_mask_title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BFAA248-B922-484F-2992-8540DFD3F646}"/>
              </a:ext>
            </a:extLst>
          </p:cNvPr>
          <p:cNvGrpSpPr/>
          <p:nvPr/>
        </p:nvGrpSpPr>
        <p:grpSpPr>
          <a:xfrm>
            <a:off x="8448675" y="2628900"/>
            <a:ext cx="2076450" cy="723900"/>
            <a:chOff x="8448675" y="2628900"/>
            <a:chExt cx="2076450" cy="723900"/>
          </a:xfrm>
        </p:grpSpPr>
        <p:sp>
          <p:nvSpPr>
            <p:cNvPr id="20" name="mask_title_3_bg">
              <a:extLst>
                <a:ext uri="{FF2B5EF4-FFF2-40B4-BE49-F238E27FC236}">
                  <a16:creationId xmlns:a16="http://schemas.microsoft.com/office/drawing/2014/main" id="{250DFC6F-0D9A-43BE-A550-5868898BB9D6}"/>
                </a:ext>
              </a:extLst>
            </p:cNvPr>
            <p:cNvSpPr>
              <a:spLocks/>
            </p:cNvSpPr>
            <p:nvPr/>
          </p:nvSpPr>
          <p:spPr>
            <a:xfrm>
              <a:off x="8448675" y="2628900"/>
              <a:ext cx="2076450" cy="723900"/>
            </a:xfrm>
            <a:prstGeom prst="roundRect">
              <a:avLst>
                <a:gd name="adj" fmla="val 15789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21" name="mask_title_3_text">
              <a:extLst>
                <a:ext uri="{FF2B5EF4-FFF2-40B4-BE49-F238E27FC236}">
                  <a16:creationId xmlns:a16="http://schemas.microsoft.com/office/drawing/2014/main" id="{00AA6F31-2C91-4D1A-93FA-CA649FE3CD90}"/>
                </a:ext>
              </a:extLst>
            </p:cNvPr>
            <p:cNvSpPr>
              <a:spLocks/>
            </p:cNvSpPr>
            <p:nvPr/>
          </p:nvSpPr>
          <p:spPr>
            <a:xfrm>
              <a:off x="8543925" y="2667000"/>
              <a:ext cx="1885950" cy="647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数量</a:t>
              </a:r>
              <a:r>
                <a:rPr lang="en-US" altLang="zh-CN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/</a:t>
              </a:r>
              <a:r>
                <a:rPr lang="zh-CN" altLang="en-US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面积占比</a:t>
              </a:r>
              <a:endParaRPr sz="18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5" name="module_lesion_metrics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1ED25B8-67A1-79E9-DCFE-45769C3E2B5E}"/>
              </a:ext>
            </a:extLst>
          </p:cNvPr>
          <p:cNvGrpSpPr/>
          <p:nvPr/>
        </p:nvGrpSpPr>
        <p:grpSpPr>
          <a:xfrm>
            <a:off x="10848975" y="2190750"/>
            <a:ext cx="2457450" cy="1171575"/>
            <a:chOff x="10848975" y="2190750"/>
            <a:chExt cx="2457450" cy="1171575"/>
          </a:xfrm>
        </p:grpSpPr>
        <p:sp>
          <p:nvSpPr>
            <p:cNvPr id="23" name="lesion_metrics_0_0_bg">
              <a:extLst>
                <a:ext uri="{FF2B5EF4-FFF2-40B4-BE49-F238E27FC236}">
                  <a16:creationId xmlns:a16="http://schemas.microsoft.com/office/drawing/2014/main" id="{0D8DD0D8-FC6B-4914-BBED-45A402DE494C}"/>
                </a:ext>
              </a:extLst>
            </p:cNvPr>
            <p:cNvSpPr>
              <a:spLocks/>
            </p:cNvSpPr>
            <p:nvPr/>
          </p:nvSpPr>
          <p:spPr>
            <a:xfrm>
              <a:off x="10848975" y="2190750"/>
              <a:ext cx="2457450" cy="1171575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24" name="lesion_metrics_0_0_text">
              <a:extLst>
                <a:ext uri="{FF2B5EF4-FFF2-40B4-BE49-F238E27FC236}">
                  <a16:creationId xmlns:a16="http://schemas.microsoft.com/office/drawing/2014/main" id="{02A8629D-065D-48B4-BC03-5ED38DD1C480}"/>
                </a:ext>
              </a:extLst>
            </p:cNvPr>
            <p:cNvSpPr>
              <a:spLocks/>
            </p:cNvSpPr>
            <p:nvPr/>
          </p:nvSpPr>
          <p:spPr>
            <a:xfrm>
              <a:off x="10934700" y="2257425"/>
              <a:ext cx="2286000" cy="1038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病灶</a:t>
              </a:r>
              <a:endParaRPr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6" name="module_lesion_metrics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CE05292-037C-0703-AC15-56D53EA678D4}"/>
              </a:ext>
            </a:extLst>
          </p:cNvPr>
          <p:cNvGrpSpPr/>
          <p:nvPr/>
        </p:nvGrpSpPr>
        <p:grpSpPr>
          <a:xfrm>
            <a:off x="13306425" y="2190750"/>
            <a:ext cx="2333625" cy="1171575"/>
            <a:chOff x="13306425" y="2190750"/>
            <a:chExt cx="2333625" cy="1171575"/>
          </a:xfrm>
        </p:grpSpPr>
        <p:sp>
          <p:nvSpPr>
            <p:cNvPr id="25" name="lesion_metrics_0_1_bg">
              <a:extLst>
                <a:ext uri="{FF2B5EF4-FFF2-40B4-BE49-F238E27FC236}">
                  <a16:creationId xmlns:a16="http://schemas.microsoft.com/office/drawing/2014/main" id="{2415CB5F-F4C7-4B50-AF82-8529134DBF6A}"/>
                </a:ext>
              </a:extLst>
            </p:cNvPr>
            <p:cNvSpPr>
              <a:spLocks/>
            </p:cNvSpPr>
            <p:nvPr/>
          </p:nvSpPr>
          <p:spPr>
            <a:xfrm>
              <a:off x="13306425" y="2190750"/>
              <a:ext cx="2333625" cy="1171575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26" name="lesion_metrics_0_1_text">
              <a:extLst>
                <a:ext uri="{FF2B5EF4-FFF2-40B4-BE49-F238E27FC236}">
                  <a16:creationId xmlns:a16="http://schemas.microsoft.com/office/drawing/2014/main" id="{DBEF300B-A566-473C-9EEB-DDC03279426C}"/>
                </a:ext>
              </a:extLst>
            </p:cNvPr>
            <p:cNvSpPr>
              <a:spLocks/>
            </p:cNvSpPr>
            <p:nvPr/>
          </p:nvSpPr>
          <p:spPr>
            <a:xfrm>
              <a:off x="13392150" y="2257425"/>
              <a:ext cx="2162175" cy="1038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指标</a:t>
              </a:r>
              <a:endParaRPr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7" name="module_lesion_metrics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6283568-BB18-861F-5C61-E1D7F015BCBE}"/>
              </a:ext>
            </a:extLst>
          </p:cNvPr>
          <p:cNvGrpSpPr/>
          <p:nvPr/>
        </p:nvGrpSpPr>
        <p:grpSpPr>
          <a:xfrm>
            <a:off x="10848975" y="3362325"/>
            <a:ext cx="2457450" cy="1171575"/>
            <a:chOff x="10848975" y="3362325"/>
            <a:chExt cx="2457450" cy="1171575"/>
          </a:xfrm>
        </p:grpSpPr>
        <p:sp>
          <p:nvSpPr>
            <p:cNvPr id="27" name="lesion_metrics_1_0_bg">
              <a:extLst>
                <a:ext uri="{FF2B5EF4-FFF2-40B4-BE49-F238E27FC236}">
                  <a16:creationId xmlns:a16="http://schemas.microsoft.com/office/drawing/2014/main" id="{1869DFC8-ACE8-424F-9676-48C0B86FE2DA}"/>
                </a:ext>
              </a:extLst>
            </p:cNvPr>
            <p:cNvSpPr>
              <a:spLocks/>
            </p:cNvSpPr>
            <p:nvPr/>
          </p:nvSpPr>
          <p:spPr>
            <a:xfrm>
              <a:off x="10848975" y="3362325"/>
              <a:ext cx="2457450" cy="11715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8" name="lesion_metrics_1_0_text">
              <a:extLst>
                <a:ext uri="{FF2B5EF4-FFF2-40B4-BE49-F238E27FC236}">
                  <a16:creationId xmlns:a16="http://schemas.microsoft.com/office/drawing/2014/main" id="{AB55CA39-1C14-4DB8-94FE-FCA36C725E78}"/>
                </a:ext>
              </a:extLst>
            </p:cNvPr>
            <p:cNvSpPr>
              <a:spLocks/>
            </p:cNvSpPr>
            <p:nvPr/>
          </p:nvSpPr>
          <p:spPr>
            <a:xfrm>
              <a:off x="10934700" y="3429000"/>
              <a:ext cx="2286000" cy="1038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微动脉瘤</a:t>
              </a:r>
              <a:r>
                <a:rPr lang="en-US" sz="24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MA</a:t>
              </a:r>
              <a:endParaRPr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8" name="module_lesion_metrics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F014EE9-8EC6-B479-37DC-56AC8F3DD1BF}"/>
              </a:ext>
            </a:extLst>
          </p:cNvPr>
          <p:cNvGrpSpPr/>
          <p:nvPr/>
        </p:nvGrpSpPr>
        <p:grpSpPr>
          <a:xfrm>
            <a:off x="13306425" y="3362325"/>
            <a:ext cx="2333625" cy="1171575"/>
            <a:chOff x="13306425" y="3362325"/>
            <a:chExt cx="2333625" cy="1171575"/>
          </a:xfrm>
        </p:grpSpPr>
        <p:sp>
          <p:nvSpPr>
            <p:cNvPr id="29" name="lesion_metrics_1_1_bg">
              <a:extLst>
                <a:ext uri="{FF2B5EF4-FFF2-40B4-BE49-F238E27FC236}">
                  <a16:creationId xmlns:a16="http://schemas.microsoft.com/office/drawing/2014/main" id="{FE6D7378-E9F7-41A5-B0C6-125601A5A65F}"/>
                </a:ext>
              </a:extLst>
            </p:cNvPr>
            <p:cNvSpPr>
              <a:spLocks/>
            </p:cNvSpPr>
            <p:nvPr/>
          </p:nvSpPr>
          <p:spPr>
            <a:xfrm>
              <a:off x="13306425" y="3362325"/>
              <a:ext cx="2333625" cy="11715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0" name="lesion_metrics_1_1_text">
              <a:extLst>
                <a:ext uri="{FF2B5EF4-FFF2-40B4-BE49-F238E27FC236}">
                  <a16:creationId xmlns:a16="http://schemas.microsoft.com/office/drawing/2014/main" id="{2666E6E1-DB42-44D7-AD39-8293AC1B0329}"/>
                </a:ext>
              </a:extLst>
            </p:cNvPr>
            <p:cNvSpPr>
              <a:spLocks/>
            </p:cNvSpPr>
            <p:nvPr/>
          </p:nvSpPr>
          <p:spPr>
            <a:xfrm>
              <a:off x="13392150" y="3429000"/>
              <a:ext cx="2162175" cy="1038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数量</a:t>
              </a:r>
              <a:endParaRPr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9" name="module_lesion_metrics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B7DC0EA-DA90-B33D-B20B-A5448C1B2568}"/>
              </a:ext>
            </a:extLst>
          </p:cNvPr>
          <p:cNvGrpSpPr/>
          <p:nvPr/>
        </p:nvGrpSpPr>
        <p:grpSpPr>
          <a:xfrm>
            <a:off x="10848975" y="4533900"/>
            <a:ext cx="2457450" cy="1171575"/>
            <a:chOff x="10848975" y="4533900"/>
            <a:chExt cx="2457450" cy="1171575"/>
          </a:xfrm>
        </p:grpSpPr>
        <p:sp>
          <p:nvSpPr>
            <p:cNvPr id="31" name="lesion_metrics_2_0_bg">
              <a:extLst>
                <a:ext uri="{FF2B5EF4-FFF2-40B4-BE49-F238E27FC236}">
                  <a16:creationId xmlns:a16="http://schemas.microsoft.com/office/drawing/2014/main" id="{4A7CD2BA-6A1C-47F2-9109-F59F82A1E20B}"/>
                </a:ext>
              </a:extLst>
            </p:cNvPr>
            <p:cNvSpPr>
              <a:spLocks/>
            </p:cNvSpPr>
            <p:nvPr/>
          </p:nvSpPr>
          <p:spPr>
            <a:xfrm>
              <a:off x="10848975" y="4533900"/>
              <a:ext cx="2457450" cy="11715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2" name="lesion_metrics_2_0_text">
              <a:extLst>
                <a:ext uri="{FF2B5EF4-FFF2-40B4-BE49-F238E27FC236}">
                  <a16:creationId xmlns:a16="http://schemas.microsoft.com/office/drawing/2014/main" id="{6C2E5DD5-EBBB-4509-8D60-B57BA8471917}"/>
                </a:ext>
              </a:extLst>
            </p:cNvPr>
            <p:cNvSpPr>
              <a:spLocks/>
            </p:cNvSpPr>
            <p:nvPr/>
          </p:nvSpPr>
          <p:spPr>
            <a:xfrm>
              <a:off x="10934700" y="4600575"/>
              <a:ext cx="2286000" cy="1038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出血</a:t>
              </a:r>
              <a:r>
                <a:rPr lang="en-US" sz="24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HE</a:t>
              </a:r>
              <a:endParaRPr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0" name="module_lesion_metrics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991DC54-7D98-B7EB-F3AA-C2FDDF393C61}"/>
              </a:ext>
            </a:extLst>
          </p:cNvPr>
          <p:cNvGrpSpPr/>
          <p:nvPr/>
        </p:nvGrpSpPr>
        <p:grpSpPr>
          <a:xfrm>
            <a:off x="13306425" y="4533900"/>
            <a:ext cx="2333625" cy="1171575"/>
            <a:chOff x="13306425" y="4533900"/>
            <a:chExt cx="2333625" cy="1171575"/>
          </a:xfrm>
        </p:grpSpPr>
        <p:sp>
          <p:nvSpPr>
            <p:cNvPr id="33" name="lesion_metrics_2_1_bg">
              <a:extLst>
                <a:ext uri="{FF2B5EF4-FFF2-40B4-BE49-F238E27FC236}">
                  <a16:creationId xmlns:a16="http://schemas.microsoft.com/office/drawing/2014/main" id="{ED76646F-741C-42FC-AA8F-07AEDAB30FB1}"/>
                </a:ext>
              </a:extLst>
            </p:cNvPr>
            <p:cNvSpPr>
              <a:spLocks/>
            </p:cNvSpPr>
            <p:nvPr/>
          </p:nvSpPr>
          <p:spPr>
            <a:xfrm>
              <a:off x="13306425" y="4533900"/>
              <a:ext cx="2333625" cy="11715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4" name="lesion_metrics_2_1_text">
              <a:extLst>
                <a:ext uri="{FF2B5EF4-FFF2-40B4-BE49-F238E27FC236}">
                  <a16:creationId xmlns:a16="http://schemas.microsoft.com/office/drawing/2014/main" id="{0A884A3D-CE3E-4303-996F-F102C4AF2FCE}"/>
                </a:ext>
              </a:extLst>
            </p:cNvPr>
            <p:cNvSpPr>
              <a:spLocks/>
            </p:cNvSpPr>
            <p:nvPr/>
          </p:nvSpPr>
          <p:spPr>
            <a:xfrm>
              <a:off x="13392150" y="4600575"/>
              <a:ext cx="2162175" cy="1038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数量、面积占比</a:t>
              </a:r>
              <a:endParaRPr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1" name="module_lesion_metrics_3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8C79771-3632-3D77-D697-F7E50BCEE1D1}"/>
              </a:ext>
            </a:extLst>
          </p:cNvPr>
          <p:cNvGrpSpPr/>
          <p:nvPr/>
        </p:nvGrpSpPr>
        <p:grpSpPr>
          <a:xfrm>
            <a:off x="10848975" y="5705475"/>
            <a:ext cx="2457450" cy="1171575"/>
            <a:chOff x="10848975" y="5705475"/>
            <a:chExt cx="2457450" cy="1171575"/>
          </a:xfrm>
        </p:grpSpPr>
        <p:sp>
          <p:nvSpPr>
            <p:cNvPr id="35" name="lesion_metrics_3_0_bg">
              <a:extLst>
                <a:ext uri="{FF2B5EF4-FFF2-40B4-BE49-F238E27FC236}">
                  <a16:creationId xmlns:a16="http://schemas.microsoft.com/office/drawing/2014/main" id="{8081A07D-EB66-47CC-B6FD-C4ABC4262A40}"/>
                </a:ext>
              </a:extLst>
            </p:cNvPr>
            <p:cNvSpPr>
              <a:spLocks/>
            </p:cNvSpPr>
            <p:nvPr/>
          </p:nvSpPr>
          <p:spPr>
            <a:xfrm>
              <a:off x="10848975" y="5705475"/>
              <a:ext cx="2457450" cy="11715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6" name="lesion_metrics_3_0_text">
              <a:extLst>
                <a:ext uri="{FF2B5EF4-FFF2-40B4-BE49-F238E27FC236}">
                  <a16:creationId xmlns:a16="http://schemas.microsoft.com/office/drawing/2014/main" id="{9824AE0D-2DA2-4F9B-B2C7-31933CFD2592}"/>
                </a:ext>
              </a:extLst>
            </p:cNvPr>
            <p:cNvSpPr>
              <a:spLocks/>
            </p:cNvSpPr>
            <p:nvPr/>
          </p:nvSpPr>
          <p:spPr>
            <a:xfrm>
              <a:off x="10934700" y="5772150"/>
              <a:ext cx="2286000" cy="1038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硬性渗出</a:t>
              </a:r>
              <a:r>
                <a:rPr lang="en-US" sz="24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EX</a:t>
              </a:r>
              <a:endParaRPr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2" name="module_lesion_metrics_3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998002C-4564-BADE-F961-D708450EACCB}"/>
              </a:ext>
            </a:extLst>
          </p:cNvPr>
          <p:cNvGrpSpPr/>
          <p:nvPr/>
        </p:nvGrpSpPr>
        <p:grpSpPr>
          <a:xfrm>
            <a:off x="13306425" y="5705475"/>
            <a:ext cx="2333625" cy="1171575"/>
            <a:chOff x="13306425" y="5705475"/>
            <a:chExt cx="2333625" cy="1171575"/>
          </a:xfrm>
        </p:grpSpPr>
        <p:sp>
          <p:nvSpPr>
            <p:cNvPr id="37" name="lesion_metrics_3_1_bg">
              <a:extLst>
                <a:ext uri="{FF2B5EF4-FFF2-40B4-BE49-F238E27FC236}">
                  <a16:creationId xmlns:a16="http://schemas.microsoft.com/office/drawing/2014/main" id="{A64C8C4A-3977-4DE6-9ED7-2A9A24677291}"/>
                </a:ext>
              </a:extLst>
            </p:cNvPr>
            <p:cNvSpPr>
              <a:spLocks/>
            </p:cNvSpPr>
            <p:nvPr/>
          </p:nvSpPr>
          <p:spPr>
            <a:xfrm>
              <a:off x="13306425" y="5705475"/>
              <a:ext cx="2333625" cy="11715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8" name="lesion_metrics_3_1_text">
              <a:extLst>
                <a:ext uri="{FF2B5EF4-FFF2-40B4-BE49-F238E27FC236}">
                  <a16:creationId xmlns:a16="http://schemas.microsoft.com/office/drawing/2014/main" id="{E94B9497-5D23-4C68-8918-F03223D79341}"/>
                </a:ext>
              </a:extLst>
            </p:cNvPr>
            <p:cNvSpPr>
              <a:spLocks/>
            </p:cNvSpPr>
            <p:nvPr/>
          </p:nvSpPr>
          <p:spPr>
            <a:xfrm>
              <a:off x="13392150" y="5772150"/>
              <a:ext cx="2162175" cy="1038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数量、面积占比</a:t>
              </a:r>
              <a:endParaRPr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40" name="text_0">
            <a:extLst>
              <a:ext uri="{FF2B5EF4-FFF2-40B4-BE49-F238E27FC236}">
                <a16:creationId xmlns:a16="http://schemas.microsoft.com/office/drawing/2014/main" id="{2F2E1000-1D1F-4E85-AB4B-39D4DC39C63B}"/>
              </a:ext>
            </a:extLst>
          </p:cNvPr>
          <p:cNvSpPr>
            <a:spLocks/>
          </p:cNvSpPr>
          <p:nvPr/>
        </p:nvSpPr>
        <p:spPr>
          <a:xfrm>
            <a:off x="11029950" y="7267575"/>
            <a:ext cx="1752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面积占比 </a:t>
            </a:r>
            <a:r>
              <a:rPr lang="en-US" altLang="zh-CN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=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1" name="text_1">
            <a:extLst>
              <a:ext uri="{FF2B5EF4-FFF2-40B4-BE49-F238E27FC236}">
                <a16:creationId xmlns:a16="http://schemas.microsoft.com/office/drawing/2014/main" id="{9239FAA6-A3FA-4B54-AB05-2545CCC12F47}"/>
              </a:ext>
            </a:extLst>
          </p:cNvPr>
          <p:cNvSpPr>
            <a:spLocks/>
          </p:cNvSpPr>
          <p:nvPr/>
        </p:nvSpPr>
        <p:spPr>
          <a:xfrm>
            <a:off x="13030200" y="708660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病灶掩膜面积</a:t>
            </a:r>
            <a:endParaRPr sz="21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2" name="text_2">
            <a:extLst>
              <a:ext uri="{FF2B5EF4-FFF2-40B4-BE49-F238E27FC236}">
                <a16:creationId xmlns:a16="http://schemas.microsoft.com/office/drawing/2014/main" id="{F71F8975-4FB8-4348-B653-CA04E0D2EF7F}"/>
              </a:ext>
            </a:extLst>
          </p:cNvPr>
          <p:cNvSpPr>
            <a:spLocks/>
          </p:cNvSpPr>
          <p:nvPr/>
        </p:nvSpPr>
        <p:spPr>
          <a:xfrm>
            <a:off x="13030200" y="7591425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有效眼底面积</a:t>
            </a:r>
            <a:endParaRPr sz="21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516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vessel_metric_mask_image_backplate">
            <a:extLst>
              <a:ext uri="{FF2B5EF4-FFF2-40B4-BE49-F238E27FC236}">
                <a16:creationId xmlns:a16="http://schemas.microsoft.com/office/drawing/2014/main" id="{130F8261-3E29-420C-B51E-946E210BB595}"/>
              </a:ext>
            </a:extLst>
          </p:cNvPr>
          <p:cNvSpPr>
            <a:spLocks/>
          </p:cNvSpPr>
          <p:nvPr/>
        </p:nvSpPr>
        <p:spPr>
          <a:xfrm>
            <a:off x="4676775" y="2952750"/>
            <a:ext cx="3076575" cy="307657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vessel_metric_retina_image_backplate">
            <a:extLst>
              <a:ext uri="{FF2B5EF4-FFF2-40B4-BE49-F238E27FC236}">
                <a16:creationId xmlns:a16="http://schemas.microsoft.com/office/drawing/2014/main" id="{0AFCAE07-96D6-4110-AAA2-4A4FCEEB38CE}"/>
              </a:ext>
            </a:extLst>
          </p:cNvPr>
          <p:cNvSpPr>
            <a:spLocks/>
          </p:cNvSpPr>
          <p:nvPr/>
        </p:nvSpPr>
        <p:spPr>
          <a:xfrm>
            <a:off x="733425" y="2952750"/>
            <a:ext cx="3076575" cy="307657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vessel_metric_panel">
            <a:extLst>
              <a:ext uri="{FF2B5EF4-FFF2-40B4-BE49-F238E27FC236}">
                <a16:creationId xmlns:a16="http://schemas.microsoft.com/office/drawing/2014/main" id="{48CB39C8-742B-4B37-84FD-CBECB43C00F7}"/>
              </a:ext>
            </a:extLst>
          </p:cNvPr>
          <p:cNvSpPr>
            <a:spLocks/>
          </p:cNvSpPr>
          <p:nvPr/>
        </p:nvSpPr>
        <p:spPr>
          <a:xfrm>
            <a:off x="504825" y="2247900"/>
            <a:ext cx="7343775" cy="4514850"/>
          </a:xfrm>
          <a:prstGeom prst="roundRect">
            <a:avLst>
              <a:gd name="adj" fmla="val 2532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7" name="vessel_structure_title_bg">
            <a:extLst>
              <a:ext uri="{FF2B5EF4-FFF2-40B4-BE49-F238E27FC236}">
                <a16:creationId xmlns:a16="http://schemas.microsoft.com/office/drawing/2014/main" id="{95744456-EF7C-4FD0-910E-1DA05B87E200}"/>
              </a:ext>
            </a:extLst>
          </p:cNvPr>
          <p:cNvSpPr>
            <a:spLocks/>
          </p:cNvSpPr>
          <p:nvPr/>
        </p:nvSpPr>
        <p:spPr>
          <a:xfrm>
            <a:off x="2581275" y="2038350"/>
            <a:ext cx="3257550" cy="723900"/>
          </a:xfrm>
          <a:prstGeom prst="roundRect">
            <a:avLst>
              <a:gd name="adj" fmla="val 15789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37" name="summary_bg">
            <a:extLst>
              <a:ext uri="{FF2B5EF4-FFF2-40B4-BE49-F238E27FC236}">
                <a16:creationId xmlns:a16="http://schemas.microsoft.com/office/drawing/2014/main" id="{61B114F4-EDBF-4DA4-A391-B17CAD75EBB3}"/>
              </a:ext>
            </a:extLst>
          </p:cNvPr>
          <p:cNvSpPr>
            <a:spLocks/>
          </p:cNvSpPr>
          <p:nvPr/>
        </p:nvSpPr>
        <p:spPr>
          <a:xfrm>
            <a:off x="428625" y="7467600"/>
            <a:ext cx="15049500" cy="914400"/>
          </a:xfrm>
          <a:prstGeom prst="roundRect">
            <a:avLst>
              <a:gd name="adj" fmla="val 1250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39" name="vessel_metric_footer_accent">
            <a:extLst>
              <a:ext uri="{FF2B5EF4-FFF2-40B4-BE49-F238E27FC236}">
                <a16:creationId xmlns:a16="http://schemas.microsoft.com/office/drawing/2014/main" id="{EA8AD20E-DC61-4B9A-A5A3-AFEA79E215B9}"/>
              </a:ext>
            </a:extLst>
          </p:cNvPr>
          <p:cNvSpPr>
            <a:spLocks/>
          </p:cNvSpPr>
          <p:nvPr/>
        </p:nvSpPr>
        <p:spPr>
          <a:xfrm>
            <a:off x="533400" y="7467600"/>
            <a:ext cx="190500" cy="914400"/>
          </a:xfrm>
          <a:prstGeom prst="roundRect">
            <a:avLst>
              <a:gd name="adj" fmla="val 50000"/>
            </a:avLst>
          </a:prstGeom>
          <a:solidFill>
            <a:srgbClr val="0878D5"/>
          </a:solidFill>
          <a:ln w="0">
            <a:noFill/>
          </a:ln>
        </p:spPr>
      </p:sp>
      <p:pic>
        <p:nvPicPr>
          <p:cNvPr id="82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83" name="vessel_metric_retina"/>
          <p:cNvPicPr>
            <a:picLocks noChangeAspect="1"/>
          </p:cNvPicPr>
          <p:nvPr/>
        </p:nvPicPr>
        <p:blipFill>
          <a:blip r:embed="rId4"/>
          <a:srcRect l="5292" t="15789" r="4457" b="23308"/>
          <a:stretch/>
        </p:blipFill>
        <p:spPr>
          <a:xfrm>
            <a:off x="733425" y="2952750"/>
            <a:ext cx="3076575" cy="3076575"/>
          </a:xfrm>
          <a:prstGeom prst="ellipse">
            <a:avLst/>
          </a:prstGeom>
        </p:spPr>
      </p:pic>
      <p:pic>
        <p:nvPicPr>
          <p:cNvPr id="84" name="vessel_metric_mask"/>
          <p:cNvPicPr>
            <a:picLocks noChangeAspect="1"/>
          </p:cNvPicPr>
          <p:nvPr/>
        </p:nvPicPr>
        <p:blipFill>
          <a:blip r:embed="rId5"/>
          <a:srcRect l="556" t="17293" r="7222" b="20301"/>
          <a:stretch/>
        </p:blipFill>
        <p:spPr>
          <a:xfrm>
            <a:off x="4676775" y="2952750"/>
            <a:ext cx="3076575" cy="3076575"/>
          </a:xfrm>
          <a:prstGeom prst="ellipse">
            <a:avLst/>
          </a:prstGeom>
        </p:spPr>
      </p:pic>
      <p:cxnSp>
        <p:nvCxnSpPr>
          <p:cNvPr id="40" name="header_rule">
            <a:extLst>
              <a:ext uri="{FF2B5EF4-FFF2-40B4-BE49-F238E27FC236}">
                <a16:creationId xmlns:a16="http://schemas.microsoft.com/office/drawing/2014/main" id="{4F982D5B-3FC9-3712-BC4D-C32B831A7E4E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header_accent">
            <a:extLst>
              <a:ext uri="{FF2B5EF4-FFF2-40B4-BE49-F238E27FC236}">
                <a16:creationId xmlns:a16="http://schemas.microsoft.com/office/drawing/2014/main" id="{C252A2D2-ADE0-2610-933E-6B39CF7C1E0E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footer_rule">
            <a:extLst>
              <a:ext uri="{FF2B5EF4-FFF2-40B4-BE49-F238E27FC236}">
                <a16:creationId xmlns:a16="http://schemas.microsoft.com/office/drawing/2014/main" id="{C5C25D9C-DD5D-8F2A-05C6-72949B55370C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vessel_metric_arrow">
            <a:extLst>
              <a:ext uri="{FF2B5EF4-FFF2-40B4-BE49-F238E27FC236}">
                <a16:creationId xmlns:a16="http://schemas.microsoft.com/office/drawing/2014/main" id="{44597A33-EE65-2E6D-A445-9F04935A77A4}"/>
              </a:ext>
            </a:extLst>
          </p:cNvPr>
          <p:cNvCxnSpPr/>
          <p:nvPr/>
        </p:nvCxnSpPr>
        <p:spPr>
          <a:xfrm>
            <a:off x="4010025" y="4543425"/>
            <a:ext cx="504825" cy="0"/>
          </a:xfrm>
          <a:prstGeom prst="line">
            <a:avLst/>
          </a:prstGeom>
          <a:ln w="666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_title">
            <a:extLst>
              <a:ext uri="{FF2B5EF4-FFF2-40B4-BE49-F238E27FC236}">
                <a16:creationId xmlns:a16="http://schemas.microsoft.com/office/drawing/2014/main" id="{7E03A4D2-1EEC-4F25-A9FC-03F0461047E8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血管结构定量指标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" name="footer_text">
            <a:extLst>
              <a:ext uri="{FF2B5EF4-FFF2-40B4-BE49-F238E27FC236}">
                <a16:creationId xmlns:a16="http://schemas.microsoft.com/office/drawing/2014/main" id="{C70336E8-A064-435A-B3A4-A33258A0D63D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page_number">
            <a:extLst>
              <a:ext uri="{FF2B5EF4-FFF2-40B4-BE49-F238E27FC236}">
                <a16:creationId xmlns:a16="http://schemas.microsoft.com/office/drawing/2014/main" id="{E44D1BC7-D01D-499A-ABDF-FDC49A875F85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18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text_0">
            <a:extLst>
              <a:ext uri="{FF2B5EF4-FFF2-40B4-BE49-F238E27FC236}">
                <a16:creationId xmlns:a16="http://schemas.microsoft.com/office/drawing/2014/main" id="{9BDC4501-C261-4165-B546-E070622B3BE9}"/>
              </a:ext>
            </a:extLst>
          </p:cNvPr>
          <p:cNvSpPr>
            <a:spLocks/>
          </p:cNvSpPr>
          <p:nvPr/>
        </p:nvSpPr>
        <p:spPr>
          <a:xfrm>
            <a:off x="2724150" y="2143125"/>
            <a:ext cx="2971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结构示意</a:t>
            </a:r>
            <a:endParaRPr sz="27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45" name="module_vessel_metric_pre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ED38521-09F8-B855-4E60-92F7AF57342A}"/>
              </a:ext>
            </a:extLst>
          </p:cNvPr>
          <p:cNvGrpSpPr/>
          <p:nvPr/>
        </p:nvGrpSpPr>
        <p:grpSpPr>
          <a:xfrm>
            <a:off x="790575" y="6210300"/>
            <a:ext cx="2952750" cy="609600"/>
            <a:chOff x="790575" y="6210300"/>
            <a:chExt cx="2952750" cy="609600"/>
          </a:xfrm>
        </p:grpSpPr>
        <p:sp>
          <p:nvSpPr>
            <p:cNvPr id="9" name="vessel_metric_pre_bg">
              <a:extLst>
                <a:ext uri="{FF2B5EF4-FFF2-40B4-BE49-F238E27FC236}">
                  <a16:creationId xmlns:a16="http://schemas.microsoft.com/office/drawing/2014/main" id="{3E0B0900-D9D7-4540-ACA2-874FD5EB6481}"/>
                </a:ext>
              </a:extLst>
            </p:cNvPr>
            <p:cNvSpPr>
              <a:spLocks/>
            </p:cNvSpPr>
            <p:nvPr/>
          </p:nvSpPr>
          <p:spPr>
            <a:xfrm>
              <a:off x="790575" y="6210300"/>
              <a:ext cx="2952750" cy="609600"/>
            </a:xfrm>
            <a:prstGeom prst="roundRect">
              <a:avLst>
                <a:gd name="adj" fmla="val 18750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0" name="vessel_metric_pre_text">
              <a:extLst>
                <a:ext uri="{FF2B5EF4-FFF2-40B4-BE49-F238E27FC236}">
                  <a16:creationId xmlns:a16="http://schemas.microsoft.com/office/drawing/2014/main" id="{FF76B77E-76BC-4A87-9553-ABDE93030F17}"/>
                </a:ext>
              </a:extLst>
            </p:cNvPr>
            <p:cNvSpPr>
              <a:spLocks/>
            </p:cNvSpPr>
            <p:nvPr/>
          </p:nvSpPr>
          <p:spPr>
            <a:xfrm>
              <a:off x="885825" y="6248400"/>
              <a:ext cx="2762250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掩膜去伪影</a:t>
              </a:r>
              <a:endParaRPr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6" name="module_vessel_metric_pos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C0C1740-D141-4E6B-84BC-C274F2D08C2F}"/>
              </a:ext>
            </a:extLst>
          </p:cNvPr>
          <p:cNvGrpSpPr/>
          <p:nvPr/>
        </p:nvGrpSpPr>
        <p:grpSpPr>
          <a:xfrm>
            <a:off x="4676775" y="6210300"/>
            <a:ext cx="3076575" cy="609600"/>
            <a:chOff x="4676775" y="6210300"/>
            <a:chExt cx="3076575" cy="609600"/>
          </a:xfrm>
        </p:grpSpPr>
        <p:sp>
          <p:nvSpPr>
            <p:cNvPr id="11" name="vessel_metric_post_bg">
              <a:extLst>
                <a:ext uri="{FF2B5EF4-FFF2-40B4-BE49-F238E27FC236}">
                  <a16:creationId xmlns:a16="http://schemas.microsoft.com/office/drawing/2014/main" id="{D3A09A6A-B3E9-4928-BC7E-E5917AAEEDD1}"/>
                </a:ext>
              </a:extLst>
            </p:cNvPr>
            <p:cNvSpPr>
              <a:spLocks/>
            </p:cNvSpPr>
            <p:nvPr/>
          </p:nvSpPr>
          <p:spPr>
            <a:xfrm>
              <a:off x="4676775" y="6210300"/>
              <a:ext cx="3076575" cy="609600"/>
            </a:xfrm>
            <a:prstGeom prst="roundRect">
              <a:avLst>
                <a:gd name="adj" fmla="val 18750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12" name="vessel_metric_post_text">
              <a:extLst>
                <a:ext uri="{FF2B5EF4-FFF2-40B4-BE49-F238E27FC236}">
                  <a16:creationId xmlns:a16="http://schemas.microsoft.com/office/drawing/2014/main" id="{56E6FD8D-6207-45A6-9D7A-7FB2FD5F2D0F}"/>
                </a:ext>
              </a:extLst>
            </p:cNvPr>
            <p:cNvSpPr>
              <a:spLocks/>
            </p:cNvSpPr>
            <p:nvPr/>
          </p:nvSpPr>
          <p:spPr>
            <a:xfrm>
              <a:off x="4772025" y="6248400"/>
              <a:ext cx="2886075" cy="5334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4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骨架与血管段</a:t>
              </a:r>
              <a:endParaRPr sz="2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7" name="module_vessel_definitions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ACB7961-FD1F-2FE4-E0DF-3ABFB64A8595}"/>
              </a:ext>
            </a:extLst>
          </p:cNvPr>
          <p:cNvGrpSpPr/>
          <p:nvPr/>
        </p:nvGrpSpPr>
        <p:grpSpPr>
          <a:xfrm>
            <a:off x="8296275" y="2095500"/>
            <a:ext cx="3143250" cy="838200"/>
            <a:chOff x="8296275" y="2095500"/>
            <a:chExt cx="3143250" cy="838200"/>
          </a:xfrm>
        </p:grpSpPr>
        <p:sp>
          <p:nvSpPr>
            <p:cNvPr id="13" name="vessel_definitions_0_0_bg">
              <a:extLst>
                <a:ext uri="{FF2B5EF4-FFF2-40B4-BE49-F238E27FC236}">
                  <a16:creationId xmlns:a16="http://schemas.microsoft.com/office/drawing/2014/main" id="{40F84C80-FD35-4EEF-BC43-5838F011052D}"/>
                </a:ext>
              </a:extLst>
            </p:cNvPr>
            <p:cNvSpPr>
              <a:spLocks/>
            </p:cNvSpPr>
            <p:nvPr/>
          </p:nvSpPr>
          <p:spPr>
            <a:xfrm>
              <a:off x="8296275" y="2095500"/>
              <a:ext cx="3143250" cy="838200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14" name="vessel_definitions_0_0_text">
              <a:extLst>
                <a:ext uri="{FF2B5EF4-FFF2-40B4-BE49-F238E27FC236}">
                  <a16:creationId xmlns:a16="http://schemas.microsoft.com/office/drawing/2014/main" id="{5C4D14E8-EBA1-417A-8569-79C94AAA510F}"/>
                </a:ext>
              </a:extLst>
            </p:cNvPr>
            <p:cNvSpPr>
              <a:spLocks/>
            </p:cNvSpPr>
            <p:nvPr/>
          </p:nvSpPr>
          <p:spPr>
            <a:xfrm>
              <a:off x="8382000" y="2162175"/>
              <a:ext cx="2971800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指标名称</a:t>
              </a:r>
              <a:endParaRPr sz="2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8" name="module_vessel_definitions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AE1A778-6BCF-E915-13CF-1C02E0E7E1C8}"/>
              </a:ext>
            </a:extLst>
          </p:cNvPr>
          <p:cNvGrpSpPr/>
          <p:nvPr/>
        </p:nvGrpSpPr>
        <p:grpSpPr>
          <a:xfrm>
            <a:off x="11439525" y="2095500"/>
            <a:ext cx="4257675" cy="838200"/>
            <a:chOff x="11439525" y="2095500"/>
            <a:chExt cx="4257675" cy="838200"/>
          </a:xfrm>
        </p:grpSpPr>
        <p:sp>
          <p:nvSpPr>
            <p:cNvPr id="15" name="vessel_definitions_0_1_bg">
              <a:extLst>
                <a:ext uri="{FF2B5EF4-FFF2-40B4-BE49-F238E27FC236}">
                  <a16:creationId xmlns:a16="http://schemas.microsoft.com/office/drawing/2014/main" id="{51CD31FF-25B6-479A-834A-CF0E15AA62C5}"/>
                </a:ext>
              </a:extLst>
            </p:cNvPr>
            <p:cNvSpPr>
              <a:spLocks/>
            </p:cNvSpPr>
            <p:nvPr/>
          </p:nvSpPr>
          <p:spPr>
            <a:xfrm>
              <a:off x="11439525" y="2095500"/>
              <a:ext cx="4257675" cy="838200"/>
            </a:xfrm>
            <a:prstGeom prst="rect">
              <a:avLst/>
            </a:prstGeom>
            <a:solidFill>
              <a:srgbClr val="064A9D"/>
            </a:solidFill>
            <a:ln w="12383">
              <a:solidFill>
                <a:srgbClr val="D1E3EC"/>
              </a:solidFill>
            </a:ln>
          </p:spPr>
        </p:sp>
        <p:sp>
          <p:nvSpPr>
            <p:cNvPr id="16" name="vessel_definitions_0_1_text">
              <a:extLst>
                <a:ext uri="{FF2B5EF4-FFF2-40B4-BE49-F238E27FC236}">
                  <a16:creationId xmlns:a16="http://schemas.microsoft.com/office/drawing/2014/main" id="{2E16595C-994F-41A2-8371-53620F91C43D}"/>
                </a:ext>
              </a:extLst>
            </p:cNvPr>
            <p:cNvSpPr>
              <a:spLocks/>
            </p:cNvSpPr>
            <p:nvPr/>
          </p:nvSpPr>
          <p:spPr>
            <a:xfrm>
              <a:off x="11525250" y="2162175"/>
              <a:ext cx="4086225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计算方法</a:t>
              </a:r>
              <a:endParaRPr sz="2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49" name="module_vessel_definitions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FDD8260-DDD3-7E88-7404-F5A68ED11F5B}"/>
              </a:ext>
            </a:extLst>
          </p:cNvPr>
          <p:cNvGrpSpPr/>
          <p:nvPr/>
        </p:nvGrpSpPr>
        <p:grpSpPr>
          <a:xfrm>
            <a:off x="8296275" y="2933700"/>
            <a:ext cx="3143250" cy="838200"/>
            <a:chOff x="8296275" y="2933700"/>
            <a:chExt cx="3143250" cy="838200"/>
          </a:xfrm>
        </p:grpSpPr>
        <p:sp>
          <p:nvSpPr>
            <p:cNvPr id="17" name="vessel_definitions_1_0_bg">
              <a:extLst>
                <a:ext uri="{FF2B5EF4-FFF2-40B4-BE49-F238E27FC236}">
                  <a16:creationId xmlns:a16="http://schemas.microsoft.com/office/drawing/2014/main" id="{771E85A9-BFDB-46B8-BFEA-ED4B8528DCDA}"/>
                </a:ext>
              </a:extLst>
            </p:cNvPr>
            <p:cNvSpPr>
              <a:spLocks/>
            </p:cNvSpPr>
            <p:nvPr/>
          </p:nvSpPr>
          <p:spPr>
            <a:xfrm>
              <a:off x="8296275" y="2933700"/>
              <a:ext cx="3143250" cy="83820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8" name="vessel_definitions_1_0_text">
              <a:extLst>
                <a:ext uri="{FF2B5EF4-FFF2-40B4-BE49-F238E27FC236}">
                  <a16:creationId xmlns:a16="http://schemas.microsoft.com/office/drawing/2014/main" id="{7A5B74EE-C262-4C74-9D53-212DA7759E76}"/>
                </a:ext>
              </a:extLst>
            </p:cNvPr>
            <p:cNvSpPr>
              <a:spLocks/>
            </p:cNvSpPr>
            <p:nvPr/>
          </p:nvSpPr>
          <p:spPr>
            <a:xfrm>
              <a:off x="8382000" y="3000375"/>
              <a:ext cx="2971800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面积密度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0" name="module_vessel_definitions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84C9458-66FD-C854-5E35-5F0D329DFA5C}"/>
              </a:ext>
            </a:extLst>
          </p:cNvPr>
          <p:cNvGrpSpPr/>
          <p:nvPr/>
        </p:nvGrpSpPr>
        <p:grpSpPr>
          <a:xfrm>
            <a:off x="11439525" y="2933700"/>
            <a:ext cx="4257675" cy="838200"/>
            <a:chOff x="11439525" y="2933700"/>
            <a:chExt cx="4257675" cy="838200"/>
          </a:xfrm>
        </p:grpSpPr>
        <p:sp>
          <p:nvSpPr>
            <p:cNvPr id="19" name="vessel_definitions_1_1_bg">
              <a:extLst>
                <a:ext uri="{FF2B5EF4-FFF2-40B4-BE49-F238E27FC236}">
                  <a16:creationId xmlns:a16="http://schemas.microsoft.com/office/drawing/2014/main" id="{42594DD9-761C-4436-95F4-273197F5A633}"/>
                </a:ext>
              </a:extLst>
            </p:cNvPr>
            <p:cNvSpPr>
              <a:spLocks/>
            </p:cNvSpPr>
            <p:nvPr/>
          </p:nvSpPr>
          <p:spPr>
            <a:xfrm>
              <a:off x="11439525" y="2933700"/>
              <a:ext cx="4257675" cy="83820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0" name="vessel_definitions_1_1_text">
              <a:extLst>
                <a:ext uri="{FF2B5EF4-FFF2-40B4-BE49-F238E27FC236}">
                  <a16:creationId xmlns:a16="http://schemas.microsoft.com/office/drawing/2014/main" id="{1CA641C0-23DF-4DF9-8FA5-4190FE243CA7}"/>
                </a:ext>
              </a:extLst>
            </p:cNvPr>
            <p:cNvSpPr>
              <a:spLocks/>
            </p:cNvSpPr>
            <p:nvPr/>
          </p:nvSpPr>
          <p:spPr>
            <a:xfrm>
              <a:off x="11525250" y="3000375"/>
              <a:ext cx="4086225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血管像素面积 </a:t>
              </a:r>
              <a:r>
                <a:rPr lang="en-US" altLang="zh-CN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÷ </a:t>
              </a:r>
              <a:r>
                <a:rPr lang="zh-CN" altLang="en-US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有效视野面积</a:t>
              </a:r>
              <a:endParaRPr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1" name="module_vessel_definitions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8DFD2A6-C047-EC89-D3AC-D8E16CAEF43C}"/>
              </a:ext>
            </a:extLst>
          </p:cNvPr>
          <p:cNvGrpSpPr/>
          <p:nvPr/>
        </p:nvGrpSpPr>
        <p:grpSpPr>
          <a:xfrm>
            <a:off x="8296275" y="3771900"/>
            <a:ext cx="3143250" cy="838200"/>
            <a:chOff x="8296275" y="3771900"/>
            <a:chExt cx="3143250" cy="838200"/>
          </a:xfrm>
        </p:grpSpPr>
        <p:sp>
          <p:nvSpPr>
            <p:cNvPr id="21" name="vessel_definitions_2_0_bg">
              <a:extLst>
                <a:ext uri="{FF2B5EF4-FFF2-40B4-BE49-F238E27FC236}">
                  <a16:creationId xmlns:a16="http://schemas.microsoft.com/office/drawing/2014/main" id="{61683002-A071-47D5-8CA5-1A775B0951E7}"/>
                </a:ext>
              </a:extLst>
            </p:cNvPr>
            <p:cNvSpPr>
              <a:spLocks/>
            </p:cNvSpPr>
            <p:nvPr/>
          </p:nvSpPr>
          <p:spPr>
            <a:xfrm>
              <a:off x="8296275" y="3771900"/>
              <a:ext cx="3143250" cy="8382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2" name="vessel_definitions_2_0_text">
              <a:extLst>
                <a:ext uri="{FF2B5EF4-FFF2-40B4-BE49-F238E27FC236}">
                  <a16:creationId xmlns:a16="http://schemas.microsoft.com/office/drawing/2014/main" id="{341462EC-9900-440F-8155-DCAE1A9CF512}"/>
                </a:ext>
              </a:extLst>
            </p:cNvPr>
            <p:cNvSpPr>
              <a:spLocks/>
            </p:cNvSpPr>
            <p:nvPr/>
          </p:nvSpPr>
          <p:spPr>
            <a:xfrm>
              <a:off x="8382000" y="3838575"/>
              <a:ext cx="2971800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长度密度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2" name="module_vessel_definitions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E90EF93-1F1E-20A9-2FAC-ED09E5C05D74}"/>
              </a:ext>
            </a:extLst>
          </p:cNvPr>
          <p:cNvGrpSpPr/>
          <p:nvPr/>
        </p:nvGrpSpPr>
        <p:grpSpPr>
          <a:xfrm>
            <a:off x="11439525" y="3771900"/>
            <a:ext cx="4257675" cy="838200"/>
            <a:chOff x="11439525" y="3771900"/>
            <a:chExt cx="4257675" cy="838200"/>
          </a:xfrm>
        </p:grpSpPr>
        <p:sp>
          <p:nvSpPr>
            <p:cNvPr id="23" name="vessel_definitions_2_1_bg">
              <a:extLst>
                <a:ext uri="{FF2B5EF4-FFF2-40B4-BE49-F238E27FC236}">
                  <a16:creationId xmlns:a16="http://schemas.microsoft.com/office/drawing/2014/main" id="{C5A81870-E729-4BEC-8288-D363F9C56479}"/>
                </a:ext>
              </a:extLst>
            </p:cNvPr>
            <p:cNvSpPr>
              <a:spLocks/>
            </p:cNvSpPr>
            <p:nvPr/>
          </p:nvSpPr>
          <p:spPr>
            <a:xfrm>
              <a:off x="11439525" y="3771900"/>
              <a:ext cx="4257675" cy="8382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4" name="vessel_definitions_2_1_text">
              <a:extLst>
                <a:ext uri="{FF2B5EF4-FFF2-40B4-BE49-F238E27FC236}">
                  <a16:creationId xmlns:a16="http://schemas.microsoft.com/office/drawing/2014/main" id="{68C660F8-7333-49F7-94A3-20B0C93235E6}"/>
                </a:ext>
              </a:extLst>
            </p:cNvPr>
            <p:cNvSpPr>
              <a:spLocks/>
            </p:cNvSpPr>
            <p:nvPr/>
          </p:nvSpPr>
          <p:spPr>
            <a:xfrm>
              <a:off x="11525250" y="3838575"/>
              <a:ext cx="4086225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骨架长度 </a:t>
              </a:r>
              <a:r>
                <a:rPr lang="en-US" altLang="zh-CN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÷ </a:t>
              </a:r>
              <a:r>
                <a:rPr lang="zh-CN" altLang="en-US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有效视野面积</a:t>
              </a:r>
              <a:endParaRPr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3" name="module_vessel_definitions_3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67BA9EE-4A00-D422-A874-64933058F69A}"/>
              </a:ext>
            </a:extLst>
          </p:cNvPr>
          <p:cNvGrpSpPr/>
          <p:nvPr/>
        </p:nvGrpSpPr>
        <p:grpSpPr>
          <a:xfrm>
            <a:off x="8296275" y="4610100"/>
            <a:ext cx="3143250" cy="838200"/>
            <a:chOff x="8296275" y="4610100"/>
            <a:chExt cx="3143250" cy="838200"/>
          </a:xfrm>
        </p:grpSpPr>
        <p:sp>
          <p:nvSpPr>
            <p:cNvPr id="25" name="vessel_definitions_3_0_bg">
              <a:extLst>
                <a:ext uri="{FF2B5EF4-FFF2-40B4-BE49-F238E27FC236}">
                  <a16:creationId xmlns:a16="http://schemas.microsoft.com/office/drawing/2014/main" id="{F3B0A8BD-65C3-4E7E-B611-D9C1D6C47A2E}"/>
                </a:ext>
              </a:extLst>
            </p:cNvPr>
            <p:cNvSpPr>
              <a:spLocks/>
            </p:cNvSpPr>
            <p:nvPr/>
          </p:nvSpPr>
          <p:spPr>
            <a:xfrm>
              <a:off x="8296275" y="4610100"/>
              <a:ext cx="3143250" cy="83820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6" name="vessel_definitions_3_0_text">
              <a:extLst>
                <a:ext uri="{FF2B5EF4-FFF2-40B4-BE49-F238E27FC236}">
                  <a16:creationId xmlns:a16="http://schemas.microsoft.com/office/drawing/2014/main" id="{D8B563C1-F98B-45F5-8AFE-094FA0634C89}"/>
                </a:ext>
              </a:extLst>
            </p:cNvPr>
            <p:cNvSpPr>
              <a:spLocks/>
            </p:cNvSpPr>
            <p:nvPr/>
          </p:nvSpPr>
          <p:spPr>
            <a:xfrm>
              <a:off x="8382000" y="4676775"/>
              <a:ext cx="2971800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相对口径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4" name="module_vessel_definitions_3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8649DA1-347A-236C-A2C7-5F6708467C41}"/>
              </a:ext>
            </a:extLst>
          </p:cNvPr>
          <p:cNvGrpSpPr/>
          <p:nvPr/>
        </p:nvGrpSpPr>
        <p:grpSpPr>
          <a:xfrm>
            <a:off x="11439525" y="4610100"/>
            <a:ext cx="4257675" cy="838200"/>
            <a:chOff x="11439525" y="4610100"/>
            <a:chExt cx="4257675" cy="838200"/>
          </a:xfrm>
        </p:grpSpPr>
        <p:sp>
          <p:nvSpPr>
            <p:cNvPr id="27" name="vessel_definitions_3_1_bg">
              <a:extLst>
                <a:ext uri="{FF2B5EF4-FFF2-40B4-BE49-F238E27FC236}">
                  <a16:creationId xmlns:a16="http://schemas.microsoft.com/office/drawing/2014/main" id="{361521BB-DA4E-4718-B09D-D4C1A0B31521}"/>
                </a:ext>
              </a:extLst>
            </p:cNvPr>
            <p:cNvSpPr>
              <a:spLocks/>
            </p:cNvSpPr>
            <p:nvPr/>
          </p:nvSpPr>
          <p:spPr>
            <a:xfrm>
              <a:off x="11439525" y="4610100"/>
              <a:ext cx="4257675" cy="83820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8" name="vessel_definitions_3_1_text">
              <a:extLst>
                <a:ext uri="{FF2B5EF4-FFF2-40B4-BE49-F238E27FC236}">
                  <a16:creationId xmlns:a16="http://schemas.microsoft.com/office/drawing/2014/main" id="{091DCD75-75F7-4A58-A767-C29AB2DDFD82}"/>
                </a:ext>
              </a:extLst>
            </p:cNvPr>
            <p:cNvSpPr>
              <a:spLocks/>
            </p:cNvSpPr>
            <p:nvPr/>
          </p:nvSpPr>
          <p:spPr>
            <a:xfrm>
              <a:off x="11525250" y="4676775"/>
              <a:ext cx="4086225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局部宽度按视野尺度归一化</a:t>
              </a:r>
              <a:endParaRPr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5" name="module_vessel_definitions_4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478D33B-94C4-CBA7-9627-5D96E7B69E9F}"/>
              </a:ext>
            </a:extLst>
          </p:cNvPr>
          <p:cNvGrpSpPr/>
          <p:nvPr/>
        </p:nvGrpSpPr>
        <p:grpSpPr>
          <a:xfrm>
            <a:off x="8296275" y="5448300"/>
            <a:ext cx="3143250" cy="838200"/>
            <a:chOff x="8296275" y="5448300"/>
            <a:chExt cx="3143250" cy="838200"/>
          </a:xfrm>
        </p:grpSpPr>
        <p:sp>
          <p:nvSpPr>
            <p:cNvPr id="29" name="vessel_definitions_4_0_bg">
              <a:extLst>
                <a:ext uri="{FF2B5EF4-FFF2-40B4-BE49-F238E27FC236}">
                  <a16:creationId xmlns:a16="http://schemas.microsoft.com/office/drawing/2014/main" id="{8F41B2AD-1344-46C8-AE90-AFA81A886A9C}"/>
                </a:ext>
              </a:extLst>
            </p:cNvPr>
            <p:cNvSpPr>
              <a:spLocks/>
            </p:cNvSpPr>
            <p:nvPr/>
          </p:nvSpPr>
          <p:spPr>
            <a:xfrm>
              <a:off x="8296275" y="5448300"/>
              <a:ext cx="3143250" cy="8382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0" name="vessel_definitions_4_0_text">
              <a:extLst>
                <a:ext uri="{FF2B5EF4-FFF2-40B4-BE49-F238E27FC236}">
                  <a16:creationId xmlns:a16="http://schemas.microsoft.com/office/drawing/2014/main" id="{94F4B460-6CCF-4939-BD67-C8C68034B4B4}"/>
                </a:ext>
              </a:extLst>
            </p:cNvPr>
            <p:cNvSpPr>
              <a:spLocks/>
            </p:cNvSpPr>
            <p:nvPr/>
          </p:nvSpPr>
          <p:spPr>
            <a:xfrm>
              <a:off x="8382000" y="5514975"/>
              <a:ext cx="2971800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迂曲度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6" name="module_vessel_definitions_4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8F22071-688C-D862-03C8-BB9CE934E563}"/>
              </a:ext>
            </a:extLst>
          </p:cNvPr>
          <p:cNvGrpSpPr/>
          <p:nvPr/>
        </p:nvGrpSpPr>
        <p:grpSpPr>
          <a:xfrm>
            <a:off x="11439525" y="5448300"/>
            <a:ext cx="4257675" cy="838200"/>
            <a:chOff x="11439525" y="5448300"/>
            <a:chExt cx="4257675" cy="838200"/>
          </a:xfrm>
        </p:grpSpPr>
        <p:sp>
          <p:nvSpPr>
            <p:cNvPr id="31" name="vessel_definitions_4_1_bg">
              <a:extLst>
                <a:ext uri="{FF2B5EF4-FFF2-40B4-BE49-F238E27FC236}">
                  <a16:creationId xmlns:a16="http://schemas.microsoft.com/office/drawing/2014/main" id="{57DF0FB4-9414-4C65-B104-753D4B5ADC1B}"/>
                </a:ext>
              </a:extLst>
            </p:cNvPr>
            <p:cNvSpPr>
              <a:spLocks/>
            </p:cNvSpPr>
            <p:nvPr/>
          </p:nvSpPr>
          <p:spPr>
            <a:xfrm>
              <a:off x="11439525" y="5448300"/>
              <a:ext cx="4257675" cy="838200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2" name="vessel_definitions_4_1_text">
              <a:extLst>
                <a:ext uri="{FF2B5EF4-FFF2-40B4-BE49-F238E27FC236}">
                  <a16:creationId xmlns:a16="http://schemas.microsoft.com/office/drawing/2014/main" id="{87B53963-84D4-426E-BB33-B489C55B4242}"/>
                </a:ext>
              </a:extLst>
            </p:cNvPr>
            <p:cNvSpPr>
              <a:spLocks/>
            </p:cNvSpPr>
            <p:nvPr/>
          </p:nvSpPr>
          <p:spPr>
            <a:xfrm>
              <a:off x="11525250" y="5514975"/>
              <a:ext cx="4086225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血管段弧长 </a:t>
              </a:r>
              <a:r>
                <a:rPr lang="en-US" altLang="zh-CN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÷ </a:t>
              </a:r>
              <a:r>
                <a:rPr lang="zh-CN" altLang="en-US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弦长</a:t>
              </a:r>
              <a:endParaRPr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7" name="module_vessel_definitions_5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F64371D-EA84-736E-0383-C86EE25F5EF6}"/>
              </a:ext>
            </a:extLst>
          </p:cNvPr>
          <p:cNvGrpSpPr/>
          <p:nvPr/>
        </p:nvGrpSpPr>
        <p:grpSpPr>
          <a:xfrm>
            <a:off x="8296275" y="6286500"/>
            <a:ext cx="3143250" cy="838200"/>
            <a:chOff x="8296275" y="6286500"/>
            <a:chExt cx="3143250" cy="838200"/>
          </a:xfrm>
        </p:grpSpPr>
        <p:sp>
          <p:nvSpPr>
            <p:cNvPr id="33" name="vessel_definitions_5_0_bg">
              <a:extLst>
                <a:ext uri="{FF2B5EF4-FFF2-40B4-BE49-F238E27FC236}">
                  <a16:creationId xmlns:a16="http://schemas.microsoft.com/office/drawing/2014/main" id="{9B45370A-3A34-4D7E-90A2-6541A5DE4ACB}"/>
                </a:ext>
              </a:extLst>
            </p:cNvPr>
            <p:cNvSpPr>
              <a:spLocks/>
            </p:cNvSpPr>
            <p:nvPr/>
          </p:nvSpPr>
          <p:spPr>
            <a:xfrm>
              <a:off x="8296275" y="6286500"/>
              <a:ext cx="3143250" cy="83820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4" name="vessel_definitions_5_0_text">
              <a:extLst>
                <a:ext uri="{FF2B5EF4-FFF2-40B4-BE49-F238E27FC236}">
                  <a16:creationId xmlns:a16="http://schemas.microsoft.com/office/drawing/2014/main" id="{F57CF949-0D4E-4D76-B2FE-25DA070ADFE6}"/>
                </a:ext>
              </a:extLst>
            </p:cNvPr>
            <p:cNvSpPr>
              <a:spLocks/>
            </p:cNvSpPr>
            <p:nvPr/>
          </p:nvSpPr>
          <p:spPr>
            <a:xfrm>
              <a:off x="8382000" y="6353175"/>
              <a:ext cx="2971800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分形维数</a:t>
              </a:r>
              <a:endParaRPr sz="21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58" name="module_vessel_definitions_5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B37E367-AAB7-0D60-CD64-74AC93EB7C26}"/>
              </a:ext>
            </a:extLst>
          </p:cNvPr>
          <p:cNvGrpSpPr/>
          <p:nvPr/>
        </p:nvGrpSpPr>
        <p:grpSpPr>
          <a:xfrm>
            <a:off x="11439525" y="6286500"/>
            <a:ext cx="4257675" cy="838200"/>
            <a:chOff x="11439525" y="6286500"/>
            <a:chExt cx="4257675" cy="838200"/>
          </a:xfrm>
        </p:grpSpPr>
        <p:sp>
          <p:nvSpPr>
            <p:cNvPr id="35" name="vessel_definitions_5_1_bg">
              <a:extLst>
                <a:ext uri="{FF2B5EF4-FFF2-40B4-BE49-F238E27FC236}">
                  <a16:creationId xmlns:a16="http://schemas.microsoft.com/office/drawing/2014/main" id="{F04AF896-3140-44F6-9211-4BBE31A6D4E8}"/>
                </a:ext>
              </a:extLst>
            </p:cNvPr>
            <p:cNvSpPr>
              <a:spLocks/>
            </p:cNvSpPr>
            <p:nvPr/>
          </p:nvSpPr>
          <p:spPr>
            <a:xfrm>
              <a:off x="11439525" y="6286500"/>
              <a:ext cx="4257675" cy="838200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6" name="vessel_definitions_5_1_text">
              <a:extLst>
                <a:ext uri="{FF2B5EF4-FFF2-40B4-BE49-F238E27FC236}">
                  <a16:creationId xmlns:a16="http://schemas.microsoft.com/office/drawing/2014/main" id="{936ABB18-91D1-4E9C-AFF9-95363CD4D413}"/>
                </a:ext>
              </a:extLst>
            </p:cNvPr>
            <p:cNvSpPr>
              <a:spLocks/>
            </p:cNvSpPr>
            <p:nvPr/>
          </p:nvSpPr>
          <p:spPr>
            <a:xfrm>
              <a:off x="11525250" y="6353175"/>
              <a:ext cx="4086225" cy="704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0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0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固定尺度盒计数</a:t>
              </a:r>
              <a:endParaRPr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8" name="summary_text">
            <a:extLst>
              <a:ext uri="{FF2B5EF4-FFF2-40B4-BE49-F238E27FC236}">
                <a16:creationId xmlns:a16="http://schemas.microsoft.com/office/drawing/2014/main" id="{1A8F8BCF-D3D0-47D8-8EB0-2F6331D1EA21}"/>
              </a:ext>
            </a:extLst>
          </p:cNvPr>
          <p:cNvSpPr>
            <a:spLocks/>
          </p:cNvSpPr>
          <p:nvPr/>
        </p:nvSpPr>
        <p:spPr>
          <a:xfrm>
            <a:off x="685800" y="7600950"/>
            <a:ext cx="14573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采用</a:t>
            </a:r>
            <a:r>
              <a:rPr lang="zh-CN" altLang="en-US" sz="27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统一视野尺度与计算规则</a:t>
            </a:r>
            <a:endParaRPr sz="27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38596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election_retina_image_backplate">
            <a:extLst>
              <a:ext uri="{FF2B5EF4-FFF2-40B4-BE49-F238E27FC236}">
                <a16:creationId xmlns:a16="http://schemas.microsoft.com/office/drawing/2014/main" id="{1CA7F043-540C-4737-ABEA-6FAA2E176247}"/>
              </a:ext>
            </a:extLst>
          </p:cNvPr>
          <p:cNvSpPr>
            <a:spLocks/>
          </p:cNvSpPr>
          <p:nvPr/>
        </p:nvSpPr>
        <p:spPr>
          <a:xfrm>
            <a:off x="7277100" y="3790950"/>
            <a:ext cx="2476500" cy="2476500"/>
          </a:xfrm>
          <a:prstGeom prst="ellipse">
            <a:avLst/>
          </a:prstGeom>
          <a:solidFill>
            <a:srgbClr val="EAF6FD"/>
          </a:solidFill>
          <a:ln w="0">
            <a:noFill/>
          </a:ln>
        </p:spPr>
      </p:sp>
      <p:sp>
        <p:nvSpPr>
          <p:cNvPr id="17" name="regression_bg">
            <a:extLst>
              <a:ext uri="{FF2B5EF4-FFF2-40B4-BE49-F238E27FC236}">
                <a16:creationId xmlns:a16="http://schemas.microsoft.com/office/drawing/2014/main" id="{5BEEC170-B432-480D-ABD2-55198E239678}"/>
              </a:ext>
            </a:extLst>
          </p:cNvPr>
          <p:cNvSpPr>
            <a:spLocks/>
          </p:cNvSpPr>
          <p:nvPr/>
        </p:nvSpPr>
        <p:spPr>
          <a:xfrm>
            <a:off x="476250" y="3448050"/>
            <a:ext cx="6343650" cy="3209925"/>
          </a:xfrm>
          <a:prstGeom prst="roundRect">
            <a:avLst>
              <a:gd name="adj" fmla="val 3561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8" name="regression_head">
            <a:extLst>
              <a:ext uri="{FF2B5EF4-FFF2-40B4-BE49-F238E27FC236}">
                <a16:creationId xmlns:a16="http://schemas.microsoft.com/office/drawing/2014/main" id="{485F39AB-B04D-42F3-8C12-4258172F0AFC}"/>
              </a:ext>
            </a:extLst>
          </p:cNvPr>
          <p:cNvSpPr>
            <a:spLocks/>
          </p:cNvSpPr>
          <p:nvPr/>
        </p:nvSpPr>
        <p:spPr>
          <a:xfrm>
            <a:off x="485775" y="3457575"/>
            <a:ext cx="6324600" cy="847725"/>
          </a:xfrm>
          <a:prstGeom prst="roundRect">
            <a:avLst>
              <a:gd name="adj" fmla="val 13483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0" name="bullet_4">
            <a:extLst>
              <a:ext uri="{FF2B5EF4-FFF2-40B4-BE49-F238E27FC236}">
                <a16:creationId xmlns:a16="http://schemas.microsoft.com/office/drawing/2014/main" id="{445F2D3F-7C88-4BB5-AF4C-15999A3E6398}"/>
              </a:ext>
            </a:extLst>
          </p:cNvPr>
          <p:cNvSpPr>
            <a:spLocks/>
          </p:cNvSpPr>
          <p:nvPr/>
        </p:nvSpPr>
        <p:spPr>
          <a:xfrm>
            <a:off x="771525" y="4991100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2" name="bullet_6">
            <a:extLst>
              <a:ext uri="{FF2B5EF4-FFF2-40B4-BE49-F238E27FC236}">
                <a16:creationId xmlns:a16="http://schemas.microsoft.com/office/drawing/2014/main" id="{AE078F91-B2DA-4ECE-9A08-45DE3B2F0D19}"/>
              </a:ext>
            </a:extLst>
          </p:cNvPr>
          <p:cNvSpPr>
            <a:spLocks/>
          </p:cNvSpPr>
          <p:nvPr/>
        </p:nvSpPr>
        <p:spPr>
          <a:xfrm>
            <a:off x="771525" y="5762625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4" name="selection_basis_bg">
            <a:extLst>
              <a:ext uri="{FF2B5EF4-FFF2-40B4-BE49-F238E27FC236}">
                <a16:creationId xmlns:a16="http://schemas.microsoft.com/office/drawing/2014/main" id="{DD221F98-FB1A-4527-83D2-B9E56E854792}"/>
              </a:ext>
            </a:extLst>
          </p:cNvPr>
          <p:cNvSpPr>
            <a:spLocks/>
          </p:cNvSpPr>
          <p:nvPr/>
        </p:nvSpPr>
        <p:spPr>
          <a:xfrm>
            <a:off x="10220325" y="3448050"/>
            <a:ext cx="5191125" cy="3209925"/>
          </a:xfrm>
          <a:prstGeom prst="roundRect">
            <a:avLst>
              <a:gd name="adj" fmla="val 3561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25" name="selection_basis_head">
            <a:extLst>
              <a:ext uri="{FF2B5EF4-FFF2-40B4-BE49-F238E27FC236}">
                <a16:creationId xmlns:a16="http://schemas.microsoft.com/office/drawing/2014/main" id="{3E7B4A07-F8FE-4A35-B1A5-BF949FACC057}"/>
              </a:ext>
            </a:extLst>
          </p:cNvPr>
          <p:cNvSpPr>
            <a:spLocks/>
          </p:cNvSpPr>
          <p:nvPr/>
        </p:nvSpPr>
        <p:spPr>
          <a:xfrm>
            <a:off x="10229850" y="3457575"/>
            <a:ext cx="5172075" cy="847725"/>
          </a:xfrm>
          <a:prstGeom prst="roundRect">
            <a:avLst>
              <a:gd name="adj" fmla="val 13483"/>
            </a:avLst>
          </a:pr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0">
            <a:noFill/>
          </a:ln>
        </p:spPr>
      </p:sp>
      <p:sp>
        <p:nvSpPr>
          <p:cNvPr id="27" name="bullet_8">
            <a:extLst>
              <a:ext uri="{FF2B5EF4-FFF2-40B4-BE49-F238E27FC236}">
                <a16:creationId xmlns:a16="http://schemas.microsoft.com/office/drawing/2014/main" id="{6AB8D24F-6011-4C73-8934-7FFD441D87FE}"/>
              </a:ext>
            </a:extLst>
          </p:cNvPr>
          <p:cNvSpPr>
            <a:spLocks/>
          </p:cNvSpPr>
          <p:nvPr/>
        </p:nvSpPr>
        <p:spPr>
          <a:xfrm>
            <a:off x="10563225" y="4876800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9" name="bullet_10">
            <a:extLst>
              <a:ext uri="{FF2B5EF4-FFF2-40B4-BE49-F238E27FC236}">
                <a16:creationId xmlns:a16="http://schemas.microsoft.com/office/drawing/2014/main" id="{EBCA1C30-6402-4958-A4B8-0415FE3E778C}"/>
              </a:ext>
            </a:extLst>
          </p:cNvPr>
          <p:cNvSpPr>
            <a:spLocks/>
          </p:cNvSpPr>
          <p:nvPr/>
        </p:nvSpPr>
        <p:spPr>
          <a:xfrm>
            <a:off x="10563225" y="5457825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1" name="bullet_12">
            <a:extLst>
              <a:ext uri="{FF2B5EF4-FFF2-40B4-BE49-F238E27FC236}">
                <a16:creationId xmlns:a16="http://schemas.microsoft.com/office/drawing/2014/main" id="{646C48FE-F905-4F22-AC8A-CF9EBF552A75}"/>
              </a:ext>
            </a:extLst>
          </p:cNvPr>
          <p:cNvSpPr>
            <a:spLocks/>
          </p:cNvSpPr>
          <p:nvPr/>
        </p:nvSpPr>
        <p:spPr>
          <a:xfrm>
            <a:off x="10563225" y="6038850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3" name="selection_photo_ring">
            <a:extLst>
              <a:ext uri="{FF2B5EF4-FFF2-40B4-BE49-F238E27FC236}">
                <a16:creationId xmlns:a16="http://schemas.microsoft.com/office/drawing/2014/main" id="{B201F008-4D90-49AF-B620-6706964BC93D}"/>
              </a:ext>
            </a:extLst>
          </p:cNvPr>
          <p:cNvSpPr>
            <a:spLocks/>
          </p:cNvSpPr>
          <p:nvPr/>
        </p:nvSpPr>
        <p:spPr>
          <a:xfrm>
            <a:off x="7115175" y="3629025"/>
            <a:ext cx="2790825" cy="2790825"/>
          </a:xfrm>
          <a:prstGeom prst="ellipse">
            <a:avLst/>
          </a:prstGeom>
          <a:solidFill>
            <a:srgbClr val="EAF6FD"/>
          </a:solidFill>
          <a:ln w="0">
            <a:noFill/>
          </a:ln>
        </p:spPr>
      </p:sp>
      <p:sp>
        <p:nvSpPr>
          <p:cNvPr id="34" name="summary_bg">
            <a:extLst>
              <a:ext uri="{FF2B5EF4-FFF2-40B4-BE49-F238E27FC236}">
                <a16:creationId xmlns:a16="http://schemas.microsoft.com/office/drawing/2014/main" id="{9B2DDD5D-7E05-44B3-917A-DD9CA31998BF}"/>
              </a:ext>
            </a:extLst>
          </p:cNvPr>
          <p:cNvSpPr>
            <a:spLocks/>
          </p:cNvSpPr>
          <p:nvPr/>
        </p:nvSpPr>
        <p:spPr>
          <a:xfrm>
            <a:off x="428625" y="7353300"/>
            <a:ext cx="15049500" cy="914400"/>
          </a:xfrm>
          <a:prstGeom prst="roundRect">
            <a:avLst>
              <a:gd name="adj" fmla="val 12500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73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74" name="selection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7277100" y="3790950"/>
            <a:ext cx="2476500" cy="2476500"/>
          </a:xfrm>
          <a:prstGeom prst="ellipse">
            <a:avLst/>
          </a:prstGeom>
        </p:spPr>
      </p:pic>
      <p:sp>
        <p:nvSpPr>
          <p:cNvPr id="36" name="select_step_bg_0">
            <a:extLst>
              <a:ext uri="{FF2B5EF4-FFF2-40B4-BE49-F238E27FC236}">
                <a16:creationId xmlns:a16="http://schemas.microsoft.com/office/drawing/2014/main" id="{8B7D5917-2DCB-0014-4045-0FD95EAF2694}"/>
              </a:ext>
            </a:extLst>
          </p:cNvPr>
          <p:cNvSpPr/>
          <p:nvPr/>
        </p:nvSpPr>
        <p:spPr>
          <a:xfrm>
            <a:off x="504825" y="2047875"/>
            <a:ext cx="3781426" cy="1066801"/>
          </a:xfrm>
          <a:custGeom>
            <a:avLst/>
            <a:gdLst/>
            <a:ahLst/>
            <a:cxnLst/>
            <a:rect l="0" t="0" r="0" b="0"/>
            <a:pathLst>
              <a:path w="3781426" h="1066801">
                <a:moveTo>
                  <a:pt x="0" y="0"/>
                </a:moveTo>
                <a:lnTo>
                  <a:pt x="3381375" y="0"/>
                </a:lnTo>
                <a:lnTo>
                  <a:pt x="3781425" y="533400"/>
                </a:lnTo>
                <a:lnTo>
                  <a:pt x="3381375" y="1066800"/>
                </a:lnTo>
                <a:lnTo>
                  <a:pt x="0" y="1066800"/>
                </a:lnTo>
                <a:lnTo>
                  <a:pt x="304800" y="533400"/>
                </a:lnTo>
                <a:close/>
              </a:path>
            </a:pathLst>
          </a:custGeom>
          <a:gradFill flip="none" rotWithShape="1">
            <a:gsLst>
              <a:gs pos="0">
                <a:srgbClr val="0879D7"/>
              </a:gs>
              <a:gs pos="100000">
                <a:srgbClr val="074A9D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elect_step_bg_1">
            <a:extLst>
              <a:ext uri="{FF2B5EF4-FFF2-40B4-BE49-F238E27FC236}">
                <a16:creationId xmlns:a16="http://schemas.microsoft.com/office/drawing/2014/main" id="{1AD2D9B4-A262-4D02-86BA-ED3C1843C68E}"/>
              </a:ext>
            </a:extLst>
          </p:cNvPr>
          <p:cNvSpPr/>
          <p:nvPr/>
        </p:nvSpPr>
        <p:spPr>
          <a:xfrm>
            <a:off x="4286250" y="2047875"/>
            <a:ext cx="3781426" cy="1066801"/>
          </a:xfrm>
          <a:custGeom>
            <a:avLst/>
            <a:gdLst/>
            <a:ahLst/>
            <a:cxnLst/>
            <a:rect l="0" t="0" r="0" b="0"/>
            <a:pathLst>
              <a:path w="3781426" h="1066801">
                <a:moveTo>
                  <a:pt x="0" y="0"/>
                </a:moveTo>
                <a:lnTo>
                  <a:pt x="3381375" y="0"/>
                </a:lnTo>
                <a:lnTo>
                  <a:pt x="3781425" y="533400"/>
                </a:lnTo>
                <a:lnTo>
                  <a:pt x="3381375" y="1066800"/>
                </a:lnTo>
                <a:lnTo>
                  <a:pt x="0" y="1066800"/>
                </a:lnTo>
                <a:lnTo>
                  <a:pt x="304800" y="533400"/>
                </a:lnTo>
                <a:close/>
              </a:path>
            </a:pathLst>
          </a:custGeom>
          <a:gradFill flip="none" rotWithShape="1">
            <a:gsLst>
              <a:gs pos="0">
                <a:srgbClr val="0879D7"/>
              </a:gs>
              <a:gs pos="100000">
                <a:srgbClr val="074A9D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elect_step_bg_2">
            <a:extLst>
              <a:ext uri="{FF2B5EF4-FFF2-40B4-BE49-F238E27FC236}">
                <a16:creationId xmlns:a16="http://schemas.microsoft.com/office/drawing/2014/main" id="{65A70346-F9D7-3B9A-6864-EC20249E657D}"/>
              </a:ext>
            </a:extLst>
          </p:cNvPr>
          <p:cNvSpPr/>
          <p:nvPr/>
        </p:nvSpPr>
        <p:spPr>
          <a:xfrm>
            <a:off x="8067675" y="2047875"/>
            <a:ext cx="3781426" cy="1066801"/>
          </a:xfrm>
          <a:custGeom>
            <a:avLst/>
            <a:gdLst/>
            <a:ahLst/>
            <a:cxnLst/>
            <a:rect l="0" t="0" r="0" b="0"/>
            <a:pathLst>
              <a:path w="3781426" h="1066801">
                <a:moveTo>
                  <a:pt x="0" y="0"/>
                </a:moveTo>
                <a:lnTo>
                  <a:pt x="3381375" y="0"/>
                </a:lnTo>
                <a:lnTo>
                  <a:pt x="3781425" y="533400"/>
                </a:lnTo>
                <a:lnTo>
                  <a:pt x="3381375" y="1066800"/>
                </a:lnTo>
                <a:lnTo>
                  <a:pt x="0" y="1066800"/>
                </a:lnTo>
                <a:lnTo>
                  <a:pt x="304800" y="533400"/>
                </a:lnTo>
                <a:close/>
              </a:path>
            </a:pathLst>
          </a:custGeom>
          <a:gradFill flip="none" rotWithShape="1">
            <a:gsLst>
              <a:gs pos="0">
                <a:srgbClr val="71B4EF"/>
              </a:gs>
              <a:gs pos="100000">
                <a:srgbClr val="3388CB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select_step_bg_3">
            <a:extLst>
              <a:ext uri="{FF2B5EF4-FFF2-40B4-BE49-F238E27FC236}">
                <a16:creationId xmlns:a16="http://schemas.microsoft.com/office/drawing/2014/main" id="{72236EC6-7BB8-6201-CC93-2968DD17676C}"/>
              </a:ext>
            </a:extLst>
          </p:cNvPr>
          <p:cNvSpPr/>
          <p:nvPr/>
        </p:nvSpPr>
        <p:spPr>
          <a:xfrm>
            <a:off x="11849100" y="2047875"/>
            <a:ext cx="3781426" cy="1066801"/>
          </a:xfrm>
          <a:custGeom>
            <a:avLst/>
            <a:gdLst/>
            <a:ahLst/>
            <a:cxnLst/>
            <a:rect l="0" t="0" r="0" b="0"/>
            <a:pathLst>
              <a:path w="3781426" h="1066801">
                <a:moveTo>
                  <a:pt x="0" y="0"/>
                </a:moveTo>
                <a:lnTo>
                  <a:pt x="3381375" y="0"/>
                </a:lnTo>
                <a:lnTo>
                  <a:pt x="3781425" y="533400"/>
                </a:lnTo>
                <a:lnTo>
                  <a:pt x="3381375" y="1066800"/>
                </a:lnTo>
                <a:lnTo>
                  <a:pt x="0" y="1066800"/>
                </a:lnTo>
                <a:lnTo>
                  <a:pt x="304800" y="533400"/>
                </a:lnTo>
                <a:close/>
              </a:path>
            </a:pathLst>
          </a:custGeom>
          <a:gradFill flip="none" rotWithShape="1">
            <a:gsLst>
              <a:gs pos="0">
                <a:srgbClr val="71B4EF"/>
              </a:gs>
              <a:gs pos="100000">
                <a:srgbClr val="3388CB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elect_step_num_bg_0">
            <a:extLst>
              <a:ext uri="{FF2B5EF4-FFF2-40B4-BE49-F238E27FC236}">
                <a16:creationId xmlns:a16="http://schemas.microsoft.com/office/drawing/2014/main" id="{C66114C6-E226-4069-A4C2-F14845ABF10E}"/>
              </a:ext>
            </a:extLst>
          </p:cNvPr>
          <p:cNvSpPr>
            <a:spLocks/>
          </p:cNvSpPr>
          <p:nvPr/>
        </p:nvSpPr>
        <p:spPr>
          <a:xfrm>
            <a:off x="857250" y="2324100"/>
            <a:ext cx="495300" cy="4953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8" name="select_step_num_bg_1">
            <a:extLst>
              <a:ext uri="{FF2B5EF4-FFF2-40B4-BE49-F238E27FC236}">
                <a16:creationId xmlns:a16="http://schemas.microsoft.com/office/drawing/2014/main" id="{BB2350A8-37C9-4DA0-8942-1BB0968828B3}"/>
              </a:ext>
            </a:extLst>
          </p:cNvPr>
          <p:cNvSpPr>
            <a:spLocks/>
          </p:cNvSpPr>
          <p:nvPr/>
        </p:nvSpPr>
        <p:spPr>
          <a:xfrm>
            <a:off x="4638675" y="2324100"/>
            <a:ext cx="495300" cy="4953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select_step_num_bg_2">
            <a:extLst>
              <a:ext uri="{FF2B5EF4-FFF2-40B4-BE49-F238E27FC236}">
                <a16:creationId xmlns:a16="http://schemas.microsoft.com/office/drawing/2014/main" id="{EBB2CD75-3534-4469-9AC2-52D2679F5D92}"/>
              </a:ext>
            </a:extLst>
          </p:cNvPr>
          <p:cNvSpPr>
            <a:spLocks/>
          </p:cNvSpPr>
          <p:nvPr/>
        </p:nvSpPr>
        <p:spPr>
          <a:xfrm>
            <a:off x="8420100" y="2324100"/>
            <a:ext cx="495300" cy="4953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" name="select_step_num_bg_3">
            <a:extLst>
              <a:ext uri="{FF2B5EF4-FFF2-40B4-BE49-F238E27FC236}">
                <a16:creationId xmlns:a16="http://schemas.microsoft.com/office/drawing/2014/main" id="{92C3B73C-42C4-4BFB-8D1B-8A0A4DFD4BE2}"/>
              </a:ext>
            </a:extLst>
          </p:cNvPr>
          <p:cNvSpPr>
            <a:spLocks/>
          </p:cNvSpPr>
          <p:nvPr/>
        </p:nvSpPr>
        <p:spPr>
          <a:xfrm>
            <a:off x="12201525" y="2324100"/>
            <a:ext cx="495300" cy="4953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grpSp>
        <p:nvGrpSpPr>
          <p:cNvPr id="47" name="icon_select_icon_0" descr="原生矢量组件，可取消组合编辑各个形状">
            <a:extLst>
              <a:ext uri="{FF2B5EF4-FFF2-40B4-BE49-F238E27FC236}">
                <a16:creationId xmlns:a16="http://schemas.microsoft.com/office/drawing/2014/main" id="{6DD76462-F859-ACBA-98A1-CDE6CCCAAAFF}"/>
              </a:ext>
            </a:extLst>
          </p:cNvPr>
          <p:cNvGrpSpPr/>
          <p:nvPr/>
        </p:nvGrpSpPr>
        <p:grpSpPr>
          <a:xfrm>
            <a:off x="1687925" y="2348293"/>
            <a:ext cx="365285" cy="488920"/>
            <a:chOff x="1687925" y="2348293"/>
            <a:chExt cx="365285" cy="488920"/>
          </a:xfrm>
        </p:grpSpPr>
        <p:sp>
          <p:nvSpPr>
            <p:cNvPr id="41" name="select_icon_0_part_0">
              <a:extLst>
                <a:ext uri="{FF2B5EF4-FFF2-40B4-BE49-F238E27FC236}">
                  <a16:creationId xmlns:a16="http://schemas.microsoft.com/office/drawing/2014/main" id="{F1716395-FA6B-7A1C-EE43-312AB57F78F1}"/>
                </a:ext>
              </a:extLst>
            </p:cNvPr>
            <p:cNvSpPr/>
            <p:nvPr/>
          </p:nvSpPr>
          <p:spPr>
            <a:xfrm>
              <a:off x="1687925" y="2348293"/>
              <a:ext cx="365285" cy="488920"/>
            </a:xfrm>
            <a:custGeom>
              <a:avLst/>
              <a:gdLst/>
              <a:ahLst/>
              <a:cxnLst/>
              <a:rect l="0" t="0" r="0" b="0"/>
              <a:pathLst>
                <a:path w="365285" h="488920">
                  <a:moveTo>
                    <a:pt x="0" y="0"/>
                  </a:moveTo>
                  <a:lnTo>
                    <a:pt x="247269" y="0"/>
                  </a:lnTo>
                  <a:lnTo>
                    <a:pt x="365284" y="123635"/>
                  </a:lnTo>
                  <a:lnTo>
                    <a:pt x="365284" y="488919"/>
                  </a:lnTo>
                  <a:lnTo>
                    <a:pt x="0" y="488919"/>
                  </a:lnTo>
                  <a:close/>
                </a:path>
              </a:pathLst>
            </a:custGeom>
            <a:noFill/>
            <a:ln w="22479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select_icon_0_part_1">
              <a:extLst>
                <a:ext uri="{FF2B5EF4-FFF2-40B4-BE49-F238E27FC236}">
                  <a16:creationId xmlns:a16="http://schemas.microsoft.com/office/drawing/2014/main" id="{AE30B629-F426-8975-C355-B1E22CD2F3B4}"/>
                </a:ext>
              </a:extLst>
            </p:cNvPr>
            <p:cNvCxnSpPr/>
            <p:nvPr/>
          </p:nvCxnSpPr>
          <p:spPr>
            <a:xfrm>
              <a:off x="1935194" y="2348293"/>
              <a:ext cx="0" cy="129255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elect_icon_0_part_2">
              <a:extLst>
                <a:ext uri="{FF2B5EF4-FFF2-40B4-BE49-F238E27FC236}">
                  <a16:creationId xmlns:a16="http://schemas.microsoft.com/office/drawing/2014/main" id="{2A56D23B-1713-7A74-90CD-A878AD84CB25}"/>
                </a:ext>
              </a:extLst>
            </p:cNvPr>
            <p:cNvCxnSpPr/>
            <p:nvPr/>
          </p:nvCxnSpPr>
          <p:spPr>
            <a:xfrm>
              <a:off x="1935194" y="2477548"/>
              <a:ext cx="118015" cy="0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elect_icon_0_part_3">
              <a:extLst>
                <a:ext uri="{FF2B5EF4-FFF2-40B4-BE49-F238E27FC236}">
                  <a16:creationId xmlns:a16="http://schemas.microsoft.com/office/drawing/2014/main" id="{D738E852-4059-7CEC-CD22-3991C9E24EBF}"/>
                </a:ext>
              </a:extLst>
            </p:cNvPr>
            <p:cNvCxnSpPr/>
            <p:nvPr/>
          </p:nvCxnSpPr>
          <p:spPr>
            <a:xfrm>
              <a:off x="1760982" y="2556224"/>
              <a:ext cx="213551" cy="0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elect_icon_0_part_4">
              <a:extLst>
                <a:ext uri="{FF2B5EF4-FFF2-40B4-BE49-F238E27FC236}">
                  <a16:creationId xmlns:a16="http://schemas.microsoft.com/office/drawing/2014/main" id="{9768A0FA-6B26-4170-C8FF-35FAA692F014}"/>
                </a:ext>
              </a:extLst>
            </p:cNvPr>
            <p:cNvCxnSpPr/>
            <p:nvPr/>
          </p:nvCxnSpPr>
          <p:spPr>
            <a:xfrm>
              <a:off x="1760982" y="2640520"/>
              <a:ext cx="213551" cy="0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elect_icon_0_part_5">
              <a:extLst>
                <a:ext uri="{FF2B5EF4-FFF2-40B4-BE49-F238E27FC236}">
                  <a16:creationId xmlns:a16="http://schemas.microsoft.com/office/drawing/2014/main" id="{3AA67971-FEB5-346C-812E-6F9486E83B7F}"/>
                </a:ext>
              </a:extLst>
            </p:cNvPr>
            <p:cNvCxnSpPr/>
            <p:nvPr/>
          </p:nvCxnSpPr>
          <p:spPr>
            <a:xfrm>
              <a:off x="1760982" y="2724817"/>
              <a:ext cx="213551" cy="0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icon_select_icon_1" descr="原生矢量组件，可取消组合编辑各个形状">
            <a:extLst>
              <a:ext uri="{FF2B5EF4-FFF2-40B4-BE49-F238E27FC236}">
                <a16:creationId xmlns:a16="http://schemas.microsoft.com/office/drawing/2014/main" id="{469899F7-3857-AB9E-5A77-04FE08C6997A}"/>
              </a:ext>
            </a:extLst>
          </p:cNvPr>
          <p:cNvGrpSpPr/>
          <p:nvPr/>
        </p:nvGrpSpPr>
        <p:grpSpPr>
          <a:xfrm>
            <a:off x="5407533" y="2348293"/>
            <a:ext cx="460820" cy="477679"/>
            <a:chOff x="5407533" y="2348293"/>
            <a:chExt cx="460820" cy="477679"/>
          </a:xfrm>
        </p:grpSpPr>
        <p:sp>
          <p:nvSpPr>
            <p:cNvPr id="48" name="select_icon_1_part_0">
              <a:extLst>
                <a:ext uri="{FF2B5EF4-FFF2-40B4-BE49-F238E27FC236}">
                  <a16:creationId xmlns:a16="http://schemas.microsoft.com/office/drawing/2014/main" id="{8CC50886-7E00-DAF9-77FD-DCB2A867B068}"/>
                </a:ext>
              </a:extLst>
            </p:cNvPr>
            <p:cNvSpPr/>
            <p:nvPr/>
          </p:nvSpPr>
          <p:spPr>
            <a:xfrm>
              <a:off x="5407533" y="2348293"/>
              <a:ext cx="331566" cy="331566"/>
            </a:xfrm>
            <a:prstGeom prst="ellipse">
              <a:avLst/>
            </a:prstGeom>
            <a:noFill/>
            <a:ln w="39338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select_icon_1_part_1">
              <a:extLst>
                <a:ext uri="{FF2B5EF4-FFF2-40B4-BE49-F238E27FC236}">
                  <a16:creationId xmlns:a16="http://schemas.microsoft.com/office/drawing/2014/main" id="{832AE098-41A5-593E-C9F7-364F964AA233}"/>
                </a:ext>
              </a:extLst>
            </p:cNvPr>
            <p:cNvCxnSpPr/>
            <p:nvPr/>
          </p:nvCxnSpPr>
          <p:spPr>
            <a:xfrm>
              <a:off x="5682901" y="2634901"/>
              <a:ext cx="185452" cy="191071"/>
            </a:xfrm>
            <a:prstGeom prst="line">
              <a:avLst/>
            </a:prstGeom>
            <a:ln w="61817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icon_select_icon_2" descr="原生矢量组件，可取消组合编辑各个形状">
            <a:extLst>
              <a:ext uri="{FF2B5EF4-FFF2-40B4-BE49-F238E27FC236}">
                <a16:creationId xmlns:a16="http://schemas.microsoft.com/office/drawing/2014/main" id="{587DA5D2-191B-D9FD-181D-5CF34CEEA4C2}"/>
              </a:ext>
            </a:extLst>
          </p:cNvPr>
          <p:cNvGrpSpPr/>
          <p:nvPr/>
        </p:nvGrpSpPr>
        <p:grpSpPr>
          <a:xfrm>
            <a:off x="9188958" y="2365153"/>
            <a:ext cx="483298" cy="443960"/>
            <a:chOff x="9188958" y="2365153"/>
            <a:chExt cx="483298" cy="443960"/>
          </a:xfrm>
        </p:grpSpPr>
        <p:cxnSp>
          <p:nvCxnSpPr>
            <p:cNvPr id="51" name="select_icon_2_part_0">
              <a:extLst>
                <a:ext uri="{FF2B5EF4-FFF2-40B4-BE49-F238E27FC236}">
                  <a16:creationId xmlns:a16="http://schemas.microsoft.com/office/drawing/2014/main" id="{513C0117-9745-431E-37BA-B528705A6667}"/>
                </a:ext>
              </a:extLst>
            </p:cNvPr>
            <p:cNvCxnSpPr/>
            <p:nvPr/>
          </p:nvCxnSpPr>
          <p:spPr>
            <a:xfrm flipV="1">
              <a:off x="9188958" y="2370773"/>
              <a:ext cx="0" cy="438340"/>
            </a:xfrm>
            <a:prstGeom prst="line">
              <a:avLst/>
            </a:prstGeom>
            <a:ln w="1685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elect_icon_2_part_1">
              <a:extLst>
                <a:ext uri="{FF2B5EF4-FFF2-40B4-BE49-F238E27FC236}">
                  <a16:creationId xmlns:a16="http://schemas.microsoft.com/office/drawing/2014/main" id="{5FF993AC-CAEF-E857-8CE3-A18B93C6D32B}"/>
                </a:ext>
              </a:extLst>
            </p:cNvPr>
            <p:cNvCxnSpPr/>
            <p:nvPr/>
          </p:nvCxnSpPr>
          <p:spPr>
            <a:xfrm>
              <a:off x="9188958" y="2809113"/>
              <a:ext cx="483298" cy="0"/>
            </a:xfrm>
            <a:prstGeom prst="line">
              <a:avLst/>
            </a:prstGeom>
            <a:ln w="1685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select_icon_2_part_2">
              <a:extLst>
                <a:ext uri="{FF2B5EF4-FFF2-40B4-BE49-F238E27FC236}">
                  <a16:creationId xmlns:a16="http://schemas.microsoft.com/office/drawing/2014/main" id="{ADA52801-0B60-1CA4-B8DB-1C6D90584D3B}"/>
                </a:ext>
              </a:extLst>
            </p:cNvPr>
            <p:cNvSpPr/>
            <p:nvPr/>
          </p:nvSpPr>
          <p:spPr>
            <a:xfrm>
              <a:off x="9250775" y="2646140"/>
              <a:ext cx="73057" cy="162973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select_icon_2_part_3">
              <a:extLst>
                <a:ext uri="{FF2B5EF4-FFF2-40B4-BE49-F238E27FC236}">
                  <a16:creationId xmlns:a16="http://schemas.microsoft.com/office/drawing/2014/main" id="{C0C396D8-EEDA-6D84-26B9-03A3A45CA330}"/>
                </a:ext>
              </a:extLst>
            </p:cNvPr>
            <p:cNvSpPr/>
            <p:nvPr/>
          </p:nvSpPr>
          <p:spPr>
            <a:xfrm>
              <a:off x="9363170" y="2550605"/>
              <a:ext cx="73057" cy="258508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select_icon_2_part_4">
              <a:extLst>
                <a:ext uri="{FF2B5EF4-FFF2-40B4-BE49-F238E27FC236}">
                  <a16:creationId xmlns:a16="http://schemas.microsoft.com/office/drawing/2014/main" id="{0A528390-4A52-87C4-394C-B86D954CDC79}"/>
                </a:ext>
              </a:extLst>
            </p:cNvPr>
            <p:cNvSpPr/>
            <p:nvPr/>
          </p:nvSpPr>
          <p:spPr>
            <a:xfrm>
              <a:off x="9475565" y="2460689"/>
              <a:ext cx="73057" cy="348424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select_icon_2_part_5">
              <a:extLst>
                <a:ext uri="{FF2B5EF4-FFF2-40B4-BE49-F238E27FC236}">
                  <a16:creationId xmlns:a16="http://schemas.microsoft.com/office/drawing/2014/main" id="{3F502BDE-19D6-D162-4261-647359F4B75A}"/>
                </a:ext>
              </a:extLst>
            </p:cNvPr>
            <p:cNvSpPr/>
            <p:nvPr/>
          </p:nvSpPr>
          <p:spPr>
            <a:xfrm>
              <a:off x="9587960" y="2365153"/>
              <a:ext cx="73057" cy="443960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icon_select_icon_3" descr="原生矢量组件，可取消组合编辑各个形状">
            <a:extLst>
              <a:ext uri="{FF2B5EF4-FFF2-40B4-BE49-F238E27FC236}">
                <a16:creationId xmlns:a16="http://schemas.microsoft.com/office/drawing/2014/main" id="{8095111C-F1BA-6F0E-0B31-6000CB510F32}"/>
              </a:ext>
            </a:extLst>
          </p:cNvPr>
          <p:cNvGrpSpPr/>
          <p:nvPr/>
        </p:nvGrpSpPr>
        <p:grpSpPr>
          <a:xfrm>
            <a:off x="12950116" y="2339266"/>
            <a:ext cx="512595" cy="512594"/>
            <a:chOff x="12950116" y="2339266"/>
            <a:chExt cx="512595" cy="512594"/>
          </a:xfrm>
        </p:grpSpPr>
        <p:sp>
          <p:nvSpPr>
            <p:cNvPr id="58" name="select_icon_3_part_0">
              <a:extLst>
                <a:ext uri="{FF2B5EF4-FFF2-40B4-BE49-F238E27FC236}">
                  <a16:creationId xmlns:a16="http://schemas.microsoft.com/office/drawing/2014/main" id="{B65CBB28-AF56-0D32-848B-38B243FDEE22}"/>
                </a:ext>
              </a:extLst>
            </p:cNvPr>
            <p:cNvSpPr/>
            <p:nvPr/>
          </p:nvSpPr>
          <p:spPr>
            <a:xfrm>
              <a:off x="12950116" y="2339266"/>
              <a:ext cx="512595" cy="512594"/>
            </a:xfrm>
            <a:custGeom>
              <a:avLst/>
              <a:gdLst/>
              <a:ahLst/>
              <a:cxnLst/>
              <a:rect l="0" t="0" r="0" b="0"/>
              <a:pathLst>
                <a:path w="512595" h="512594">
                  <a:moveTo>
                    <a:pt x="256297" y="59605"/>
                  </a:moveTo>
                  <a:lnTo>
                    <a:pt x="290039" y="0"/>
                  </a:lnTo>
                  <a:lnTo>
                    <a:pt x="323204" y="6596"/>
                  </a:lnTo>
                  <a:lnTo>
                    <a:pt x="355224" y="17466"/>
                  </a:lnTo>
                  <a:lnTo>
                    <a:pt x="354642" y="85957"/>
                  </a:lnTo>
                  <a:lnTo>
                    <a:pt x="376035" y="100251"/>
                  </a:lnTo>
                  <a:lnTo>
                    <a:pt x="395378" y="117215"/>
                  </a:lnTo>
                  <a:lnTo>
                    <a:pt x="461385" y="98926"/>
                  </a:lnTo>
                  <a:lnTo>
                    <a:pt x="480171" y="127042"/>
                  </a:lnTo>
                  <a:lnTo>
                    <a:pt x="495127" y="157370"/>
                  </a:lnTo>
                  <a:lnTo>
                    <a:pt x="446285" y="205389"/>
                  </a:lnTo>
                  <a:lnTo>
                    <a:pt x="451305" y="230623"/>
                  </a:lnTo>
                  <a:lnTo>
                    <a:pt x="452988" y="256297"/>
                  </a:lnTo>
                  <a:lnTo>
                    <a:pt x="512594" y="290039"/>
                  </a:lnTo>
                  <a:lnTo>
                    <a:pt x="505996" y="323203"/>
                  </a:lnTo>
                  <a:lnTo>
                    <a:pt x="495127" y="355223"/>
                  </a:lnTo>
                  <a:lnTo>
                    <a:pt x="426636" y="354642"/>
                  </a:lnTo>
                  <a:lnTo>
                    <a:pt x="412343" y="376035"/>
                  </a:lnTo>
                  <a:lnTo>
                    <a:pt x="395378" y="395378"/>
                  </a:lnTo>
                  <a:lnTo>
                    <a:pt x="413667" y="461385"/>
                  </a:lnTo>
                  <a:lnTo>
                    <a:pt x="385551" y="480171"/>
                  </a:lnTo>
                  <a:lnTo>
                    <a:pt x="355224" y="495127"/>
                  </a:lnTo>
                  <a:lnTo>
                    <a:pt x="307203" y="446286"/>
                  </a:lnTo>
                  <a:lnTo>
                    <a:pt x="281969" y="451305"/>
                  </a:lnTo>
                  <a:lnTo>
                    <a:pt x="256297" y="452988"/>
                  </a:lnTo>
                  <a:lnTo>
                    <a:pt x="222554" y="512593"/>
                  </a:lnTo>
                  <a:lnTo>
                    <a:pt x="189389" y="505997"/>
                  </a:lnTo>
                  <a:lnTo>
                    <a:pt x="157369" y="495127"/>
                  </a:lnTo>
                  <a:lnTo>
                    <a:pt x="157951" y="426636"/>
                  </a:lnTo>
                  <a:lnTo>
                    <a:pt x="136558" y="412342"/>
                  </a:lnTo>
                  <a:lnTo>
                    <a:pt x="117215" y="395378"/>
                  </a:lnTo>
                  <a:lnTo>
                    <a:pt x="51208" y="413667"/>
                  </a:lnTo>
                  <a:lnTo>
                    <a:pt x="32422" y="385551"/>
                  </a:lnTo>
                  <a:lnTo>
                    <a:pt x="17466" y="355223"/>
                  </a:lnTo>
                  <a:lnTo>
                    <a:pt x="66308" y="307204"/>
                  </a:lnTo>
                  <a:lnTo>
                    <a:pt x="61288" y="281970"/>
                  </a:lnTo>
                  <a:lnTo>
                    <a:pt x="59605" y="256297"/>
                  </a:lnTo>
                  <a:lnTo>
                    <a:pt x="0" y="222554"/>
                  </a:lnTo>
                  <a:lnTo>
                    <a:pt x="6596" y="189390"/>
                  </a:lnTo>
                  <a:lnTo>
                    <a:pt x="17466" y="157370"/>
                  </a:lnTo>
                  <a:lnTo>
                    <a:pt x="85957" y="157951"/>
                  </a:lnTo>
                  <a:lnTo>
                    <a:pt x="100250" y="136558"/>
                  </a:lnTo>
                  <a:lnTo>
                    <a:pt x="117215" y="117215"/>
                  </a:lnTo>
                  <a:lnTo>
                    <a:pt x="98926" y="51208"/>
                  </a:lnTo>
                  <a:lnTo>
                    <a:pt x="127042" y="32422"/>
                  </a:lnTo>
                  <a:lnTo>
                    <a:pt x="157369" y="17466"/>
                  </a:lnTo>
                  <a:lnTo>
                    <a:pt x="205390" y="66307"/>
                  </a:lnTo>
                  <a:lnTo>
                    <a:pt x="230624" y="61288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select_icon_3_part_1">
              <a:extLst>
                <a:ext uri="{FF2B5EF4-FFF2-40B4-BE49-F238E27FC236}">
                  <a16:creationId xmlns:a16="http://schemas.microsoft.com/office/drawing/2014/main" id="{C26FC737-EB40-A499-719C-28B26496E24C}"/>
                </a:ext>
              </a:extLst>
            </p:cNvPr>
            <p:cNvSpPr/>
            <p:nvPr/>
          </p:nvSpPr>
          <p:spPr>
            <a:xfrm>
              <a:off x="13110877" y="2500027"/>
              <a:ext cx="191072" cy="191071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icon_summary_icon" descr="原生矢量组件，可取消组合编辑各个形状">
            <a:extLst>
              <a:ext uri="{FF2B5EF4-FFF2-40B4-BE49-F238E27FC236}">
                <a16:creationId xmlns:a16="http://schemas.microsoft.com/office/drawing/2014/main" id="{6E4C9DE1-1AA8-A75D-D0E0-68D0B7F8B29D}"/>
              </a:ext>
            </a:extLst>
          </p:cNvPr>
          <p:cNvGrpSpPr/>
          <p:nvPr/>
        </p:nvGrpSpPr>
        <p:grpSpPr>
          <a:xfrm>
            <a:off x="731520" y="7553325"/>
            <a:ext cx="497206" cy="445770"/>
            <a:chOff x="731520" y="7553325"/>
            <a:chExt cx="497206" cy="445770"/>
          </a:xfrm>
        </p:grpSpPr>
        <p:sp>
          <p:nvSpPr>
            <p:cNvPr id="61" name="summary_icon_part_0">
              <a:extLst>
                <a:ext uri="{FF2B5EF4-FFF2-40B4-BE49-F238E27FC236}">
                  <a16:creationId xmlns:a16="http://schemas.microsoft.com/office/drawing/2014/main" id="{A756188A-D9E2-4B0E-D577-C690EFE800F1}"/>
                </a:ext>
              </a:extLst>
            </p:cNvPr>
            <p:cNvSpPr/>
            <p:nvPr/>
          </p:nvSpPr>
          <p:spPr>
            <a:xfrm>
              <a:off x="731520" y="7599045"/>
              <a:ext cx="400050" cy="400050"/>
            </a:xfrm>
            <a:prstGeom prst="ellipse">
              <a:avLst/>
            </a:prstGeom>
            <a:noFill/>
            <a:ln w="2286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summary_icon_part_1">
              <a:extLst>
                <a:ext uri="{FF2B5EF4-FFF2-40B4-BE49-F238E27FC236}">
                  <a16:creationId xmlns:a16="http://schemas.microsoft.com/office/drawing/2014/main" id="{A0590747-6830-2DA8-F9D4-9251C16D4D54}"/>
                </a:ext>
              </a:extLst>
            </p:cNvPr>
            <p:cNvSpPr/>
            <p:nvPr/>
          </p:nvSpPr>
          <p:spPr>
            <a:xfrm>
              <a:off x="800100" y="7667625"/>
              <a:ext cx="262890" cy="262890"/>
            </a:xfrm>
            <a:prstGeom prst="ellipse">
              <a:avLst/>
            </a:prstGeom>
            <a:noFill/>
            <a:ln w="2286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summary_icon_part_2">
              <a:extLst>
                <a:ext uri="{FF2B5EF4-FFF2-40B4-BE49-F238E27FC236}">
                  <a16:creationId xmlns:a16="http://schemas.microsoft.com/office/drawing/2014/main" id="{57351384-CEB0-A5FC-9CF0-D2A0FEB0E602}"/>
                </a:ext>
              </a:extLst>
            </p:cNvPr>
            <p:cNvSpPr/>
            <p:nvPr/>
          </p:nvSpPr>
          <p:spPr>
            <a:xfrm>
              <a:off x="868680" y="7736205"/>
              <a:ext cx="125730" cy="125731"/>
            </a:xfrm>
            <a:prstGeom prst="ellipse">
              <a:avLst/>
            </a:prstGeom>
            <a:noFill/>
            <a:ln w="22860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summary_icon_part_3">
              <a:extLst>
                <a:ext uri="{FF2B5EF4-FFF2-40B4-BE49-F238E27FC236}">
                  <a16:creationId xmlns:a16="http://schemas.microsoft.com/office/drawing/2014/main" id="{68B289BD-C357-AFF0-DA65-DF28FC9D37F1}"/>
                </a:ext>
              </a:extLst>
            </p:cNvPr>
            <p:cNvCxnSpPr/>
            <p:nvPr/>
          </p:nvCxnSpPr>
          <p:spPr>
            <a:xfrm flipV="1">
              <a:off x="937260" y="7576185"/>
              <a:ext cx="245745" cy="228600"/>
            </a:xfrm>
            <a:prstGeom prst="line">
              <a:avLst/>
            </a:prstGeom>
            <a:ln w="40005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summary_icon_part_4">
              <a:extLst>
                <a:ext uri="{FF2B5EF4-FFF2-40B4-BE49-F238E27FC236}">
                  <a16:creationId xmlns:a16="http://schemas.microsoft.com/office/drawing/2014/main" id="{2DCFC807-5278-6C72-1D92-90B074DA7487}"/>
                </a:ext>
              </a:extLst>
            </p:cNvPr>
            <p:cNvSpPr/>
            <p:nvPr/>
          </p:nvSpPr>
          <p:spPr>
            <a:xfrm>
              <a:off x="1131570" y="7553325"/>
              <a:ext cx="97156" cy="80011"/>
            </a:xfrm>
            <a:custGeom>
              <a:avLst/>
              <a:gdLst/>
              <a:ahLst/>
              <a:cxnLst/>
              <a:rect l="0" t="0" r="0" b="0"/>
              <a:pathLst>
                <a:path w="97156" h="80011">
                  <a:moveTo>
                    <a:pt x="0" y="0"/>
                  </a:moveTo>
                  <a:lnTo>
                    <a:pt x="11430" y="80010"/>
                  </a:lnTo>
                  <a:lnTo>
                    <a:pt x="97155" y="80010"/>
                  </a:lnTo>
                  <a:lnTo>
                    <a:pt x="62865" y="17145"/>
                  </a:lnTo>
                  <a:close/>
                </a:path>
              </a:pathLst>
            </a:cu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7" name="header_rule">
            <a:extLst>
              <a:ext uri="{FF2B5EF4-FFF2-40B4-BE49-F238E27FC236}">
                <a16:creationId xmlns:a16="http://schemas.microsoft.com/office/drawing/2014/main" id="{F61E54A5-3471-56DD-7A9A-396D362733B9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header_accent">
            <a:extLst>
              <a:ext uri="{FF2B5EF4-FFF2-40B4-BE49-F238E27FC236}">
                <a16:creationId xmlns:a16="http://schemas.microsoft.com/office/drawing/2014/main" id="{00813D70-D860-025A-7AAC-4E0E25F2507B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footer_rule">
            <a:extLst>
              <a:ext uri="{FF2B5EF4-FFF2-40B4-BE49-F238E27FC236}">
                <a16:creationId xmlns:a16="http://schemas.microsoft.com/office/drawing/2014/main" id="{552644D9-D6E1-FACF-C1F2-EAB43CD1D99F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elect_step_sep_0">
            <a:extLst>
              <a:ext uri="{FF2B5EF4-FFF2-40B4-BE49-F238E27FC236}">
                <a16:creationId xmlns:a16="http://schemas.microsoft.com/office/drawing/2014/main" id="{F3A1F094-EEEE-B33A-A294-897CB6A27FE1}"/>
              </a:ext>
            </a:extLst>
          </p:cNvPr>
          <p:cNvCxnSpPr/>
          <p:nvPr/>
        </p:nvCxnSpPr>
        <p:spPr>
          <a:xfrm>
            <a:off x="2286000" y="2257425"/>
            <a:ext cx="0" cy="685800"/>
          </a:xfrm>
          <a:prstGeom prst="line">
            <a:avLst/>
          </a:prstGeom>
          <a:ln w="9525">
            <a:solidFill>
              <a:srgbClr val="B4DF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elect_step_sep_1">
            <a:extLst>
              <a:ext uri="{FF2B5EF4-FFF2-40B4-BE49-F238E27FC236}">
                <a16:creationId xmlns:a16="http://schemas.microsoft.com/office/drawing/2014/main" id="{DD5D1574-8B50-97FF-1344-68E2A4C3543A}"/>
              </a:ext>
            </a:extLst>
          </p:cNvPr>
          <p:cNvCxnSpPr/>
          <p:nvPr/>
        </p:nvCxnSpPr>
        <p:spPr>
          <a:xfrm>
            <a:off x="6067425" y="2257425"/>
            <a:ext cx="0" cy="685800"/>
          </a:xfrm>
          <a:prstGeom prst="line">
            <a:avLst/>
          </a:prstGeom>
          <a:ln w="9525">
            <a:solidFill>
              <a:srgbClr val="B4DF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elect_step_sep_2">
            <a:extLst>
              <a:ext uri="{FF2B5EF4-FFF2-40B4-BE49-F238E27FC236}">
                <a16:creationId xmlns:a16="http://schemas.microsoft.com/office/drawing/2014/main" id="{80F18DFC-C17F-F4C0-C78D-5E8ED9CFCF12}"/>
              </a:ext>
            </a:extLst>
          </p:cNvPr>
          <p:cNvCxnSpPr/>
          <p:nvPr/>
        </p:nvCxnSpPr>
        <p:spPr>
          <a:xfrm>
            <a:off x="9848850" y="2257425"/>
            <a:ext cx="0" cy="685800"/>
          </a:xfrm>
          <a:prstGeom prst="line">
            <a:avLst/>
          </a:prstGeom>
          <a:ln w="9525">
            <a:solidFill>
              <a:srgbClr val="B4DF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elect_step_sep_3">
            <a:extLst>
              <a:ext uri="{FF2B5EF4-FFF2-40B4-BE49-F238E27FC236}">
                <a16:creationId xmlns:a16="http://schemas.microsoft.com/office/drawing/2014/main" id="{5BD0FE8D-6240-9539-42D1-DA47B2D1A429}"/>
              </a:ext>
            </a:extLst>
          </p:cNvPr>
          <p:cNvCxnSpPr/>
          <p:nvPr/>
        </p:nvCxnSpPr>
        <p:spPr>
          <a:xfrm>
            <a:off x="13630275" y="2257425"/>
            <a:ext cx="0" cy="685800"/>
          </a:xfrm>
          <a:prstGeom prst="line">
            <a:avLst/>
          </a:prstGeom>
          <a:ln w="9525">
            <a:solidFill>
              <a:srgbClr val="B4DF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election_arrow_l">
            <a:extLst>
              <a:ext uri="{FF2B5EF4-FFF2-40B4-BE49-F238E27FC236}">
                <a16:creationId xmlns:a16="http://schemas.microsoft.com/office/drawing/2014/main" id="{F17315D1-6F88-8249-68AF-BD1D2A589058}"/>
              </a:ext>
            </a:extLst>
          </p:cNvPr>
          <p:cNvCxnSpPr/>
          <p:nvPr/>
        </p:nvCxnSpPr>
        <p:spPr>
          <a:xfrm>
            <a:off x="6810375" y="5038725"/>
            <a:ext cx="314325" cy="0"/>
          </a:xfrm>
          <a:prstGeom prst="line">
            <a:avLst/>
          </a:prstGeom>
          <a:ln w="57150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election_arrow_r">
            <a:extLst>
              <a:ext uri="{FF2B5EF4-FFF2-40B4-BE49-F238E27FC236}">
                <a16:creationId xmlns:a16="http://schemas.microsoft.com/office/drawing/2014/main" id="{DA4873A9-6DE1-84C9-B5D1-D6F2EE1C417D}"/>
              </a:ext>
            </a:extLst>
          </p:cNvPr>
          <p:cNvCxnSpPr/>
          <p:nvPr/>
        </p:nvCxnSpPr>
        <p:spPr>
          <a:xfrm>
            <a:off x="9906000" y="5038725"/>
            <a:ext cx="314325" cy="0"/>
          </a:xfrm>
          <a:prstGeom prst="line">
            <a:avLst/>
          </a:prstGeom>
          <a:ln w="57150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ummary_divider">
            <a:extLst>
              <a:ext uri="{FF2B5EF4-FFF2-40B4-BE49-F238E27FC236}">
                <a16:creationId xmlns:a16="http://schemas.microsoft.com/office/drawing/2014/main" id="{58708959-9E19-15E6-A07E-D033D99EA980}"/>
              </a:ext>
            </a:extLst>
          </p:cNvPr>
          <p:cNvCxnSpPr/>
          <p:nvPr/>
        </p:nvCxnSpPr>
        <p:spPr>
          <a:xfrm>
            <a:off x="1971675" y="7543800"/>
            <a:ext cx="0" cy="533400"/>
          </a:xfrm>
          <a:prstGeom prst="line">
            <a:avLst/>
          </a:prstGeom>
          <a:ln w="14288">
            <a:solidFill>
              <a:srgbClr val="73B5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_title">
            <a:extLst>
              <a:ext uri="{FF2B5EF4-FFF2-40B4-BE49-F238E27FC236}">
                <a16:creationId xmlns:a16="http://schemas.microsoft.com/office/drawing/2014/main" id="{7EB1F6AD-72D2-4ACF-B732-921F21BA27BA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定量指标筛选与统计分析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footer_text">
            <a:extLst>
              <a:ext uri="{FF2B5EF4-FFF2-40B4-BE49-F238E27FC236}">
                <a16:creationId xmlns:a16="http://schemas.microsoft.com/office/drawing/2014/main" id="{845F7FA7-E2D7-4DD0-8882-280BE0B4649D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" name="page_number">
            <a:extLst>
              <a:ext uri="{FF2B5EF4-FFF2-40B4-BE49-F238E27FC236}">
                <a16:creationId xmlns:a16="http://schemas.microsoft.com/office/drawing/2014/main" id="{AA09FD10-30F4-4FA0-B067-E43C7EE6E7EF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19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" name="select_step_num_0">
            <a:extLst>
              <a:ext uri="{FF2B5EF4-FFF2-40B4-BE49-F238E27FC236}">
                <a16:creationId xmlns:a16="http://schemas.microsoft.com/office/drawing/2014/main" id="{D3BAC12F-B5FA-4D75-9348-8EECB79AB717}"/>
              </a:ext>
            </a:extLst>
          </p:cNvPr>
          <p:cNvSpPr>
            <a:spLocks/>
          </p:cNvSpPr>
          <p:nvPr/>
        </p:nvSpPr>
        <p:spPr>
          <a:xfrm>
            <a:off x="857250" y="236220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</a:t>
            </a:r>
            <a:endParaRPr sz="20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text_0">
            <a:extLst>
              <a:ext uri="{FF2B5EF4-FFF2-40B4-BE49-F238E27FC236}">
                <a16:creationId xmlns:a16="http://schemas.microsoft.com/office/drawing/2014/main" id="{AAE54580-FAF3-45BC-BDF8-7E86CADE0D21}"/>
              </a:ext>
            </a:extLst>
          </p:cNvPr>
          <p:cNvSpPr>
            <a:spLocks/>
          </p:cNvSpPr>
          <p:nvPr/>
        </p:nvSpPr>
        <p:spPr>
          <a:xfrm>
            <a:off x="2476500" y="2314575"/>
            <a:ext cx="15906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候选确定</a:t>
            </a:r>
            <a:endParaRPr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select_step_num_1">
            <a:extLst>
              <a:ext uri="{FF2B5EF4-FFF2-40B4-BE49-F238E27FC236}">
                <a16:creationId xmlns:a16="http://schemas.microsoft.com/office/drawing/2014/main" id="{FDF16E4F-8473-4783-A186-8362EE437D49}"/>
              </a:ext>
            </a:extLst>
          </p:cNvPr>
          <p:cNvSpPr>
            <a:spLocks/>
          </p:cNvSpPr>
          <p:nvPr/>
        </p:nvSpPr>
        <p:spPr>
          <a:xfrm>
            <a:off x="4638675" y="236220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</a:t>
            </a:r>
            <a:endParaRPr sz="20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_1">
            <a:extLst>
              <a:ext uri="{FF2B5EF4-FFF2-40B4-BE49-F238E27FC236}">
                <a16:creationId xmlns:a16="http://schemas.microsoft.com/office/drawing/2014/main" id="{7215B52D-2D5A-4E0A-92E0-4280872C3EE9}"/>
              </a:ext>
            </a:extLst>
          </p:cNvPr>
          <p:cNvSpPr>
            <a:spLocks/>
          </p:cNvSpPr>
          <p:nvPr/>
        </p:nvSpPr>
        <p:spPr>
          <a:xfrm>
            <a:off x="6257925" y="2314575"/>
            <a:ext cx="15906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测量检查</a:t>
            </a:r>
            <a:endParaRPr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2" name="select_step_num_2">
            <a:extLst>
              <a:ext uri="{FF2B5EF4-FFF2-40B4-BE49-F238E27FC236}">
                <a16:creationId xmlns:a16="http://schemas.microsoft.com/office/drawing/2014/main" id="{E3EEA7BC-B460-4CD6-AB2D-382261E995E8}"/>
              </a:ext>
            </a:extLst>
          </p:cNvPr>
          <p:cNvSpPr>
            <a:spLocks/>
          </p:cNvSpPr>
          <p:nvPr/>
        </p:nvSpPr>
        <p:spPr>
          <a:xfrm>
            <a:off x="8420100" y="236220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</a:t>
            </a:r>
            <a:endParaRPr sz="20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3" name="text_2">
            <a:extLst>
              <a:ext uri="{FF2B5EF4-FFF2-40B4-BE49-F238E27FC236}">
                <a16:creationId xmlns:a16="http://schemas.microsoft.com/office/drawing/2014/main" id="{C4CA4EB0-7566-4ADF-8EF4-A3C2DABB70B0}"/>
              </a:ext>
            </a:extLst>
          </p:cNvPr>
          <p:cNvSpPr>
            <a:spLocks/>
          </p:cNvSpPr>
          <p:nvPr/>
        </p:nvSpPr>
        <p:spPr>
          <a:xfrm>
            <a:off x="10039350" y="2314575"/>
            <a:ext cx="15906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关联分析</a:t>
            </a:r>
            <a:endParaRPr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select_step_num_3">
            <a:extLst>
              <a:ext uri="{FF2B5EF4-FFF2-40B4-BE49-F238E27FC236}">
                <a16:creationId xmlns:a16="http://schemas.microsoft.com/office/drawing/2014/main" id="{5141A8B7-C955-4FE7-9DE9-4B076C32A0D6}"/>
              </a:ext>
            </a:extLst>
          </p:cNvPr>
          <p:cNvSpPr>
            <a:spLocks/>
          </p:cNvSpPr>
          <p:nvPr/>
        </p:nvSpPr>
        <p:spPr>
          <a:xfrm>
            <a:off x="12201525" y="2362200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</a:t>
            </a:r>
            <a:endParaRPr sz="20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_3">
            <a:extLst>
              <a:ext uri="{FF2B5EF4-FFF2-40B4-BE49-F238E27FC236}">
                <a16:creationId xmlns:a16="http://schemas.microsoft.com/office/drawing/2014/main" id="{575690CB-0174-4566-AC6C-560D6C109A3C}"/>
              </a:ext>
            </a:extLst>
          </p:cNvPr>
          <p:cNvSpPr>
            <a:spLocks/>
          </p:cNvSpPr>
          <p:nvPr/>
        </p:nvSpPr>
        <p:spPr>
          <a:xfrm>
            <a:off x="13820775" y="2314575"/>
            <a:ext cx="15906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组合固定</a:t>
            </a:r>
            <a:endParaRPr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9" name="regression_heading">
            <a:extLst>
              <a:ext uri="{FF2B5EF4-FFF2-40B4-BE49-F238E27FC236}">
                <a16:creationId xmlns:a16="http://schemas.microsoft.com/office/drawing/2014/main" id="{CC3EA6BB-BF0C-4612-9FC3-9F6704E01EF5}"/>
              </a:ext>
            </a:extLst>
          </p:cNvPr>
          <p:cNvSpPr>
            <a:spLocks/>
          </p:cNvSpPr>
          <p:nvPr/>
        </p:nvSpPr>
        <p:spPr>
          <a:xfrm>
            <a:off x="619125" y="3495675"/>
            <a:ext cx="60579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多因素</a:t>
            </a:r>
            <a:r>
              <a:rPr 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Logistic</a:t>
            </a: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回归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1" name="text_5">
            <a:extLst>
              <a:ext uri="{FF2B5EF4-FFF2-40B4-BE49-F238E27FC236}">
                <a16:creationId xmlns:a16="http://schemas.microsoft.com/office/drawing/2014/main" id="{18B03C7A-9746-41E2-833E-28B2F1FA6670}"/>
              </a:ext>
            </a:extLst>
          </p:cNvPr>
          <p:cNvSpPr>
            <a:spLocks/>
          </p:cNvSpPr>
          <p:nvPr/>
        </p:nvSpPr>
        <p:spPr>
          <a:xfrm>
            <a:off x="1114425" y="4838700"/>
            <a:ext cx="5257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7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年龄、性别、病程</a:t>
            </a:r>
            <a:endParaRPr sz="27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3" name="text_7">
            <a:extLst>
              <a:ext uri="{FF2B5EF4-FFF2-40B4-BE49-F238E27FC236}">
                <a16:creationId xmlns:a16="http://schemas.microsoft.com/office/drawing/2014/main" id="{D2CDA38C-7E38-487C-8D23-8D8552277F4A}"/>
              </a:ext>
            </a:extLst>
          </p:cNvPr>
          <p:cNvSpPr>
            <a:spLocks/>
          </p:cNvSpPr>
          <p:nvPr/>
        </p:nvSpPr>
        <p:spPr>
          <a:xfrm>
            <a:off x="1114425" y="5610225"/>
            <a:ext cx="5257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7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血压、</a:t>
            </a:r>
            <a:r>
              <a:rPr lang="en-US" altLang="zh-CN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HbA1c</a:t>
            </a: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、</a:t>
            </a:r>
            <a:r>
              <a:rPr lang="en-US" altLang="zh-CN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27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等级</a:t>
            </a:r>
            <a:endParaRPr sz="27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6" name="selection_basis_heading">
            <a:extLst>
              <a:ext uri="{FF2B5EF4-FFF2-40B4-BE49-F238E27FC236}">
                <a16:creationId xmlns:a16="http://schemas.microsoft.com/office/drawing/2014/main" id="{D3E989BC-7D86-4682-A0A5-FBA164925F3E}"/>
              </a:ext>
            </a:extLst>
          </p:cNvPr>
          <p:cNvSpPr>
            <a:spLocks/>
          </p:cNvSpPr>
          <p:nvPr/>
        </p:nvSpPr>
        <p:spPr>
          <a:xfrm>
            <a:off x="10363200" y="3495675"/>
            <a:ext cx="490537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综合筛选依据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8" name="text_9">
            <a:extLst>
              <a:ext uri="{FF2B5EF4-FFF2-40B4-BE49-F238E27FC236}">
                <a16:creationId xmlns:a16="http://schemas.microsoft.com/office/drawing/2014/main" id="{7122D32F-B98B-436D-8925-4CFDFDA0BCB0}"/>
              </a:ext>
            </a:extLst>
          </p:cNvPr>
          <p:cNvSpPr>
            <a:spLocks/>
          </p:cNvSpPr>
          <p:nvPr/>
        </p:nvSpPr>
        <p:spPr>
          <a:xfrm>
            <a:off x="10906125" y="4724400"/>
            <a:ext cx="41624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效应量与置信区间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0" name="text_11">
            <a:extLst>
              <a:ext uri="{FF2B5EF4-FFF2-40B4-BE49-F238E27FC236}">
                <a16:creationId xmlns:a16="http://schemas.microsoft.com/office/drawing/2014/main" id="{93A42538-7687-4963-BBF9-F67245C11C4D}"/>
              </a:ext>
            </a:extLst>
          </p:cNvPr>
          <p:cNvSpPr>
            <a:spLocks/>
          </p:cNvSpPr>
          <p:nvPr/>
        </p:nvSpPr>
        <p:spPr>
          <a:xfrm>
            <a:off x="10906125" y="5305425"/>
            <a:ext cx="41624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共线性与测量稳定性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2" name="text_13">
            <a:extLst>
              <a:ext uri="{FF2B5EF4-FFF2-40B4-BE49-F238E27FC236}">
                <a16:creationId xmlns:a16="http://schemas.microsoft.com/office/drawing/2014/main" id="{E8DD8288-26DE-4FD2-AF58-66EFC78676BF}"/>
              </a:ext>
            </a:extLst>
          </p:cNvPr>
          <p:cNvSpPr>
            <a:spLocks/>
          </p:cNvSpPr>
          <p:nvPr/>
        </p:nvSpPr>
        <p:spPr>
          <a:xfrm>
            <a:off x="10906125" y="5886450"/>
            <a:ext cx="41624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多重比较控制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5" name="summary_text">
            <a:extLst>
              <a:ext uri="{FF2B5EF4-FFF2-40B4-BE49-F238E27FC236}">
                <a16:creationId xmlns:a16="http://schemas.microsoft.com/office/drawing/2014/main" id="{6FAB9DCB-AE4D-4727-90D3-E9DDDF229EB5}"/>
              </a:ext>
            </a:extLst>
          </p:cNvPr>
          <p:cNvSpPr>
            <a:spLocks/>
          </p:cNvSpPr>
          <p:nvPr/>
        </p:nvSpPr>
        <p:spPr>
          <a:xfrm>
            <a:off x="2333625" y="7486650"/>
            <a:ext cx="12858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训练集内部验证后，固定指标清单与标准化参数，不单独依</a:t>
            </a:r>
            <a:r>
              <a:rPr lang="zh-CN" altLang="en-US" sz="24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据</a:t>
            </a:r>
            <a:r>
              <a:rPr lang="en-US" altLang="zh-CN" sz="24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P</a:t>
            </a:r>
            <a:r>
              <a:rPr lang="zh-CN" altLang="en-US" sz="24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值筛选。</a:t>
            </a:r>
            <a:endParaRPr sz="24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1978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eature_block">
            <a:extLst>
              <a:ext uri="{FF2B5EF4-FFF2-40B4-BE49-F238E27FC236}">
                <a16:creationId xmlns:a16="http://schemas.microsoft.com/office/drawing/2014/main" id="{35E5B352-9069-4990-97FE-6E6502109CC7}"/>
              </a:ext>
            </a:extLst>
          </p:cNvPr>
          <p:cNvSpPr>
            <a:spLocks/>
          </p:cNvSpPr>
          <p:nvPr/>
        </p:nvSpPr>
        <p:spPr>
          <a:xfrm>
            <a:off x="514350" y="2066925"/>
            <a:ext cx="6115050" cy="2143125"/>
          </a:xfrm>
          <a:prstGeom prst="roundRect">
            <a:avLst>
              <a:gd name="adj" fmla="val 5333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12" name="quant_feature_block">
            <a:extLst>
              <a:ext uri="{FF2B5EF4-FFF2-40B4-BE49-F238E27FC236}">
                <a16:creationId xmlns:a16="http://schemas.microsoft.com/office/drawing/2014/main" id="{4D839A2B-8E59-4107-B07A-ADCF61059FA3}"/>
              </a:ext>
            </a:extLst>
          </p:cNvPr>
          <p:cNvSpPr>
            <a:spLocks/>
          </p:cNvSpPr>
          <p:nvPr/>
        </p:nvSpPr>
        <p:spPr>
          <a:xfrm>
            <a:off x="514350" y="4467225"/>
            <a:ext cx="7334250" cy="1152525"/>
          </a:xfrm>
          <a:prstGeom prst="roundRect">
            <a:avLst>
              <a:gd name="adj" fmla="val 9917"/>
            </a:avLst>
          </a:prstGeom>
          <a:solidFill>
            <a:srgbClr val="FFF9EB"/>
          </a:solidFill>
          <a:ln w="0">
            <a:noFill/>
          </a:ln>
        </p:spPr>
      </p:sp>
      <p:sp>
        <p:nvSpPr>
          <p:cNvPr id="13" name="clinical_feature_block">
            <a:extLst>
              <a:ext uri="{FF2B5EF4-FFF2-40B4-BE49-F238E27FC236}">
                <a16:creationId xmlns:a16="http://schemas.microsoft.com/office/drawing/2014/main" id="{5135DB89-FE4F-4D3E-BD78-39D7557D348D}"/>
              </a:ext>
            </a:extLst>
          </p:cNvPr>
          <p:cNvSpPr>
            <a:spLocks/>
          </p:cNvSpPr>
          <p:nvPr/>
        </p:nvSpPr>
        <p:spPr>
          <a:xfrm>
            <a:off x="514350" y="5962650"/>
            <a:ext cx="7334250" cy="1152525"/>
          </a:xfrm>
          <a:prstGeom prst="roundRect">
            <a:avLst>
              <a:gd name="adj" fmla="val 9917"/>
            </a:avLst>
          </a:prstGeom>
          <a:solidFill>
            <a:srgbClr val="FFF9EB"/>
          </a:solidFill>
          <a:ln w="0">
            <a:noFill/>
          </a:ln>
        </p:spPr>
      </p:sp>
      <p:sp>
        <p:nvSpPr>
          <p:cNvPr id="24" name="dr_outer">
            <a:extLst>
              <a:ext uri="{FF2B5EF4-FFF2-40B4-BE49-F238E27FC236}">
                <a16:creationId xmlns:a16="http://schemas.microsoft.com/office/drawing/2014/main" id="{64A59303-4E4F-49D4-9A33-9EF71252B9D4}"/>
              </a:ext>
            </a:extLst>
          </p:cNvPr>
          <p:cNvSpPr>
            <a:spLocks/>
          </p:cNvSpPr>
          <p:nvPr/>
        </p:nvSpPr>
        <p:spPr>
          <a:xfrm>
            <a:off x="9496425" y="2867025"/>
            <a:ext cx="2400300" cy="1209675"/>
          </a:xfrm>
          <a:prstGeom prst="roundRect">
            <a:avLst>
              <a:gd name="adj" fmla="val 9449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25" name="dkd_outer">
            <a:extLst>
              <a:ext uri="{FF2B5EF4-FFF2-40B4-BE49-F238E27FC236}">
                <a16:creationId xmlns:a16="http://schemas.microsoft.com/office/drawing/2014/main" id="{A1189E14-199C-4602-A658-001990BC60CC}"/>
              </a:ext>
            </a:extLst>
          </p:cNvPr>
          <p:cNvSpPr>
            <a:spLocks/>
          </p:cNvSpPr>
          <p:nvPr/>
        </p:nvSpPr>
        <p:spPr>
          <a:xfrm>
            <a:off x="9496425" y="5886450"/>
            <a:ext cx="2400300" cy="1209675"/>
          </a:xfrm>
          <a:prstGeom prst="roundRect">
            <a:avLst>
              <a:gd name="adj" fmla="val 9449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30" name="dr_output_outer">
            <a:extLst>
              <a:ext uri="{FF2B5EF4-FFF2-40B4-BE49-F238E27FC236}">
                <a16:creationId xmlns:a16="http://schemas.microsoft.com/office/drawing/2014/main" id="{FBC0199C-27C4-4867-9AE2-9F5F6D28FA97}"/>
              </a:ext>
            </a:extLst>
          </p:cNvPr>
          <p:cNvSpPr>
            <a:spLocks/>
          </p:cNvSpPr>
          <p:nvPr/>
        </p:nvSpPr>
        <p:spPr>
          <a:xfrm>
            <a:off x="13049250" y="2867025"/>
            <a:ext cx="2409825" cy="1209675"/>
          </a:xfrm>
          <a:prstGeom prst="roundRect">
            <a:avLst>
              <a:gd name="adj" fmla="val 9449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31" name="dkd_output_outer">
            <a:extLst>
              <a:ext uri="{FF2B5EF4-FFF2-40B4-BE49-F238E27FC236}">
                <a16:creationId xmlns:a16="http://schemas.microsoft.com/office/drawing/2014/main" id="{4F500547-AE9F-47EB-BF43-917906F064E2}"/>
              </a:ext>
            </a:extLst>
          </p:cNvPr>
          <p:cNvSpPr>
            <a:spLocks/>
          </p:cNvSpPr>
          <p:nvPr/>
        </p:nvSpPr>
        <p:spPr>
          <a:xfrm>
            <a:off x="13049250" y="5886450"/>
            <a:ext cx="2409825" cy="1209675"/>
          </a:xfrm>
          <a:prstGeom prst="roundRect">
            <a:avLst>
              <a:gd name="adj" fmla="val 9449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36" name="frozen_note_bg">
            <a:extLst>
              <a:ext uri="{FF2B5EF4-FFF2-40B4-BE49-F238E27FC236}">
                <a16:creationId xmlns:a16="http://schemas.microsoft.com/office/drawing/2014/main" id="{50276468-35F0-4D99-9A8E-5FD2215387CD}"/>
              </a:ext>
            </a:extLst>
          </p:cNvPr>
          <p:cNvSpPr>
            <a:spLocks/>
          </p:cNvSpPr>
          <p:nvPr/>
        </p:nvSpPr>
        <p:spPr>
          <a:xfrm>
            <a:off x="514350" y="7334250"/>
            <a:ext cx="5686425" cy="504825"/>
          </a:xfrm>
          <a:prstGeom prst="roundRect">
            <a:avLst>
              <a:gd name="adj" fmla="val 22642"/>
            </a:avLst>
          </a:prstGeom>
          <a:noFill/>
          <a:ln w="12383">
            <a:solidFill>
              <a:srgbClr val="9A9A9A"/>
            </a:solidFill>
            <a:prstDash val="dash"/>
          </a:ln>
        </p:spPr>
      </p:sp>
      <p:sp>
        <p:nvSpPr>
          <p:cNvPr id="38" name="summary_bg">
            <a:extLst>
              <a:ext uri="{FF2B5EF4-FFF2-40B4-BE49-F238E27FC236}">
                <a16:creationId xmlns:a16="http://schemas.microsoft.com/office/drawing/2014/main" id="{8691238D-B638-43D3-8399-A2D4EA6751B2}"/>
              </a:ext>
            </a:extLst>
          </p:cNvPr>
          <p:cNvSpPr>
            <a:spLocks/>
          </p:cNvSpPr>
          <p:nvPr/>
        </p:nvSpPr>
        <p:spPr>
          <a:xfrm>
            <a:off x="428625" y="7867650"/>
            <a:ext cx="15049500" cy="485775"/>
          </a:xfrm>
          <a:prstGeom prst="roundRect">
            <a:avLst>
              <a:gd name="adj" fmla="val 23529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82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sp>
        <p:nvSpPr>
          <p:cNvPr id="41" name="summary_label_bg">
            <a:extLst>
              <a:ext uri="{FF2B5EF4-FFF2-40B4-BE49-F238E27FC236}">
                <a16:creationId xmlns:a16="http://schemas.microsoft.com/office/drawing/2014/main" id="{8A26C0F2-0406-BD7A-8873-CB6F6D0B5B7F}"/>
              </a:ext>
            </a:extLst>
          </p:cNvPr>
          <p:cNvSpPr/>
          <p:nvPr/>
        </p:nvSpPr>
        <p:spPr>
          <a:xfrm>
            <a:off x="428625" y="7867650"/>
            <a:ext cx="2857501" cy="485776"/>
          </a:xfrm>
          <a:custGeom>
            <a:avLst/>
            <a:gdLst/>
            <a:ahLst/>
            <a:cxnLst/>
            <a:rect l="0" t="0" r="0" b="0"/>
            <a:pathLst>
              <a:path w="2857501" h="485776">
                <a:moveTo>
                  <a:pt x="0" y="0"/>
                </a:moveTo>
                <a:lnTo>
                  <a:pt x="2524125" y="0"/>
                </a:lnTo>
                <a:lnTo>
                  <a:pt x="2857500" y="242888"/>
                </a:lnTo>
                <a:lnTo>
                  <a:pt x="2524125" y="485775"/>
                </a:lnTo>
                <a:lnTo>
                  <a:pt x="0" y="485775"/>
                </a:lnTo>
                <a:close/>
              </a:path>
            </a:pathLst>
          </a:custGeom>
          <a:gradFill flip="none" rotWithShape="1">
            <a:gsLst>
              <a:gs pos="0">
                <a:srgbClr val="0078DB"/>
              </a:gs>
              <a:gs pos="100000">
                <a:srgbClr val="064A9D"/>
              </a:gs>
            </a:gsLst>
            <a:lin ang="540000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header_rule">
            <a:extLst>
              <a:ext uri="{FF2B5EF4-FFF2-40B4-BE49-F238E27FC236}">
                <a16:creationId xmlns:a16="http://schemas.microsoft.com/office/drawing/2014/main" id="{A5ECEC2F-E60C-6972-1F44-75E5D3DD1E66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header_accent">
            <a:extLst>
              <a:ext uri="{FF2B5EF4-FFF2-40B4-BE49-F238E27FC236}">
                <a16:creationId xmlns:a16="http://schemas.microsoft.com/office/drawing/2014/main" id="{F90CF600-58E8-509B-9A1E-11C951FCACB7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footer_rule">
            <a:extLst>
              <a:ext uri="{FF2B5EF4-FFF2-40B4-BE49-F238E27FC236}">
                <a16:creationId xmlns:a16="http://schemas.microsoft.com/office/drawing/2014/main" id="{1ED7244D-055A-1090-2A83-6BF0DE23383E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q_into_std">
            <a:extLst>
              <a:ext uri="{FF2B5EF4-FFF2-40B4-BE49-F238E27FC236}">
                <a16:creationId xmlns:a16="http://schemas.microsoft.com/office/drawing/2014/main" id="{74A5AA24-E545-DB23-7400-BC8E9BC980EA}"/>
              </a:ext>
            </a:extLst>
          </p:cNvPr>
          <p:cNvCxnSpPr/>
          <p:nvPr/>
        </p:nvCxnSpPr>
        <p:spPr>
          <a:xfrm>
            <a:off x="2952750" y="5095875"/>
            <a:ext cx="381000" cy="0"/>
          </a:xfrm>
          <a:prstGeom prst="line">
            <a:avLst/>
          </a:prstGeom>
          <a:ln w="19050">
            <a:solidFill>
              <a:srgbClr val="C49B2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_into_std">
            <a:extLst>
              <a:ext uri="{FF2B5EF4-FFF2-40B4-BE49-F238E27FC236}">
                <a16:creationId xmlns:a16="http://schemas.microsoft.com/office/drawing/2014/main" id="{D7B18D74-6121-CBB1-8C84-95246D44508E}"/>
              </a:ext>
            </a:extLst>
          </p:cNvPr>
          <p:cNvCxnSpPr/>
          <p:nvPr/>
        </p:nvCxnSpPr>
        <p:spPr>
          <a:xfrm>
            <a:off x="3086100" y="6581775"/>
            <a:ext cx="247650" cy="0"/>
          </a:xfrm>
          <a:prstGeom prst="line">
            <a:avLst/>
          </a:prstGeom>
          <a:ln w="19050">
            <a:solidFill>
              <a:srgbClr val="C49B2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q_to_dr_1">
            <a:extLst>
              <a:ext uri="{FF2B5EF4-FFF2-40B4-BE49-F238E27FC236}">
                <a16:creationId xmlns:a16="http://schemas.microsoft.com/office/drawing/2014/main" id="{FD1DEA6F-5B5D-755D-E81B-7BA99173CF6C}"/>
              </a:ext>
            </a:extLst>
          </p:cNvPr>
          <p:cNvCxnSpPr/>
          <p:nvPr/>
        </p:nvCxnSpPr>
        <p:spPr>
          <a:xfrm>
            <a:off x="7524750" y="5086350"/>
            <a:ext cx="876300" cy="0"/>
          </a:xfrm>
          <a:prstGeom prst="line">
            <a:avLst/>
          </a:prstGeom>
          <a:ln w="19050">
            <a:solidFill>
              <a:srgbClr val="C49B2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q_to_dr_2">
            <a:extLst>
              <a:ext uri="{FF2B5EF4-FFF2-40B4-BE49-F238E27FC236}">
                <a16:creationId xmlns:a16="http://schemas.microsoft.com/office/drawing/2014/main" id="{8099E66A-3E3E-5858-FEB6-2DE5D5CDDB40}"/>
              </a:ext>
            </a:extLst>
          </p:cNvPr>
          <p:cNvCxnSpPr/>
          <p:nvPr/>
        </p:nvCxnSpPr>
        <p:spPr>
          <a:xfrm flipV="1">
            <a:off x="8401050" y="3571875"/>
            <a:ext cx="0" cy="1514475"/>
          </a:xfrm>
          <a:prstGeom prst="line">
            <a:avLst/>
          </a:prstGeom>
          <a:ln w="19050">
            <a:solidFill>
              <a:srgbClr val="C49B2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q_to_dr_3">
            <a:extLst>
              <a:ext uri="{FF2B5EF4-FFF2-40B4-BE49-F238E27FC236}">
                <a16:creationId xmlns:a16="http://schemas.microsoft.com/office/drawing/2014/main" id="{960DA68F-F7A6-8811-EC33-8431AA4E3C61}"/>
              </a:ext>
            </a:extLst>
          </p:cNvPr>
          <p:cNvCxnSpPr/>
          <p:nvPr/>
        </p:nvCxnSpPr>
        <p:spPr>
          <a:xfrm>
            <a:off x="8401050" y="3571875"/>
            <a:ext cx="1200150" cy="0"/>
          </a:xfrm>
          <a:prstGeom prst="line">
            <a:avLst/>
          </a:prstGeom>
          <a:ln w="19050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q_to_dkd_1">
            <a:extLst>
              <a:ext uri="{FF2B5EF4-FFF2-40B4-BE49-F238E27FC236}">
                <a16:creationId xmlns:a16="http://schemas.microsoft.com/office/drawing/2014/main" id="{090BEB90-D6F3-FF0A-1E65-1CC5C88A569B}"/>
              </a:ext>
            </a:extLst>
          </p:cNvPr>
          <p:cNvCxnSpPr/>
          <p:nvPr/>
        </p:nvCxnSpPr>
        <p:spPr>
          <a:xfrm>
            <a:off x="8401050" y="5086350"/>
            <a:ext cx="0" cy="1295400"/>
          </a:xfrm>
          <a:prstGeom prst="line">
            <a:avLst/>
          </a:prstGeom>
          <a:ln w="19050">
            <a:solidFill>
              <a:srgbClr val="C49B2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q_to_dkd_2">
            <a:extLst>
              <a:ext uri="{FF2B5EF4-FFF2-40B4-BE49-F238E27FC236}">
                <a16:creationId xmlns:a16="http://schemas.microsoft.com/office/drawing/2014/main" id="{5156F12A-FA52-3730-2C4E-2B64A46AE741}"/>
              </a:ext>
            </a:extLst>
          </p:cNvPr>
          <p:cNvCxnSpPr/>
          <p:nvPr/>
        </p:nvCxnSpPr>
        <p:spPr>
          <a:xfrm>
            <a:off x="8401050" y="6381750"/>
            <a:ext cx="1200150" cy="0"/>
          </a:xfrm>
          <a:prstGeom prst="line">
            <a:avLst/>
          </a:prstGeom>
          <a:ln w="19050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_to_dr_1">
            <a:extLst>
              <a:ext uri="{FF2B5EF4-FFF2-40B4-BE49-F238E27FC236}">
                <a16:creationId xmlns:a16="http://schemas.microsoft.com/office/drawing/2014/main" id="{6F014576-B1F1-89E5-77AC-77B6EC7CCD35}"/>
              </a:ext>
            </a:extLst>
          </p:cNvPr>
          <p:cNvCxnSpPr/>
          <p:nvPr/>
        </p:nvCxnSpPr>
        <p:spPr>
          <a:xfrm>
            <a:off x="7524750" y="6572250"/>
            <a:ext cx="1285875" cy="0"/>
          </a:xfrm>
          <a:prstGeom prst="line">
            <a:avLst/>
          </a:prstGeom>
          <a:ln w="19050">
            <a:solidFill>
              <a:srgbClr val="C49B2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_to_dr_2">
            <a:extLst>
              <a:ext uri="{FF2B5EF4-FFF2-40B4-BE49-F238E27FC236}">
                <a16:creationId xmlns:a16="http://schemas.microsoft.com/office/drawing/2014/main" id="{A7836E5B-AE79-FD49-ADC5-DDFA4241B56E}"/>
              </a:ext>
            </a:extLst>
          </p:cNvPr>
          <p:cNvCxnSpPr/>
          <p:nvPr/>
        </p:nvCxnSpPr>
        <p:spPr>
          <a:xfrm flipV="1">
            <a:off x="8810625" y="3781425"/>
            <a:ext cx="0" cy="2790825"/>
          </a:xfrm>
          <a:prstGeom prst="line">
            <a:avLst/>
          </a:prstGeom>
          <a:ln w="19050">
            <a:solidFill>
              <a:srgbClr val="C49B2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_to_dr_3">
            <a:extLst>
              <a:ext uri="{FF2B5EF4-FFF2-40B4-BE49-F238E27FC236}">
                <a16:creationId xmlns:a16="http://schemas.microsoft.com/office/drawing/2014/main" id="{DD0A2C78-DA4A-3FAB-04BB-7B092D373387}"/>
              </a:ext>
            </a:extLst>
          </p:cNvPr>
          <p:cNvCxnSpPr/>
          <p:nvPr/>
        </p:nvCxnSpPr>
        <p:spPr>
          <a:xfrm>
            <a:off x="8810625" y="3781425"/>
            <a:ext cx="790575" cy="0"/>
          </a:xfrm>
          <a:prstGeom prst="line">
            <a:avLst/>
          </a:prstGeom>
          <a:ln w="19050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_to_dkd_1">
            <a:extLst>
              <a:ext uri="{FF2B5EF4-FFF2-40B4-BE49-F238E27FC236}">
                <a16:creationId xmlns:a16="http://schemas.microsoft.com/office/drawing/2014/main" id="{D695AB34-3D96-2433-3F16-4F8BA355DCB2}"/>
              </a:ext>
            </a:extLst>
          </p:cNvPr>
          <p:cNvCxnSpPr/>
          <p:nvPr/>
        </p:nvCxnSpPr>
        <p:spPr>
          <a:xfrm>
            <a:off x="8810625" y="6572250"/>
            <a:ext cx="0" cy="47625"/>
          </a:xfrm>
          <a:prstGeom prst="line">
            <a:avLst/>
          </a:prstGeom>
          <a:ln w="19050">
            <a:solidFill>
              <a:srgbClr val="C49B2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_to_dkd_2">
            <a:extLst>
              <a:ext uri="{FF2B5EF4-FFF2-40B4-BE49-F238E27FC236}">
                <a16:creationId xmlns:a16="http://schemas.microsoft.com/office/drawing/2014/main" id="{C4695433-A519-7BCD-0526-6ADB3FCD0718}"/>
              </a:ext>
            </a:extLst>
          </p:cNvPr>
          <p:cNvCxnSpPr/>
          <p:nvPr/>
        </p:nvCxnSpPr>
        <p:spPr>
          <a:xfrm>
            <a:off x="8810625" y="6619875"/>
            <a:ext cx="790575" cy="0"/>
          </a:xfrm>
          <a:prstGeom prst="line">
            <a:avLst/>
          </a:prstGeom>
          <a:ln w="19050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_0">
            <a:extLst>
              <a:ext uri="{FF2B5EF4-FFF2-40B4-BE49-F238E27FC236}">
                <a16:creationId xmlns:a16="http://schemas.microsoft.com/office/drawing/2014/main" id="{25375522-0E6C-1C32-090D-10A2BC1004BF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24250" y="3067050"/>
            <a:ext cx="514350" cy="176213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_1">
            <a:extLst>
              <a:ext uri="{FF2B5EF4-FFF2-40B4-BE49-F238E27FC236}">
                <a16:creationId xmlns:a16="http://schemas.microsoft.com/office/drawing/2014/main" id="{C84566A6-A1B6-B4BC-3A7A-A1E21AEC4218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3524250" y="3243263"/>
            <a:ext cx="514350" cy="576262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_2">
            <a:extLst>
              <a:ext uri="{FF2B5EF4-FFF2-40B4-BE49-F238E27FC236}">
                <a16:creationId xmlns:a16="http://schemas.microsoft.com/office/drawing/2014/main" id="{3CEAC7CB-4E22-E8AD-740E-949D124CEDF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153025" y="5086350"/>
            <a:ext cx="552450" cy="0"/>
          </a:xfrm>
          <a:prstGeom prst="straightConnector1">
            <a:avLst/>
          </a:prstGeom>
          <a:ln w="29210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_3">
            <a:extLst>
              <a:ext uri="{FF2B5EF4-FFF2-40B4-BE49-F238E27FC236}">
                <a16:creationId xmlns:a16="http://schemas.microsoft.com/office/drawing/2014/main" id="{CF2FF832-ACA2-D842-4DE9-1C203F53DE68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5153025" y="6572250"/>
            <a:ext cx="552450" cy="0"/>
          </a:xfrm>
          <a:prstGeom prst="straightConnector1">
            <a:avLst/>
          </a:prstGeom>
          <a:ln w="29210">
            <a:solidFill>
              <a:srgbClr val="C49B25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_4">
            <a:extLst>
              <a:ext uri="{FF2B5EF4-FFF2-40B4-BE49-F238E27FC236}">
                <a16:creationId xmlns:a16="http://schemas.microsoft.com/office/drawing/2014/main" id="{FCFFE1A0-8740-B75D-E6A7-B0704B6902DF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6391275" y="3067050"/>
            <a:ext cx="3209925" cy="400050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_5">
            <a:extLst>
              <a:ext uri="{FF2B5EF4-FFF2-40B4-BE49-F238E27FC236}">
                <a16:creationId xmlns:a16="http://schemas.microsoft.com/office/drawing/2014/main" id="{65DB11A1-CE51-FD02-4413-E12BCD5BCD6E}"/>
              </a:ext>
            </a:extLst>
          </p:cNvPr>
          <p:cNvCxnSpPr>
            <a:cxnSpLocks/>
            <a:stCxn id="10" idx="3"/>
            <a:endCxn id="28" idx="1"/>
          </p:cNvCxnSpPr>
          <p:nvPr/>
        </p:nvCxnSpPr>
        <p:spPr>
          <a:xfrm>
            <a:off x="6391275" y="3819525"/>
            <a:ext cx="3209925" cy="2667000"/>
          </a:xfrm>
          <a:prstGeom prst="bentConnector3">
            <a:avLst>
              <a:gd name="adj1" fmla="val 50000"/>
            </a:avLst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_6">
            <a:extLst>
              <a:ext uri="{FF2B5EF4-FFF2-40B4-BE49-F238E27FC236}">
                <a16:creationId xmlns:a16="http://schemas.microsoft.com/office/drawing/2014/main" id="{48FD00C2-F6E9-E3B8-401B-FD9C9689743A}"/>
              </a:ext>
            </a:extLst>
          </p:cNvPr>
          <p:cNvCxnSpPr>
            <a:cxnSpLocks/>
            <a:stCxn id="26" idx="3"/>
            <a:endCxn id="32" idx="1"/>
          </p:cNvCxnSpPr>
          <p:nvPr/>
        </p:nvCxnSpPr>
        <p:spPr>
          <a:xfrm>
            <a:off x="11791950" y="3467100"/>
            <a:ext cx="144780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_7">
            <a:extLst>
              <a:ext uri="{FF2B5EF4-FFF2-40B4-BE49-F238E27FC236}">
                <a16:creationId xmlns:a16="http://schemas.microsoft.com/office/drawing/2014/main" id="{1382CED5-C307-33DC-ABF9-243BF2A7FC49}"/>
              </a:ext>
            </a:extLst>
          </p:cNvPr>
          <p:cNvCxnSpPr>
            <a:cxnSpLocks/>
            <a:stCxn id="28" idx="3"/>
            <a:endCxn id="34" idx="1"/>
          </p:cNvCxnSpPr>
          <p:nvPr/>
        </p:nvCxnSpPr>
        <p:spPr>
          <a:xfrm>
            <a:off x="11791950" y="6486525"/>
            <a:ext cx="1447800" cy="0"/>
          </a:xfrm>
          <a:prstGeom prst="straightConnector1">
            <a:avLst/>
          </a:prstGeom>
          <a:ln w="2921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_title">
            <a:extLst>
              <a:ext uri="{FF2B5EF4-FFF2-40B4-BE49-F238E27FC236}">
                <a16:creationId xmlns:a16="http://schemas.microsoft.com/office/drawing/2014/main" id="{1F31B5C6-2A0C-44C7-B209-A6674C6D6E0D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定量指标与临床资料的融合方式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82E238CC-7805-4D95-A9DE-7C56FE0E5722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5FFC1BD3-1B29-44E1-9008-D2E3AF2DE433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20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text_0">
            <a:extLst>
              <a:ext uri="{FF2B5EF4-FFF2-40B4-BE49-F238E27FC236}">
                <a16:creationId xmlns:a16="http://schemas.microsoft.com/office/drawing/2014/main" id="{C2E44424-41B7-4DCD-BF72-812BDD1478F8}"/>
              </a:ext>
            </a:extLst>
          </p:cNvPr>
          <p:cNvSpPr>
            <a:spLocks/>
          </p:cNvSpPr>
          <p:nvPr/>
        </p:nvSpPr>
        <p:spPr>
          <a:xfrm>
            <a:off x="723900" y="2171700"/>
            <a:ext cx="55626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77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任务图像特征</a:t>
            </a:r>
            <a:endParaRPr sz="277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66" name="module_shared_enc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E4EE999-90BD-5149-1683-29DDA6ED837B}"/>
              </a:ext>
            </a:extLst>
          </p:cNvPr>
          <p:cNvGrpSpPr/>
          <p:nvPr/>
        </p:nvGrpSpPr>
        <p:grpSpPr>
          <a:xfrm>
            <a:off x="723900" y="2943225"/>
            <a:ext cx="2800350" cy="600075"/>
            <a:chOff x="723900" y="2943225"/>
            <a:chExt cx="2800350" cy="600075"/>
          </a:xfrm>
        </p:grpSpPr>
        <p:sp>
          <p:nvSpPr>
            <p:cNvPr id="6" name="shared_enc_bg">
              <a:extLst>
                <a:ext uri="{FF2B5EF4-FFF2-40B4-BE49-F238E27FC236}">
                  <a16:creationId xmlns:a16="http://schemas.microsoft.com/office/drawing/2014/main" id="{7AD71CF5-C7E2-493F-9CF5-0C1A013AED66}"/>
                </a:ext>
              </a:extLst>
            </p:cNvPr>
            <p:cNvSpPr>
              <a:spLocks/>
            </p:cNvSpPr>
            <p:nvPr/>
          </p:nvSpPr>
          <p:spPr>
            <a:xfrm>
              <a:off x="723900" y="2943225"/>
              <a:ext cx="2800350" cy="600075"/>
            </a:xfrm>
            <a:prstGeom prst="roundRect">
              <a:avLst>
                <a:gd name="adj" fmla="val 19048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7" name="shared_enc_text">
              <a:extLst>
                <a:ext uri="{FF2B5EF4-FFF2-40B4-BE49-F238E27FC236}">
                  <a16:creationId xmlns:a16="http://schemas.microsoft.com/office/drawing/2014/main" id="{2DD726A0-1C69-4739-9549-2B97832BE74D}"/>
                </a:ext>
              </a:extLst>
            </p:cNvPr>
            <p:cNvSpPr>
              <a:spLocks/>
            </p:cNvSpPr>
            <p:nvPr/>
          </p:nvSpPr>
          <p:spPr>
            <a:xfrm>
              <a:off x="790575" y="2971800"/>
              <a:ext cx="2667000" cy="5429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共享编码与任务适配</a:t>
              </a:r>
              <a:endParaRPr sz="21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7" name="module_fusion_zdr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4052FD3-996B-CE63-AFD4-82BADE11ED3A}"/>
              </a:ext>
            </a:extLst>
          </p:cNvPr>
          <p:cNvGrpSpPr/>
          <p:nvPr/>
        </p:nvGrpSpPr>
        <p:grpSpPr>
          <a:xfrm>
            <a:off x="4038600" y="2724150"/>
            <a:ext cx="2352675" cy="685800"/>
            <a:chOff x="4038600" y="2724150"/>
            <a:chExt cx="2352675" cy="685800"/>
          </a:xfrm>
        </p:grpSpPr>
        <p:sp>
          <p:nvSpPr>
            <p:cNvPr id="8" name="fusion_zdr_bg">
              <a:extLst>
                <a:ext uri="{FF2B5EF4-FFF2-40B4-BE49-F238E27FC236}">
                  <a16:creationId xmlns:a16="http://schemas.microsoft.com/office/drawing/2014/main" id="{A4E8D9E8-E770-4E29-98B8-E7048B349655}"/>
                </a:ext>
              </a:extLst>
            </p:cNvPr>
            <p:cNvSpPr>
              <a:spLocks/>
            </p:cNvSpPr>
            <p:nvPr/>
          </p:nvSpPr>
          <p:spPr>
            <a:xfrm>
              <a:off x="4038600" y="2724150"/>
              <a:ext cx="2352675" cy="6858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9" name="fusion_zdr_text">
              <a:extLst>
                <a:ext uri="{FF2B5EF4-FFF2-40B4-BE49-F238E27FC236}">
                  <a16:creationId xmlns:a16="http://schemas.microsoft.com/office/drawing/2014/main" id="{287F2E37-5E70-4745-A454-1A9084D13205}"/>
                </a:ext>
              </a:extLst>
            </p:cNvPr>
            <p:cNvSpPr>
              <a:spLocks/>
            </p:cNvSpPr>
            <p:nvPr/>
          </p:nvSpPr>
          <p:spPr>
            <a:xfrm>
              <a:off x="4105275" y="2752725"/>
              <a:ext cx="2219325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4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zDR</a:t>
              </a:r>
              <a:endParaRPr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68" name="module_fusion_zdk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20B2E95-E35B-CDF1-C89F-D83E83942835}"/>
              </a:ext>
            </a:extLst>
          </p:cNvPr>
          <p:cNvGrpSpPr/>
          <p:nvPr/>
        </p:nvGrpSpPr>
        <p:grpSpPr>
          <a:xfrm>
            <a:off x="4038600" y="3476625"/>
            <a:ext cx="2352675" cy="685800"/>
            <a:chOff x="4038600" y="3476625"/>
            <a:chExt cx="2352675" cy="685800"/>
          </a:xfrm>
        </p:grpSpPr>
        <p:sp>
          <p:nvSpPr>
            <p:cNvPr id="10" name="fusion_zdkd_bg">
              <a:extLst>
                <a:ext uri="{FF2B5EF4-FFF2-40B4-BE49-F238E27FC236}">
                  <a16:creationId xmlns:a16="http://schemas.microsoft.com/office/drawing/2014/main" id="{42D4A695-5890-4465-8F07-67C8CEC18350}"/>
                </a:ext>
              </a:extLst>
            </p:cNvPr>
            <p:cNvSpPr>
              <a:spLocks/>
            </p:cNvSpPr>
            <p:nvPr/>
          </p:nvSpPr>
          <p:spPr>
            <a:xfrm>
              <a:off x="4038600" y="3476625"/>
              <a:ext cx="2352675" cy="6858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11" name="fusion_zdkd_text">
              <a:extLst>
                <a:ext uri="{FF2B5EF4-FFF2-40B4-BE49-F238E27FC236}">
                  <a16:creationId xmlns:a16="http://schemas.microsoft.com/office/drawing/2014/main" id="{27368646-E21E-468A-A3AE-F39B70BB02E3}"/>
                </a:ext>
              </a:extLst>
            </p:cNvPr>
            <p:cNvSpPr>
              <a:spLocks/>
            </p:cNvSpPr>
            <p:nvPr/>
          </p:nvSpPr>
          <p:spPr>
            <a:xfrm>
              <a:off x="4105275" y="3505200"/>
              <a:ext cx="2219325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4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zDKD</a:t>
              </a:r>
              <a:endParaRPr sz="24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14" name="text_1">
            <a:extLst>
              <a:ext uri="{FF2B5EF4-FFF2-40B4-BE49-F238E27FC236}">
                <a16:creationId xmlns:a16="http://schemas.microsoft.com/office/drawing/2014/main" id="{957A64B0-13BD-44FB-8DF1-DA4F137187D8}"/>
              </a:ext>
            </a:extLst>
          </p:cNvPr>
          <p:cNvSpPr>
            <a:spLocks/>
          </p:cNvSpPr>
          <p:nvPr/>
        </p:nvSpPr>
        <p:spPr>
          <a:xfrm>
            <a:off x="676275" y="4667250"/>
            <a:ext cx="22669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定量指标</a:t>
            </a:r>
            <a:r>
              <a:rPr 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Q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5" name="text_2">
            <a:extLst>
              <a:ext uri="{FF2B5EF4-FFF2-40B4-BE49-F238E27FC236}">
                <a16:creationId xmlns:a16="http://schemas.microsoft.com/office/drawing/2014/main" id="{60277B44-95F3-4074-88C2-E2D5B422697D}"/>
              </a:ext>
            </a:extLst>
          </p:cNvPr>
          <p:cNvSpPr>
            <a:spLocks/>
          </p:cNvSpPr>
          <p:nvPr/>
        </p:nvSpPr>
        <p:spPr>
          <a:xfrm>
            <a:off x="676275" y="6162675"/>
            <a:ext cx="24098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常规临床资料</a:t>
            </a:r>
            <a:r>
              <a:rPr lang="en-US" altLang="zh-CN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69" name="module_fusion_q_st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12660D5-1BE2-7042-E308-3F942EE8A40F}"/>
              </a:ext>
            </a:extLst>
          </p:cNvPr>
          <p:cNvGrpSpPr/>
          <p:nvPr/>
        </p:nvGrpSpPr>
        <p:grpSpPr>
          <a:xfrm>
            <a:off x="3333750" y="4743450"/>
            <a:ext cx="1819275" cy="685800"/>
            <a:chOff x="3333750" y="4743450"/>
            <a:chExt cx="1819275" cy="685800"/>
          </a:xfrm>
        </p:grpSpPr>
        <p:sp>
          <p:nvSpPr>
            <p:cNvPr id="16" name="fusion_q_std_bg">
              <a:extLst>
                <a:ext uri="{FF2B5EF4-FFF2-40B4-BE49-F238E27FC236}">
                  <a16:creationId xmlns:a16="http://schemas.microsoft.com/office/drawing/2014/main" id="{45FAB444-E97A-4A47-873C-8497B0E0AC72}"/>
                </a:ext>
              </a:extLst>
            </p:cNvPr>
            <p:cNvSpPr>
              <a:spLocks/>
            </p:cNvSpPr>
            <p:nvPr/>
          </p:nvSpPr>
          <p:spPr>
            <a:xfrm>
              <a:off x="3333750" y="4743450"/>
              <a:ext cx="1819275" cy="6858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FFF9E4"/>
                </a:gs>
                <a:gs pos="100000">
                  <a:srgbClr val="FFEAB4"/>
                </a:gs>
              </a:gsLst>
              <a:lin ang="5400000" scaled="1"/>
              <a:tileRect/>
            </a:gradFill>
            <a:ln w="12383">
              <a:solidFill>
                <a:srgbClr val="C49B25"/>
              </a:solidFill>
            </a:ln>
          </p:spPr>
        </p:sp>
        <p:sp>
          <p:nvSpPr>
            <p:cNvPr id="17" name="fusion_q_std_text">
              <a:extLst>
                <a:ext uri="{FF2B5EF4-FFF2-40B4-BE49-F238E27FC236}">
                  <a16:creationId xmlns:a16="http://schemas.microsoft.com/office/drawing/2014/main" id="{D88C2878-DF47-4EB0-86EC-129303B16798}"/>
                </a:ext>
              </a:extLst>
            </p:cNvPr>
            <p:cNvSpPr>
              <a:spLocks/>
            </p:cNvSpPr>
            <p:nvPr/>
          </p:nvSpPr>
          <p:spPr>
            <a:xfrm>
              <a:off x="3400425" y="4772025"/>
              <a:ext cx="1685925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标准化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0" name="module_fusion_q_mlp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FC48E56-279E-E64A-77B3-08987A5E37D5}"/>
              </a:ext>
            </a:extLst>
          </p:cNvPr>
          <p:cNvGrpSpPr/>
          <p:nvPr/>
        </p:nvGrpSpPr>
        <p:grpSpPr>
          <a:xfrm>
            <a:off x="5705475" y="4743450"/>
            <a:ext cx="1819275" cy="685800"/>
            <a:chOff x="5705475" y="4743450"/>
            <a:chExt cx="1819275" cy="685800"/>
          </a:xfrm>
        </p:grpSpPr>
        <p:sp>
          <p:nvSpPr>
            <p:cNvPr id="18" name="fusion_q_mlp_bg">
              <a:extLst>
                <a:ext uri="{FF2B5EF4-FFF2-40B4-BE49-F238E27FC236}">
                  <a16:creationId xmlns:a16="http://schemas.microsoft.com/office/drawing/2014/main" id="{54BBC144-1558-451C-B528-6502E93CA43C}"/>
                </a:ext>
              </a:extLst>
            </p:cNvPr>
            <p:cNvSpPr>
              <a:spLocks/>
            </p:cNvSpPr>
            <p:nvPr/>
          </p:nvSpPr>
          <p:spPr>
            <a:xfrm>
              <a:off x="5705475" y="4743450"/>
              <a:ext cx="1819275" cy="6858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FFF9E4"/>
                </a:gs>
                <a:gs pos="100000">
                  <a:srgbClr val="FFEAB4"/>
                </a:gs>
              </a:gsLst>
              <a:lin ang="5400000" scaled="1"/>
              <a:tileRect/>
            </a:gradFill>
            <a:ln w="12383">
              <a:solidFill>
                <a:srgbClr val="C49B25"/>
              </a:solidFill>
            </a:ln>
          </p:spPr>
        </p:sp>
        <p:sp>
          <p:nvSpPr>
            <p:cNvPr id="19" name="fusion_q_mlp_text">
              <a:extLst>
                <a:ext uri="{FF2B5EF4-FFF2-40B4-BE49-F238E27FC236}">
                  <a16:creationId xmlns:a16="http://schemas.microsoft.com/office/drawing/2014/main" id="{ED898ED9-7491-4610-8BE6-1B11657D97B6}"/>
                </a:ext>
              </a:extLst>
            </p:cNvPr>
            <p:cNvSpPr>
              <a:spLocks/>
            </p:cNvSpPr>
            <p:nvPr/>
          </p:nvSpPr>
          <p:spPr>
            <a:xfrm>
              <a:off x="5772150" y="4772025"/>
              <a:ext cx="1685925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MLP-Q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1" name="module_fusion_c_st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761776C-040B-07AD-1EF8-E05389583887}"/>
              </a:ext>
            </a:extLst>
          </p:cNvPr>
          <p:cNvGrpSpPr/>
          <p:nvPr/>
        </p:nvGrpSpPr>
        <p:grpSpPr>
          <a:xfrm>
            <a:off x="3333750" y="6229350"/>
            <a:ext cx="1819275" cy="685800"/>
            <a:chOff x="3333750" y="6229350"/>
            <a:chExt cx="1819275" cy="685800"/>
          </a:xfrm>
        </p:grpSpPr>
        <p:sp>
          <p:nvSpPr>
            <p:cNvPr id="20" name="fusion_c_std_bg">
              <a:extLst>
                <a:ext uri="{FF2B5EF4-FFF2-40B4-BE49-F238E27FC236}">
                  <a16:creationId xmlns:a16="http://schemas.microsoft.com/office/drawing/2014/main" id="{3C530E23-21E2-4B7E-867C-1643F6659890}"/>
                </a:ext>
              </a:extLst>
            </p:cNvPr>
            <p:cNvSpPr>
              <a:spLocks/>
            </p:cNvSpPr>
            <p:nvPr/>
          </p:nvSpPr>
          <p:spPr>
            <a:xfrm>
              <a:off x="3333750" y="6229350"/>
              <a:ext cx="1819275" cy="6858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FFF9E4"/>
                </a:gs>
                <a:gs pos="100000">
                  <a:srgbClr val="FFEAB4"/>
                </a:gs>
              </a:gsLst>
              <a:lin ang="5400000" scaled="1"/>
              <a:tileRect/>
            </a:gradFill>
            <a:ln w="12383">
              <a:solidFill>
                <a:srgbClr val="C49B25"/>
              </a:solidFill>
            </a:ln>
          </p:spPr>
        </p:sp>
        <p:sp>
          <p:nvSpPr>
            <p:cNvPr id="21" name="fusion_c_std_text">
              <a:extLst>
                <a:ext uri="{FF2B5EF4-FFF2-40B4-BE49-F238E27FC236}">
                  <a16:creationId xmlns:a16="http://schemas.microsoft.com/office/drawing/2014/main" id="{C7D5D855-BC83-436F-B6E2-741CAEA90011}"/>
                </a:ext>
              </a:extLst>
            </p:cNvPr>
            <p:cNvSpPr>
              <a:spLocks/>
            </p:cNvSpPr>
            <p:nvPr/>
          </p:nvSpPr>
          <p:spPr>
            <a:xfrm>
              <a:off x="3400425" y="6257925"/>
              <a:ext cx="1685925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标准化</a:t>
              </a:r>
              <a:endParaRPr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2" name="module_fusion_c_mlp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E488F30-9E9F-9D6E-3B64-E230DA584E7B}"/>
              </a:ext>
            </a:extLst>
          </p:cNvPr>
          <p:cNvGrpSpPr/>
          <p:nvPr/>
        </p:nvGrpSpPr>
        <p:grpSpPr>
          <a:xfrm>
            <a:off x="5705475" y="6229350"/>
            <a:ext cx="1819275" cy="685800"/>
            <a:chOff x="5705475" y="6229350"/>
            <a:chExt cx="1819275" cy="685800"/>
          </a:xfrm>
        </p:grpSpPr>
        <p:sp>
          <p:nvSpPr>
            <p:cNvPr id="22" name="fusion_c_mlp_bg">
              <a:extLst>
                <a:ext uri="{FF2B5EF4-FFF2-40B4-BE49-F238E27FC236}">
                  <a16:creationId xmlns:a16="http://schemas.microsoft.com/office/drawing/2014/main" id="{80B29A9C-E9E5-4C48-8796-4C7D984092A5}"/>
                </a:ext>
              </a:extLst>
            </p:cNvPr>
            <p:cNvSpPr>
              <a:spLocks/>
            </p:cNvSpPr>
            <p:nvPr/>
          </p:nvSpPr>
          <p:spPr>
            <a:xfrm>
              <a:off x="5705475" y="6229350"/>
              <a:ext cx="1819275" cy="6858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FFF9E4"/>
                </a:gs>
                <a:gs pos="100000">
                  <a:srgbClr val="FFEAB4"/>
                </a:gs>
              </a:gsLst>
              <a:lin ang="5400000" scaled="1"/>
              <a:tileRect/>
            </a:gradFill>
            <a:ln w="12383">
              <a:solidFill>
                <a:srgbClr val="C49B25"/>
              </a:solidFill>
            </a:ln>
          </p:spPr>
        </p:sp>
        <p:sp>
          <p:nvSpPr>
            <p:cNvPr id="23" name="fusion_c_mlp_text">
              <a:extLst>
                <a:ext uri="{FF2B5EF4-FFF2-40B4-BE49-F238E27FC236}">
                  <a16:creationId xmlns:a16="http://schemas.microsoft.com/office/drawing/2014/main" id="{BA9C9C4E-A0D2-4504-9F00-17ECBF9B92AC}"/>
                </a:ext>
              </a:extLst>
            </p:cNvPr>
            <p:cNvSpPr>
              <a:spLocks/>
            </p:cNvSpPr>
            <p:nvPr/>
          </p:nvSpPr>
          <p:spPr>
            <a:xfrm>
              <a:off x="5772150" y="6257925"/>
              <a:ext cx="1685925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MLP-C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3" name="module_fusion_dr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241E1EB-E65F-80EF-7454-EE5BC53C84F1}"/>
              </a:ext>
            </a:extLst>
          </p:cNvPr>
          <p:cNvGrpSpPr/>
          <p:nvPr/>
        </p:nvGrpSpPr>
        <p:grpSpPr>
          <a:xfrm>
            <a:off x="9601200" y="3009900"/>
            <a:ext cx="2190750" cy="914400"/>
            <a:chOff x="9601200" y="3009900"/>
            <a:chExt cx="2190750" cy="914400"/>
          </a:xfrm>
        </p:grpSpPr>
        <p:sp>
          <p:nvSpPr>
            <p:cNvPr id="26" name="fusion_dr_bg">
              <a:extLst>
                <a:ext uri="{FF2B5EF4-FFF2-40B4-BE49-F238E27FC236}">
                  <a16:creationId xmlns:a16="http://schemas.microsoft.com/office/drawing/2014/main" id="{519CEF08-1B04-4146-AD34-AE6BDDFE3288}"/>
                </a:ext>
              </a:extLst>
            </p:cNvPr>
            <p:cNvSpPr>
              <a:spLocks/>
            </p:cNvSpPr>
            <p:nvPr/>
          </p:nvSpPr>
          <p:spPr>
            <a:xfrm>
              <a:off x="9601200" y="3009900"/>
              <a:ext cx="2190750" cy="914400"/>
            </a:xfrm>
            <a:prstGeom prst="roundRect">
              <a:avLst>
                <a:gd name="adj" fmla="val 12500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7" name="fusion_dr_text">
              <a:extLst>
                <a:ext uri="{FF2B5EF4-FFF2-40B4-BE49-F238E27FC236}">
                  <a16:creationId xmlns:a16="http://schemas.microsoft.com/office/drawing/2014/main" id="{B4104267-1706-4690-9FFD-7EC3D5AB7F28}"/>
                </a:ext>
              </a:extLst>
            </p:cNvPr>
            <p:cNvSpPr>
              <a:spLocks/>
            </p:cNvSpPr>
            <p:nvPr/>
          </p:nvSpPr>
          <p:spPr>
            <a:xfrm>
              <a:off x="9667875" y="3038475"/>
              <a:ext cx="2057400" cy="8572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9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19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r>
                <a:rPr lang="zh-CN" altLang="en-US" sz="19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拼接与融合层</a:t>
              </a:r>
              <a:endParaRPr sz="19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4" name="module_fusion_dkd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29F785A-A8D3-63DA-5445-3A7E1F3FCB6F}"/>
              </a:ext>
            </a:extLst>
          </p:cNvPr>
          <p:cNvGrpSpPr/>
          <p:nvPr/>
        </p:nvGrpSpPr>
        <p:grpSpPr>
          <a:xfrm>
            <a:off x="9601200" y="6029325"/>
            <a:ext cx="2190750" cy="914400"/>
            <a:chOff x="9601200" y="6029325"/>
            <a:chExt cx="2190750" cy="914400"/>
          </a:xfrm>
        </p:grpSpPr>
        <p:sp>
          <p:nvSpPr>
            <p:cNvPr id="28" name="fusion_dkd_bg">
              <a:extLst>
                <a:ext uri="{FF2B5EF4-FFF2-40B4-BE49-F238E27FC236}">
                  <a16:creationId xmlns:a16="http://schemas.microsoft.com/office/drawing/2014/main" id="{D782B353-A7EB-4276-AB07-67656D8FAD29}"/>
                </a:ext>
              </a:extLst>
            </p:cNvPr>
            <p:cNvSpPr>
              <a:spLocks/>
            </p:cNvSpPr>
            <p:nvPr/>
          </p:nvSpPr>
          <p:spPr>
            <a:xfrm>
              <a:off x="9601200" y="6029325"/>
              <a:ext cx="2190750" cy="914400"/>
            </a:xfrm>
            <a:prstGeom prst="roundRect">
              <a:avLst>
                <a:gd name="adj" fmla="val 12500"/>
              </a:avLst>
            </a:prstGeom>
            <a:gradFill flip="none" rotWithShape="1">
              <a:gsLst>
                <a:gs pos="0">
                  <a:srgbClr val="E9F6FE"/>
                </a:gs>
                <a:gs pos="100000">
                  <a:srgbClr val="D7EEFA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29" name="fusion_dkd_text">
              <a:extLst>
                <a:ext uri="{FF2B5EF4-FFF2-40B4-BE49-F238E27FC236}">
                  <a16:creationId xmlns:a16="http://schemas.microsoft.com/office/drawing/2014/main" id="{6B44C0E7-DCA8-40AA-84C9-8D13B475799C}"/>
                </a:ext>
              </a:extLst>
            </p:cNvPr>
            <p:cNvSpPr>
              <a:spLocks/>
            </p:cNvSpPr>
            <p:nvPr/>
          </p:nvSpPr>
          <p:spPr>
            <a:xfrm>
              <a:off x="9667875" y="6057900"/>
              <a:ext cx="2057400" cy="8572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18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r>
                <a:rPr lang="zh-CN" altLang="en-US" sz="1875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拼接与融合层</a:t>
              </a:r>
              <a:endParaRPr sz="187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5" name="module_fusion_dr_resul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7D8E8DE-606C-E008-7A82-5652456A7E44}"/>
              </a:ext>
            </a:extLst>
          </p:cNvPr>
          <p:cNvGrpSpPr/>
          <p:nvPr/>
        </p:nvGrpSpPr>
        <p:grpSpPr>
          <a:xfrm>
            <a:off x="13239750" y="3009900"/>
            <a:ext cx="2009775" cy="914400"/>
            <a:chOff x="13239750" y="3009900"/>
            <a:chExt cx="2009775" cy="914400"/>
          </a:xfrm>
        </p:grpSpPr>
        <p:sp>
          <p:nvSpPr>
            <p:cNvPr id="32" name="fusion_dr_result_bg">
              <a:extLst>
                <a:ext uri="{FF2B5EF4-FFF2-40B4-BE49-F238E27FC236}">
                  <a16:creationId xmlns:a16="http://schemas.microsoft.com/office/drawing/2014/main" id="{4758698C-022F-4A5D-8DE3-61EE704019D7}"/>
                </a:ext>
              </a:extLst>
            </p:cNvPr>
            <p:cNvSpPr>
              <a:spLocks/>
            </p:cNvSpPr>
            <p:nvPr/>
          </p:nvSpPr>
          <p:spPr>
            <a:xfrm>
              <a:off x="13239750" y="3009900"/>
              <a:ext cx="2009775" cy="914400"/>
            </a:xfrm>
            <a:prstGeom prst="roundRect">
              <a:avLst>
                <a:gd name="adj" fmla="val 12500"/>
              </a:avLst>
            </a:prstGeom>
            <a:gradFill flip="none" rotWithShape="1">
              <a:gsLst>
                <a:gs pos="0">
                  <a:srgbClr val="087DE3"/>
                </a:gs>
                <a:gs pos="100000">
                  <a:srgbClr val="064A9D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3" name="fusion_dr_result_text">
              <a:extLst>
                <a:ext uri="{FF2B5EF4-FFF2-40B4-BE49-F238E27FC236}">
                  <a16:creationId xmlns:a16="http://schemas.microsoft.com/office/drawing/2014/main" id="{B9F3E69A-947B-4789-9CD6-631EA63F76DE}"/>
                </a:ext>
              </a:extLst>
            </p:cNvPr>
            <p:cNvSpPr>
              <a:spLocks/>
            </p:cNvSpPr>
            <p:nvPr/>
          </p:nvSpPr>
          <p:spPr>
            <a:xfrm>
              <a:off x="13306425" y="3038475"/>
              <a:ext cx="1876425" cy="8572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4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r>
                <a:rPr lang="zh-CN" altLang="en-US" sz="240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预测头</a:t>
              </a:r>
              <a:endParaRPr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6" name="module_fusion_dkd_result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F8E92BA-5C20-ADC6-E1E4-8C6447BEBA08}"/>
              </a:ext>
            </a:extLst>
          </p:cNvPr>
          <p:cNvGrpSpPr/>
          <p:nvPr/>
        </p:nvGrpSpPr>
        <p:grpSpPr>
          <a:xfrm>
            <a:off x="13239750" y="6029325"/>
            <a:ext cx="2009775" cy="914400"/>
            <a:chOff x="13239750" y="6029325"/>
            <a:chExt cx="2009775" cy="914400"/>
          </a:xfrm>
        </p:grpSpPr>
        <p:sp>
          <p:nvSpPr>
            <p:cNvPr id="34" name="fusion_dkd_result_bg">
              <a:extLst>
                <a:ext uri="{FF2B5EF4-FFF2-40B4-BE49-F238E27FC236}">
                  <a16:creationId xmlns:a16="http://schemas.microsoft.com/office/drawing/2014/main" id="{B8C61430-534B-40E5-AD09-CDFA53E94F1C}"/>
                </a:ext>
              </a:extLst>
            </p:cNvPr>
            <p:cNvSpPr>
              <a:spLocks/>
            </p:cNvSpPr>
            <p:nvPr/>
          </p:nvSpPr>
          <p:spPr>
            <a:xfrm>
              <a:off x="13239750" y="6029325"/>
              <a:ext cx="2009775" cy="914400"/>
            </a:xfrm>
            <a:prstGeom prst="roundRect">
              <a:avLst>
                <a:gd name="adj" fmla="val 12500"/>
              </a:avLst>
            </a:prstGeom>
            <a:gradFill flip="none" rotWithShape="1">
              <a:gsLst>
                <a:gs pos="0">
                  <a:srgbClr val="087DE3"/>
                </a:gs>
                <a:gs pos="100000">
                  <a:srgbClr val="064A9D"/>
                </a:gs>
              </a:gsLst>
              <a:lin ang="5400000" scaled="1"/>
              <a:tileRect/>
            </a:gradFill>
            <a:ln w="12383">
              <a:solidFill>
                <a:srgbClr val="81BEE7"/>
              </a:solidFill>
            </a:ln>
          </p:spPr>
        </p:sp>
        <p:sp>
          <p:nvSpPr>
            <p:cNvPr id="35" name="fusion_dkd_result_text">
              <a:extLst>
                <a:ext uri="{FF2B5EF4-FFF2-40B4-BE49-F238E27FC236}">
                  <a16:creationId xmlns:a16="http://schemas.microsoft.com/office/drawing/2014/main" id="{7F1AFE2C-598A-4FDD-9DCC-253FC28CE5B6}"/>
                </a:ext>
              </a:extLst>
            </p:cNvPr>
            <p:cNvSpPr>
              <a:spLocks/>
            </p:cNvSpPr>
            <p:nvPr/>
          </p:nvSpPr>
          <p:spPr>
            <a:xfrm>
              <a:off x="13306425" y="6057900"/>
              <a:ext cx="1876425" cy="8572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预测头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7" name="text_3">
            <a:extLst>
              <a:ext uri="{FF2B5EF4-FFF2-40B4-BE49-F238E27FC236}">
                <a16:creationId xmlns:a16="http://schemas.microsoft.com/office/drawing/2014/main" id="{C51BBE9F-5D83-45A4-853C-7B1FEA722B27}"/>
              </a:ext>
            </a:extLst>
          </p:cNvPr>
          <p:cNvSpPr>
            <a:spLocks/>
          </p:cNvSpPr>
          <p:nvPr/>
        </p:nvSpPr>
        <p:spPr>
          <a:xfrm>
            <a:off x="619125" y="7372350"/>
            <a:ext cx="54768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分割模型冻结，不随融合训练更新</a:t>
            </a:r>
            <a:endParaRPr sz="21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9" name="summary_label_text">
            <a:extLst>
              <a:ext uri="{FF2B5EF4-FFF2-40B4-BE49-F238E27FC236}">
                <a16:creationId xmlns:a16="http://schemas.microsoft.com/office/drawing/2014/main" id="{D582A190-E105-45BA-84DA-DAFE7350D326}"/>
              </a:ext>
            </a:extLst>
          </p:cNvPr>
          <p:cNvSpPr>
            <a:spLocks/>
          </p:cNvSpPr>
          <p:nvPr/>
        </p:nvSpPr>
        <p:spPr>
          <a:xfrm>
            <a:off x="581025" y="7886700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融合策略</a:t>
            </a:r>
            <a:endParaRPr sz="217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0" name="summary_text">
            <a:extLst>
              <a:ext uri="{FF2B5EF4-FFF2-40B4-BE49-F238E27FC236}">
                <a16:creationId xmlns:a16="http://schemas.microsoft.com/office/drawing/2014/main" id="{9B29068D-7623-467B-B35B-F9B2157450D4}"/>
              </a:ext>
            </a:extLst>
          </p:cNvPr>
          <p:cNvSpPr>
            <a:spLocks/>
          </p:cNvSpPr>
          <p:nvPr/>
        </p:nvSpPr>
        <p:spPr>
          <a:xfrm>
            <a:off x="3476625" y="7886700"/>
            <a:ext cx="11668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保持双筛架构一致，按组别选择附加输入</a:t>
            </a:r>
            <a:endParaRPr sz="22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56958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module_ablation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5626BDB-3F73-61BD-A93B-3E87FA05CC2B}"/>
              </a:ext>
            </a:extLst>
          </p:cNvPr>
          <p:cNvGrpSpPr/>
          <p:nvPr/>
        </p:nvGrpSpPr>
        <p:grpSpPr>
          <a:xfrm>
            <a:off x="1933575" y="3171825"/>
            <a:ext cx="1857375" cy="904875"/>
            <a:chOff x="1933575" y="3171825"/>
            <a:chExt cx="1857375" cy="904875"/>
          </a:xfrm>
        </p:grpSpPr>
        <p:sp>
          <p:nvSpPr>
            <p:cNvPr id="16" name="ablation_1_1_bg">
              <a:extLst>
                <a:ext uri="{FF2B5EF4-FFF2-40B4-BE49-F238E27FC236}">
                  <a16:creationId xmlns:a16="http://schemas.microsoft.com/office/drawing/2014/main" id="{C3734104-EE54-4DF9-B24E-70D32474FA24}"/>
                </a:ext>
              </a:extLst>
            </p:cNvPr>
            <p:cNvSpPr>
              <a:spLocks/>
            </p:cNvSpPr>
            <p:nvPr/>
          </p:nvSpPr>
          <p:spPr>
            <a:xfrm>
              <a:off x="1933575" y="3171825"/>
              <a:ext cx="1857375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7" name="ablation_1_1_text">
              <a:extLst>
                <a:ext uri="{FF2B5EF4-FFF2-40B4-BE49-F238E27FC236}">
                  <a16:creationId xmlns:a16="http://schemas.microsoft.com/office/drawing/2014/main" id="{B206B6C8-96D3-4418-ACAE-958526DEC6DE}"/>
                </a:ext>
              </a:extLst>
            </p:cNvPr>
            <p:cNvSpPr>
              <a:spLocks/>
            </p:cNvSpPr>
            <p:nvPr/>
          </p:nvSpPr>
          <p:spPr>
            <a:xfrm>
              <a:off x="2019300" y="3238500"/>
              <a:ext cx="168592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11" name="module_ablation_1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AB3DC22-2BBB-FB89-A64A-947C0AF546CF}"/>
              </a:ext>
            </a:extLst>
          </p:cNvPr>
          <p:cNvGrpSpPr/>
          <p:nvPr/>
        </p:nvGrpSpPr>
        <p:grpSpPr>
          <a:xfrm>
            <a:off x="3790950" y="3171825"/>
            <a:ext cx="1685925" cy="904875"/>
            <a:chOff x="3790950" y="3171825"/>
            <a:chExt cx="1685925" cy="904875"/>
          </a:xfrm>
        </p:grpSpPr>
        <p:sp>
          <p:nvSpPr>
            <p:cNvPr id="18" name="ablation_1_2_bg">
              <a:extLst>
                <a:ext uri="{FF2B5EF4-FFF2-40B4-BE49-F238E27FC236}">
                  <a16:creationId xmlns:a16="http://schemas.microsoft.com/office/drawing/2014/main" id="{798CF0C4-6F97-45FE-8E3F-2B0D9D0D7A68}"/>
                </a:ext>
              </a:extLst>
            </p:cNvPr>
            <p:cNvSpPr>
              <a:spLocks/>
            </p:cNvSpPr>
            <p:nvPr/>
          </p:nvSpPr>
          <p:spPr>
            <a:xfrm>
              <a:off x="3790950" y="3171825"/>
              <a:ext cx="1685925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9" name="ablation_1_2_text">
              <a:extLst>
                <a:ext uri="{FF2B5EF4-FFF2-40B4-BE49-F238E27FC236}">
                  <a16:creationId xmlns:a16="http://schemas.microsoft.com/office/drawing/2014/main" id="{89246DC8-CE21-4637-A393-83DF38931BF2}"/>
                </a:ext>
              </a:extLst>
            </p:cNvPr>
            <p:cNvSpPr>
              <a:spLocks/>
            </p:cNvSpPr>
            <p:nvPr/>
          </p:nvSpPr>
          <p:spPr>
            <a:xfrm>
              <a:off x="3876675" y="3238500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12" name="module_ablation_1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EB3AF96-AF17-B1F4-2CE1-33141765E156}"/>
              </a:ext>
            </a:extLst>
          </p:cNvPr>
          <p:cNvGrpSpPr/>
          <p:nvPr/>
        </p:nvGrpSpPr>
        <p:grpSpPr>
          <a:xfrm>
            <a:off x="5476875" y="3171825"/>
            <a:ext cx="1685925" cy="904875"/>
            <a:chOff x="5476875" y="3171825"/>
            <a:chExt cx="1685925" cy="904875"/>
          </a:xfrm>
        </p:grpSpPr>
        <p:sp>
          <p:nvSpPr>
            <p:cNvPr id="20" name="ablation_1_3_bg">
              <a:extLst>
                <a:ext uri="{FF2B5EF4-FFF2-40B4-BE49-F238E27FC236}">
                  <a16:creationId xmlns:a16="http://schemas.microsoft.com/office/drawing/2014/main" id="{8B7BCF39-F66B-4279-807D-1E71D64D8D16}"/>
                </a:ext>
              </a:extLst>
            </p:cNvPr>
            <p:cNvSpPr>
              <a:spLocks/>
            </p:cNvSpPr>
            <p:nvPr/>
          </p:nvSpPr>
          <p:spPr>
            <a:xfrm>
              <a:off x="5476875" y="3171825"/>
              <a:ext cx="1685925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1" name="ablation_1_3_text">
              <a:extLst>
                <a:ext uri="{FF2B5EF4-FFF2-40B4-BE49-F238E27FC236}">
                  <a16:creationId xmlns:a16="http://schemas.microsoft.com/office/drawing/2014/main" id="{FBE56C56-9719-4640-8EB7-EE02C2B2047F}"/>
                </a:ext>
              </a:extLst>
            </p:cNvPr>
            <p:cNvSpPr>
              <a:spLocks/>
            </p:cNvSpPr>
            <p:nvPr/>
          </p:nvSpPr>
          <p:spPr>
            <a:xfrm>
              <a:off x="5562600" y="3238500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15" name="module_ablation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84337AE-43CB-45A7-5F64-2A7A11A20EB1}"/>
              </a:ext>
            </a:extLst>
          </p:cNvPr>
          <p:cNvGrpSpPr/>
          <p:nvPr/>
        </p:nvGrpSpPr>
        <p:grpSpPr>
          <a:xfrm>
            <a:off x="1933575" y="4076700"/>
            <a:ext cx="1857375" cy="904875"/>
            <a:chOff x="1933575" y="4076700"/>
            <a:chExt cx="1857375" cy="904875"/>
          </a:xfrm>
        </p:grpSpPr>
        <p:sp>
          <p:nvSpPr>
            <p:cNvPr id="26" name="ablation_2_1_bg">
              <a:extLst>
                <a:ext uri="{FF2B5EF4-FFF2-40B4-BE49-F238E27FC236}">
                  <a16:creationId xmlns:a16="http://schemas.microsoft.com/office/drawing/2014/main" id="{CBB7FCE0-1DA4-4964-9AB3-5E85F12B9A93}"/>
                </a:ext>
              </a:extLst>
            </p:cNvPr>
            <p:cNvSpPr>
              <a:spLocks/>
            </p:cNvSpPr>
            <p:nvPr/>
          </p:nvSpPr>
          <p:spPr>
            <a:xfrm>
              <a:off x="1933575" y="4076700"/>
              <a:ext cx="1857375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7" name="ablation_2_1_text">
              <a:extLst>
                <a:ext uri="{FF2B5EF4-FFF2-40B4-BE49-F238E27FC236}">
                  <a16:creationId xmlns:a16="http://schemas.microsoft.com/office/drawing/2014/main" id="{AC37C3F4-6490-44FC-9290-5472C2C4A909}"/>
                </a:ext>
              </a:extLst>
            </p:cNvPr>
            <p:cNvSpPr>
              <a:spLocks/>
            </p:cNvSpPr>
            <p:nvPr/>
          </p:nvSpPr>
          <p:spPr>
            <a:xfrm>
              <a:off x="2019300" y="4143375"/>
              <a:ext cx="168592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16" name="module_ablation_2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40610EE-20E1-3292-D435-320CCBE8B46C}"/>
              </a:ext>
            </a:extLst>
          </p:cNvPr>
          <p:cNvGrpSpPr/>
          <p:nvPr/>
        </p:nvGrpSpPr>
        <p:grpSpPr>
          <a:xfrm>
            <a:off x="3790950" y="4076700"/>
            <a:ext cx="1685925" cy="904875"/>
            <a:chOff x="3790950" y="4076700"/>
            <a:chExt cx="1685925" cy="904875"/>
          </a:xfrm>
        </p:grpSpPr>
        <p:sp>
          <p:nvSpPr>
            <p:cNvPr id="28" name="ablation_2_2_bg">
              <a:extLst>
                <a:ext uri="{FF2B5EF4-FFF2-40B4-BE49-F238E27FC236}">
                  <a16:creationId xmlns:a16="http://schemas.microsoft.com/office/drawing/2014/main" id="{54D00D2C-B94F-49F3-8AFB-4833D41607CE}"/>
                </a:ext>
              </a:extLst>
            </p:cNvPr>
            <p:cNvSpPr>
              <a:spLocks/>
            </p:cNvSpPr>
            <p:nvPr/>
          </p:nvSpPr>
          <p:spPr>
            <a:xfrm>
              <a:off x="3790950" y="4076700"/>
              <a:ext cx="1685925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9" name="ablation_2_2_text">
              <a:extLst>
                <a:ext uri="{FF2B5EF4-FFF2-40B4-BE49-F238E27FC236}">
                  <a16:creationId xmlns:a16="http://schemas.microsoft.com/office/drawing/2014/main" id="{24DAD460-44C8-4F0B-A4F8-56949367295C}"/>
                </a:ext>
              </a:extLst>
            </p:cNvPr>
            <p:cNvSpPr>
              <a:spLocks/>
            </p:cNvSpPr>
            <p:nvPr/>
          </p:nvSpPr>
          <p:spPr>
            <a:xfrm>
              <a:off x="3876675" y="4143375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17" name="module_ablation_2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36C056C-A7FB-5990-6DD4-BB3803ED670D}"/>
              </a:ext>
            </a:extLst>
          </p:cNvPr>
          <p:cNvGrpSpPr/>
          <p:nvPr/>
        </p:nvGrpSpPr>
        <p:grpSpPr>
          <a:xfrm>
            <a:off x="5476875" y="4076700"/>
            <a:ext cx="1685925" cy="904875"/>
            <a:chOff x="5476875" y="4076700"/>
            <a:chExt cx="1685925" cy="904875"/>
          </a:xfrm>
        </p:grpSpPr>
        <p:sp>
          <p:nvSpPr>
            <p:cNvPr id="30" name="ablation_2_3_bg">
              <a:extLst>
                <a:ext uri="{FF2B5EF4-FFF2-40B4-BE49-F238E27FC236}">
                  <a16:creationId xmlns:a16="http://schemas.microsoft.com/office/drawing/2014/main" id="{8A4A044A-FC55-439A-BC1F-A0D173AA7047}"/>
                </a:ext>
              </a:extLst>
            </p:cNvPr>
            <p:cNvSpPr>
              <a:spLocks/>
            </p:cNvSpPr>
            <p:nvPr/>
          </p:nvSpPr>
          <p:spPr>
            <a:xfrm>
              <a:off x="5476875" y="4076700"/>
              <a:ext cx="1685925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1" name="ablation_2_3_text">
              <a:extLst>
                <a:ext uri="{FF2B5EF4-FFF2-40B4-BE49-F238E27FC236}">
                  <a16:creationId xmlns:a16="http://schemas.microsoft.com/office/drawing/2014/main" id="{F18AB09B-3BA1-4836-B638-94BB0E1566B8}"/>
                </a:ext>
              </a:extLst>
            </p:cNvPr>
            <p:cNvSpPr>
              <a:spLocks/>
            </p:cNvSpPr>
            <p:nvPr/>
          </p:nvSpPr>
          <p:spPr>
            <a:xfrm>
              <a:off x="5562600" y="4143375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20" name="module_ablation_3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7CAC797-FE3B-30A2-5AED-A36AF9BEB28B}"/>
              </a:ext>
            </a:extLst>
          </p:cNvPr>
          <p:cNvGrpSpPr/>
          <p:nvPr/>
        </p:nvGrpSpPr>
        <p:grpSpPr>
          <a:xfrm>
            <a:off x="1933575" y="4981575"/>
            <a:ext cx="1857375" cy="904875"/>
            <a:chOff x="1933575" y="4981575"/>
            <a:chExt cx="1857375" cy="904875"/>
          </a:xfrm>
        </p:grpSpPr>
        <p:sp>
          <p:nvSpPr>
            <p:cNvPr id="36" name="ablation_3_1_bg">
              <a:extLst>
                <a:ext uri="{FF2B5EF4-FFF2-40B4-BE49-F238E27FC236}">
                  <a16:creationId xmlns:a16="http://schemas.microsoft.com/office/drawing/2014/main" id="{D02C702A-4500-4481-88DE-9A88FEA41D04}"/>
                </a:ext>
              </a:extLst>
            </p:cNvPr>
            <p:cNvSpPr>
              <a:spLocks/>
            </p:cNvSpPr>
            <p:nvPr/>
          </p:nvSpPr>
          <p:spPr>
            <a:xfrm>
              <a:off x="1933575" y="4981575"/>
              <a:ext cx="1857375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7" name="ablation_3_1_text">
              <a:extLst>
                <a:ext uri="{FF2B5EF4-FFF2-40B4-BE49-F238E27FC236}">
                  <a16:creationId xmlns:a16="http://schemas.microsoft.com/office/drawing/2014/main" id="{A64B5100-5DEB-454B-B1E6-DB107B6FB210}"/>
                </a:ext>
              </a:extLst>
            </p:cNvPr>
            <p:cNvSpPr>
              <a:spLocks/>
            </p:cNvSpPr>
            <p:nvPr/>
          </p:nvSpPr>
          <p:spPr>
            <a:xfrm>
              <a:off x="2019300" y="5048250"/>
              <a:ext cx="168592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21" name="module_ablation_3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EFC0372-ACF1-7BA0-50E1-B49BAFFFB486}"/>
              </a:ext>
            </a:extLst>
          </p:cNvPr>
          <p:cNvGrpSpPr/>
          <p:nvPr/>
        </p:nvGrpSpPr>
        <p:grpSpPr>
          <a:xfrm>
            <a:off x="3790950" y="4981575"/>
            <a:ext cx="1685925" cy="904875"/>
            <a:chOff x="3790950" y="4981575"/>
            <a:chExt cx="1685925" cy="904875"/>
          </a:xfrm>
        </p:grpSpPr>
        <p:sp>
          <p:nvSpPr>
            <p:cNvPr id="38" name="ablation_3_2_bg">
              <a:extLst>
                <a:ext uri="{FF2B5EF4-FFF2-40B4-BE49-F238E27FC236}">
                  <a16:creationId xmlns:a16="http://schemas.microsoft.com/office/drawing/2014/main" id="{BAAF1D34-EF35-4FD8-B5AF-BD98B08B8189}"/>
                </a:ext>
              </a:extLst>
            </p:cNvPr>
            <p:cNvSpPr>
              <a:spLocks/>
            </p:cNvSpPr>
            <p:nvPr/>
          </p:nvSpPr>
          <p:spPr>
            <a:xfrm>
              <a:off x="3790950" y="4981575"/>
              <a:ext cx="1685925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9" name="ablation_3_2_text">
              <a:extLst>
                <a:ext uri="{FF2B5EF4-FFF2-40B4-BE49-F238E27FC236}">
                  <a16:creationId xmlns:a16="http://schemas.microsoft.com/office/drawing/2014/main" id="{BED06CA1-F181-4EED-A984-3365013CC3E1}"/>
                </a:ext>
              </a:extLst>
            </p:cNvPr>
            <p:cNvSpPr>
              <a:spLocks/>
            </p:cNvSpPr>
            <p:nvPr/>
          </p:nvSpPr>
          <p:spPr>
            <a:xfrm>
              <a:off x="3876675" y="5048250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22" name="module_ablation_3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D9D6912-E1D9-5E65-F5F3-690C33F13B4E}"/>
              </a:ext>
            </a:extLst>
          </p:cNvPr>
          <p:cNvGrpSpPr/>
          <p:nvPr/>
        </p:nvGrpSpPr>
        <p:grpSpPr>
          <a:xfrm>
            <a:off x="5476875" y="4981575"/>
            <a:ext cx="1685925" cy="904875"/>
            <a:chOff x="5476875" y="4981575"/>
            <a:chExt cx="1685925" cy="904875"/>
          </a:xfrm>
        </p:grpSpPr>
        <p:sp>
          <p:nvSpPr>
            <p:cNvPr id="40" name="ablation_3_3_bg">
              <a:extLst>
                <a:ext uri="{FF2B5EF4-FFF2-40B4-BE49-F238E27FC236}">
                  <a16:creationId xmlns:a16="http://schemas.microsoft.com/office/drawing/2014/main" id="{8533B03B-3112-4EB9-A985-8A50D0A7F773}"/>
                </a:ext>
              </a:extLst>
            </p:cNvPr>
            <p:cNvSpPr>
              <a:spLocks/>
            </p:cNvSpPr>
            <p:nvPr/>
          </p:nvSpPr>
          <p:spPr>
            <a:xfrm>
              <a:off x="5476875" y="4981575"/>
              <a:ext cx="1685925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1" name="ablation_3_3_text">
              <a:extLst>
                <a:ext uri="{FF2B5EF4-FFF2-40B4-BE49-F238E27FC236}">
                  <a16:creationId xmlns:a16="http://schemas.microsoft.com/office/drawing/2014/main" id="{EF7BAEE7-F169-45B1-BDE4-278CD4708435}"/>
                </a:ext>
              </a:extLst>
            </p:cNvPr>
            <p:cNvSpPr>
              <a:spLocks/>
            </p:cNvSpPr>
            <p:nvPr/>
          </p:nvSpPr>
          <p:spPr>
            <a:xfrm>
              <a:off x="5562600" y="5048250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25" name="module_ablation_4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1161416-3591-D261-C559-229232C93EB1}"/>
              </a:ext>
            </a:extLst>
          </p:cNvPr>
          <p:cNvGrpSpPr/>
          <p:nvPr/>
        </p:nvGrpSpPr>
        <p:grpSpPr>
          <a:xfrm>
            <a:off x="1933575" y="5886450"/>
            <a:ext cx="1857375" cy="904875"/>
            <a:chOff x="1933575" y="5886450"/>
            <a:chExt cx="1857375" cy="904875"/>
          </a:xfrm>
        </p:grpSpPr>
        <p:sp>
          <p:nvSpPr>
            <p:cNvPr id="46" name="ablation_4_1_bg">
              <a:extLst>
                <a:ext uri="{FF2B5EF4-FFF2-40B4-BE49-F238E27FC236}">
                  <a16:creationId xmlns:a16="http://schemas.microsoft.com/office/drawing/2014/main" id="{390A0483-D10C-48B7-B9B6-5CE16250FB4D}"/>
                </a:ext>
              </a:extLst>
            </p:cNvPr>
            <p:cNvSpPr>
              <a:spLocks/>
            </p:cNvSpPr>
            <p:nvPr/>
          </p:nvSpPr>
          <p:spPr>
            <a:xfrm>
              <a:off x="1933575" y="5886450"/>
              <a:ext cx="1857375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47" name="ablation_4_1_text">
              <a:extLst>
                <a:ext uri="{FF2B5EF4-FFF2-40B4-BE49-F238E27FC236}">
                  <a16:creationId xmlns:a16="http://schemas.microsoft.com/office/drawing/2014/main" id="{C1FAC950-7736-452E-ABA0-B31D06BBC81A}"/>
                </a:ext>
              </a:extLst>
            </p:cNvPr>
            <p:cNvSpPr>
              <a:spLocks/>
            </p:cNvSpPr>
            <p:nvPr/>
          </p:nvSpPr>
          <p:spPr>
            <a:xfrm>
              <a:off x="2019300" y="5953125"/>
              <a:ext cx="168592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26" name="module_ablation_4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94FE800-B8F7-5D35-D712-7D79EDAAB591}"/>
              </a:ext>
            </a:extLst>
          </p:cNvPr>
          <p:cNvGrpSpPr/>
          <p:nvPr/>
        </p:nvGrpSpPr>
        <p:grpSpPr>
          <a:xfrm>
            <a:off x="3790950" y="5886450"/>
            <a:ext cx="1685925" cy="904875"/>
            <a:chOff x="3790950" y="5886450"/>
            <a:chExt cx="1685925" cy="904875"/>
          </a:xfrm>
        </p:grpSpPr>
        <p:sp>
          <p:nvSpPr>
            <p:cNvPr id="48" name="ablation_4_2_bg">
              <a:extLst>
                <a:ext uri="{FF2B5EF4-FFF2-40B4-BE49-F238E27FC236}">
                  <a16:creationId xmlns:a16="http://schemas.microsoft.com/office/drawing/2014/main" id="{D036F835-C6B1-4FEC-B9A7-54326398FAC5}"/>
                </a:ext>
              </a:extLst>
            </p:cNvPr>
            <p:cNvSpPr>
              <a:spLocks/>
            </p:cNvSpPr>
            <p:nvPr/>
          </p:nvSpPr>
          <p:spPr>
            <a:xfrm>
              <a:off x="3790950" y="5886450"/>
              <a:ext cx="1685925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49" name="ablation_4_2_text">
              <a:extLst>
                <a:ext uri="{FF2B5EF4-FFF2-40B4-BE49-F238E27FC236}">
                  <a16:creationId xmlns:a16="http://schemas.microsoft.com/office/drawing/2014/main" id="{59A709A6-A691-40BD-88F4-4EDB56482E6A}"/>
                </a:ext>
              </a:extLst>
            </p:cNvPr>
            <p:cNvSpPr>
              <a:spLocks/>
            </p:cNvSpPr>
            <p:nvPr/>
          </p:nvSpPr>
          <p:spPr>
            <a:xfrm>
              <a:off x="3876675" y="5953125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127" name="module_ablation_4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800A9E6-4851-A429-F8CF-FC254CA680A8}"/>
              </a:ext>
            </a:extLst>
          </p:cNvPr>
          <p:cNvGrpSpPr/>
          <p:nvPr/>
        </p:nvGrpSpPr>
        <p:grpSpPr>
          <a:xfrm>
            <a:off x="5476875" y="5886450"/>
            <a:ext cx="1685925" cy="904875"/>
            <a:chOff x="5476875" y="5886450"/>
            <a:chExt cx="1685925" cy="904875"/>
          </a:xfrm>
        </p:grpSpPr>
        <p:sp>
          <p:nvSpPr>
            <p:cNvPr id="50" name="ablation_4_3_bg">
              <a:extLst>
                <a:ext uri="{FF2B5EF4-FFF2-40B4-BE49-F238E27FC236}">
                  <a16:creationId xmlns:a16="http://schemas.microsoft.com/office/drawing/2014/main" id="{A4B29108-2AEF-4BFB-8286-4A3BA4629732}"/>
                </a:ext>
              </a:extLst>
            </p:cNvPr>
            <p:cNvSpPr>
              <a:spLocks/>
            </p:cNvSpPr>
            <p:nvPr/>
          </p:nvSpPr>
          <p:spPr>
            <a:xfrm>
              <a:off x="5476875" y="5886450"/>
              <a:ext cx="1685925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1" name="ablation_4_3_text">
              <a:extLst>
                <a:ext uri="{FF2B5EF4-FFF2-40B4-BE49-F238E27FC236}">
                  <a16:creationId xmlns:a16="http://schemas.microsoft.com/office/drawing/2014/main" id="{F5CD10FC-313C-46AA-AD7E-B5F86CF03053}"/>
                </a:ext>
              </a:extLst>
            </p:cNvPr>
            <p:cNvSpPr>
              <a:spLocks/>
            </p:cNvSpPr>
            <p:nvPr/>
          </p:nvSpPr>
          <p:spPr>
            <a:xfrm>
              <a:off x="5562600" y="5953125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</p:sp>
      </p:grpSp>
      <p:sp>
        <p:nvSpPr>
          <p:cNvPr id="79" name="comparison_bg_0">
            <a:extLst>
              <a:ext uri="{FF2B5EF4-FFF2-40B4-BE49-F238E27FC236}">
                <a16:creationId xmlns:a16="http://schemas.microsoft.com/office/drawing/2014/main" id="{676BD682-38CC-486A-8EE0-87B09BDD6729}"/>
              </a:ext>
            </a:extLst>
          </p:cNvPr>
          <p:cNvSpPr>
            <a:spLocks/>
          </p:cNvSpPr>
          <p:nvPr/>
        </p:nvSpPr>
        <p:spPr>
          <a:xfrm>
            <a:off x="10477500" y="3076575"/>
            <a:ext cx="5010150" cy="781050"/>
          </a:xfrm>
          <a:prstGeom prst="roundRect">
            <a:avLst>
              <a:gd name="adj" fmla="val 14634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83" name="comparison_bg_1">
            <a:extLst>
              <a:ext uri="{FF2B5EF4-FFF2-40B4-BE49-F238E27FC236}">
                <a16:creationId xmlns:a16="http://schemas.microsoft.com/office/drawing/2014/main" id="{755100DA-94E9-4F39-A82B-2F9A6F7E0932}"/>
              </a:ext>
            </a:extLst>
          </p:cNvPr>
          <p:cNvSpPr>
            <a:spLocks/>
          </p:cNvSpPr>
          <p:nvPr/>
        </p:nvSpPr>
        <p:spPr>
          <a:xfrm>
            <a:off x="10477500" y="4048125"/>
            <a:ext cx="5010150" cy="781050"/>
          </a:xfrm>
          <a:prstGeom prst="roundRect">
            <a:avLst>
              <a:gd name="adj" fmla="val 14634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87" name="comparison_bg_2">
            <a:extLst>
              <a:ext uri="{FF2B5EF4-FFF2-40B4-BE49-F238E27FC236}">
                <a16:creationId xmlns:a16="http://schemas.microsoft.com/office/drawing/2014/main" id="{47E76C7F-B5B9-4A8F-BEAC-C8A3593BD78D}"/>
              </a:ext>
            </a:extLst>
          </p:cNvPr>
          <p:cNvSpPr>
            <a:spLocks/>
          </p:cNvSpPr>
          <p:nvPr/>
        </p:nvSpPr>
        <p:spPr>
          <a:xfrm>
            <a:off x="10477500" y="5019675"/>
            <a:ext cx="5010150" cy="781050"/>
          </a:xfrm>
          <a:prstGeom prst="roundRect">
            <a:avLst>
              <a:gd name="adj" fmla="val 14634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92" name="clinical_variable_bg">
            <a:extLst>
              <a:ext uri="{FF2B5EF4-FFF2-40B4-BE49-F238E27FC236}">
                <a16:creationId xmlns:a16="http://schemas.microsoft.com/office/drawing/2014/main" id="{D0CF81D2-3636-47E4-B5F6-4F53971CE80F}"/>
              </a:ext>
            </a:extLst>
          </p:cNvPr>
          <p:cNvSpPr>
            <a:spLocks/>
          </p:cNvSpPr>
          <p:nvPr/>
        </p:nvSpPr>
        <p:spPr>
          <a:xfrm>
            <a:off x="10477500" y="6877050"/>
            <a:ext cx="5010150" cy="628650"/>
          </a:xfrm>
          <a:prstGeom prst="roundRect">
            <a:avLst>
              <a:gd name="adj" fmla="val 18182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94" name="summary_bg">
            <a:extLst>
              <a:ext uri="{FF2B5EF4-FFF2-40B4-BE49-F238E27FC236}">
                <a16:creationId xmlns:a16="http://schemas.microsoft.com/office/drawing/2014/main" id="{0E0D8F91-20FB-4A2B-B5A0-9215DF61C670}"/>
              </a:ext>
            </a:extLst>
          </p:cNvPr>
          <p:cNvSpPr>
            <a:spLocks/>
          </p:cNvSpPr>
          <p:nvPr/>
        </p:nvSpPr>
        <p:spPr>
          <a:xfrm>
            <a:off x="428625" y="7696200"/>
            <a:ext cx="15049500" cy="647700"/>
          </a:xfrm>
          <a:prstGeom prst="roundRect">
            <a:avLst>
              <a:gd name="adj" fmla="val 17647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192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sp>
        <p:nvSpPr>
          <p:cNvPr id="96" name="ablation_footer_corner">
            <a:extLst>
              <a:ext uri="{FF2B5EF4-FFF2-40B4-BE49-F238E27FC236}">
                <a16:creationId xmlns:a16="http://schemas.microsoft.com/office/drawing/2014/main" id="{5DE1F486-9F88-98EE-1BB1-32F3CB361B50}"/>
              </a:ext>
            </a:extLst>
          </p:cNvPr>
          <p:cNvSpPr/>
          <p:nvPr/>
        </p:nvSpPr>
        <p:spPr>
          <a:xfrm>
            <a:off x="542925" y="7696200"/>
            <a:ext cx="2381251" cy="647701"/>
          </a:xfrm>
          <a:custGeom>
            <a:avLst/>
            <a:gdLst/>
            <a:ahLst/>
            <a:cxnLst/>
            <a:rect l="0" t="0" r="0" b="0"/>
            <a:pathLst>
              <a:path w="2381251" h="647701">
                <a:moveTo>
                  <a:pt x="0" y="0"/>
                </a:moveTo>
                <a:lnTo>
                  <a:pt x="2047875" y="0"/>
                </a:lnTo>
                <a:lnTo>
                  <a:pt x="2381250" y="323850"/>
                </a:lnTo>
                <a:lnTo>
                  <a:pt x="2047875" y="647700"/>
                </a:lnTo>
                <a:lnTo>
                  <a:pt x="0" y="647700"/>
                </a:lnTo>
                <a:close/>
              </a:path>
            </a:pathLst>
          </a:custGeom>
          <a:solidFill>
            <a:srgbClr val="064A9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8" name="header_rule">
            <a:extLst>
              <a:ext uri="{FF2B5EF4-FFF2-40B4-BE49-F238E27FC236}">
                <a16:creationId xmlns:a16="http://schemas.microsoft.com/office/drawing/2014/main" id="{4FB12D68-3FC2-0F92-BC72-62D96DAF3B51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header_accent">
            <a:extLst>
              <a:ext uri="{FF2B5EF4-FFF2-40B4-BE49-F238E27FC236}">
                <a16:creationId xmlns:a16="http://schemas.microsoft.com/office/drawing/2014/main" id="{29B8A69D-7C7B-2DB2-C5C4-4D7B0661A941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footer_rule">
            <a:extLst>
              <a:ext uri="{FF2B5EF4-FFF2-40B4-BE49-F238E27FC236}">
                <a16:creationId xmlns:a16="http://schemas.microsoft.com/office/drawing/2014/main" id="{2825F892-4CBA-EEAB-01C0-B4DF13FD2E8B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mparison_arrow_0">
            <a:extLst>
              <a:ext uri="{FF2B5EF4-FFF2-40B4-BE49-F238E27FC236}">
                <a16:creationId xmlns:a16="http://schemas.microsoft.com/office/drawing/2014/main" id="{4990FD63-6408-C9F4-33CB-A55FB6216EF8}"/>
              </a:ext>
            </a:extLst>
          </p:cNvPr>
          <p:cNvCxnSpPr/>
          <p:nvPr/>
        </p:nvCxnSpPr>
        <p:spPr>
          <a:xfrm>
            <a:off x="12534900" y="3457575"/>
            <a:ext cx="323850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mparison_arrow_1">
            <a:extLst>
              <a:ext uri="{FF2B5EF4-FFF2-40B4-BE49-F238E27FC236}">
                <a16:creationId xmlns:a16="http://schemas.microsoft.com/office/drawing/2014/main" id="{B8AA648F-5901-A828-C396-C15FCCC3988E}"/>
              </a:ext>
            </a:extLst>
          </p:cNvPr>
          <p:cNvCxnSpPr/>
          <p:nvPr/>
        </p:nvCxnSpPr>
        <p:spPr>
          <a:xfrm>
            <a:off x="12534900" y="4429125"/>
            <a:ext cx="323850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mparison_arrow_2">
            <a:extLst>
              <a:ext uri="{FF2B5EF4-FFF2-40B4-BE49-F238E27FC236}">
                <a16:creationId xmlns:a16="http://schemas.microsoft.com/office/drawing/2014/main" id="{BC74AD3C-9C90-44E3-1D18-0FD3F3F41268}"/>
              </a:ext>
            </a:extLst>
          </p:cNvPr>
          <p:cNvCxnSpPr/>
          <p:nvPr/>
        </p:nvCxnSpPr>
        <p:spPr>
          <a:xfrm>
            <a:off x="12534900" y="5400675"/>
            <a:ext cx="323850" cy="0"/>
          </a:xfrm>
          <a:prstGeom prst="line">
            <a:avLst/>
          </a:prstGeom>
          <a:ln w="38100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slide_title">
            <a:extLst>
              <a:ext uri="{FF2B5EF4-FFF2-40B4-BE49-F238E27FC236}">
                <a16:creationId xmlns:a16="http://schemas.microsoft.com/office/drawing/2014/main" id="{4971F6EF-0F17-4376-AEEE-B43D9B35A025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 A–D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四组模型与增量价值比较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070A26F8-F5AB-4CE8-BC40-C34E574DD9BA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85DA8612-7F5B-4DBF-AF34-9ED0F9A53C6F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21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04" name="module_ablation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7493336-EBE7-9548-FACF-3F0A180CA04F}"/>
              </a:ext>
            </a:extLst>
          </p:cNvPr>
          <p:cNvGrpSpPr/>
          <p:nvPr/>
        </p:nvGrpSpPr>
        <p:grpSpPr>
          <a:xfrm>
            <a:off x="542925" y="2266950"/>
            <a:ext cx="1390650" cy="904875"/>
            <a:chOff x="542925" y="2266950"/>
            <a:chExt cx="1390650" cy="904875"/>
          </a:xfrm>
        </p:grpSpPr>
        <p:sp>
          <p:nvSpPr>
            <p:cNvPr id="4" name="ablation_0_0_bg">
              <a:extLst>
                <a:ext uri="{FF2B5EF4-FFF2-40B4-BE49-F238E27FC236}">
                  <a16:creationId xmlns:a16="http://schemas.microsoft.com/office/drawing/2014/main" id="{4576EEA2-D14E-4C6A-B883-2F6ED7B91924}"/>
                </a:ext>
              </a:extLst>
            </p:cNvPr>
            <p:cNvSpPr>
              <a:spLocks/>
            </p:cNvSpPr>
            <p:nvPr/>
          </p:nvSpPr>
          <p:spPr>
            <a:xfrm>
              <a:off x="542925" y="2266950"/>
              <a:ext cx="1390650" cy="90487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5" name="ablation_0_0_text">
              <a:extLst>
                <a:ext uri="{FF2B5EF4-FFF2-40B4-BE49-F238E27FC236}">
                  <a16:creationId xmlns:a16="http://schemas.microsoft.com/office/drawing/2014/main" id="{C0CBD854-B9AF-42DA-8878-12007E2A822F}"/>
                </a:ext>
              </a:extLst>
            </p:cNvPr>
            <p:cNvSpPr>
              <a:spLocks/>
            </p:cNvSpPr>
            <p:nvPr/>
          </p:nvSpPr>
          <p:spPr>
            <a:xfrm>
              <a:off x="628650" y="2333625"/>
              <a:ext cx="1219200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模型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05" name="module_ablation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D7ED2E3-9809-D880-2044-32169C9828C3}"/>
              </a:ext>
            </a:extLst>
          </p:cNvPr>
          <p:cNvGrpSpPr/>
          <p:nvPr/>
        </p:nvGrpSpPr>
        <p:grpSpPr>
          <a:xfrm>
            <a:off x="1933575" y="2266950"/>
            <a:ext cx="1857375" cy="904875"/>
            <a:chOff x="1933575" y="2266950"/>
            <a:chExt cx="1857375" cy="904875"/>
          </a:xfrm>
        </p:grpSpPr>
        <p:sp>
          <p:nvSpPr>
            <p:cNvPr id="6" name="ablation_0_1_bg">
              <a:extLst>
                <a:ext uri="{FF2B5EF4-FFF2-40B4-BE49-F238E27FC236}">
                  <a16:creationId xmlns:a16="http://schemas.microsoft.com/office/drawing/2014/main" id="{F3282179-173B-4C2B-9097-89B694BD2AE6}"/>
                </a:ext>
              </a:extLst>
            </p:cNvPr>
            <p:cNvSpPr>
              <a:spLocks/>
            </p:cNvSpPr>
            <p:nvPr/>
          </p:nvSpPr>
          <p:spPr>
            <a:xfrm>
              <a:off x="1933575" y="2266950"/>
              <a:ext cx="1857375" cy="90487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7" name="ablation_0_1_text">
              <a:extLst>
                <a:ext uri="{FF2B5EF4-FFF2-40B4-BE49-F238E27FC236}">
                  <a16:creationId xmlns:a16="http://schemas.microsoft.com/office/drawing/2014/main" id="{A7AA8AF5-0A38-48D6-8AA8-7BD5D764194D}"/>
                </a:ext>
              </a:extLst>
            </p:cNvPr>
            <p:cNvSpPr>
              <a:spLocks/>
            </p:cNvSpPr>
            <p:nvPr/>
          </p:nvSpPr>
          <p:spPr>
            <a:xfrm>
              <a:off x="2019300" y="2333625"/>
              <a:ext cx="1685925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深度影像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06" name="module_ablation_0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87C5CBE-0638-1401-C01D-6777561673E9}"/>
              </a:ext>
            </a:extLst>
          </p:cNvPr>
          <p:cNvGrpSpPr/>
          <p:nvPr/>
        </p:nvGrpSpPr>
        <p:grpSpPr>
          <a:xfrm>
            <a:off x="3790950" y="2266950"/>
            <a:ext cx="1685925" cy="904875"/>
            <a:chOff x="3790950" y="2266950"/>
            <a:chExt cx="1685925" cy="904875"/>
          </a:xfrm>
        </p:grpSpPr>
        <p:sp>
          <p:nvSpPr>
            <p:cNvPr id="8" name="ablation_0_2_bg">
              <a:extLst>
                <a:ext uri="{FF2B5EF4-FFF2-40B4-BE49-F238E27FC236}">
                  <a16:creationId xmlns:a16="http://schemas.microsoft.com/office/drawing/2014/main" id="{96478BE7-A3A4-4D59-A8FA-78B6C5267D20}"/>
                </a:ext>
              </a:extLst>
            </p:cNvPr>
            <p:cNvSpPr>
              <a:spLocks/>
            </p:cNvSpPr>
            <p:nvPr/>
          </p:nvSpPr>
          <p:spPr>
            <a:xfrm>
              <a:off x="3790950" y="2266950"/>
              <a:ext cx="1685925" cy="90487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9" name="ablation_0_2_text">
              <a:extLst>
                <a:ext uri="{FF2B5EF4-FFF2-40B4-BE49-F238E27FC236}">
                  <a16:creationId xmlns:a16="http://schemas.microsoft.com/office/drawing/2014/main" id="{A388522C-65B2-4CE8-9948-2A12605DBBBA}"/>
                </a:ext>
              </a:extLst>
            </p:cNvPr>
            <p:cNvSpPr>
              <a:spLocks/>
            </p:cNvSpPr>
            <p:nvPr/>
          </p:nvSpPr>
          <p:spPr>
            <a:xfrm>
              <a:off x="3876675" y="2333625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定量指标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07" name="module_ablation_0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F625776-4916-F21D-5459-8779ECB19C64}"/>
              </a:ext>
            </a:extLst>
          </p:cNvPr>
          <p:cNvGrpSpPr/>
          <p:nvPr/>
        </p:nvGrpSpPr>
        <p:grpSpPr>
          <a:xfrm>
            <a:off x="5476875" y="2266950"/>
            <a:ext cx="1685925" cy="904875"/>
            <a:chOff x="5476875" y="2266950"/>
            <a:chExt cx="1685925" cy="904875"/>
          </a:xfrm>
        </p:grpSpPr>
        <p:sp>
          <p:nvSpPr>
            <p:cNvPr id="10" name="ablation_0_3_bg">
              <a:extLst>
                <a:ext uri="{FF2B5EF4-FFF2-40B4-BE49-F238E27FC236}">
                  <a16:creationId xmlns:a16="http://schemas.microsoft.com/office/drawing/2014/main" id="{528FE89C-6418-4D98-AA27-F5C8CA323D58}"/>
                </a:ext>
              </a:extLst>
            </p:cNvPr>
            <p:cNvSpPr>
              <a:spLocks/>
            </p:cNvSpPr>
            <p:nvPr/>
          </p:nvSpPr>
          <p:spPr>
            <a:xfrm>
              <a:off x="5476875" y="2266950"/>
              <a:ext cx="1685925" cy="90487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11" name="ablation_0_3_text">
              <a:extLst>
                <a:ext uri="{FF2B5EF4-FFF2-40B4-BE49-F238E27FC236}">
                  <a16:creationId xmlns:a16="http://schemas.microsoft.com/office/drawing/2014/main" id="{1A8EDA51-C2EB-4B89-AE74-C49141C2AE11}"/>
                </a:ext>
              </a:extLst>
            </p:cNvPr>
            <p:cNvSpPr>
              <a:spLocks/>
            </p:cNvSpPr>
            <p:nvPr/>
          </p:nvSpPr>
          <p:spPr>
            <a:xfrm>
              <a:off x="5562600" y="2333625"/>
              <a:ext cx="1514475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临床指标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08" name="module_ablation_0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E3BF2B3-198F-DDF1-2782-7735DCF907D2}"/>
              </a:ext>
            </a:extLst>
          </p:cNvPr>
          <p:cNvGrpSpPr/>
          <p:nvPr/>
        </p:nvGrpSpPr>
        <p:grpSpPr>
          <a:xfrm>
            <a:off x="7162800" y="2266950"/>
            <a:ext cx="2790825" cy="904875"/>
            <a:chOff x="7162800" y="2266950"/>
            <a:chExt cx="2790825" cy="904875"/>
          </a:xfrm>
        </p:grpSpPr>
        <p:sp>
          <p:nvSpPr>
            <p:cNvPr id="12" name="ablation_0_4_bg">
              <a:extLst>
                <a:ext uri="{FF2B5EF4-FFF2-40B4-BE49-F238E27FC236}">
                  <a16:creationId xmlns:a16="http://schemas.microsoft.com/office/drawing/2014/main" id="{79A63ECC-945B-495D-95B5-2B1D41FF451E}"/>
                </a:ext>
              </a:extLst>
            </p:cNvPr>
            <p:cNvSpPr>
              <a:spLocks/>
            </p:cNvSpPr>
            <p:nvPr/>
          </p:nvSpPr>
          <p:spPr>
            <a:xfrm>
              <a:off x="7162800" y="2266950"/>
              <a:ext cx="2790825" cy="90487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13" name="ablation_0_4_text">
              <a:extLst>
                <a:ext uri="{FF2B5EF4-FFF2-40B4-BE49-F238E27FC236}">
                  <a16:creationId xmlns:a16="http://schemas.microsoft.com/office/drawing/2014/main" id="{F45CEF3B-76E7-471C-8EDF-D63682FC8FA1}"/>
                </a:ext>
              </a:extLst>
            </p:cNvPr>
            <p:cNvSpPr>
              <a:spLocks/>
            </p:cNvSpPr>
            <p:nvPr/>
          </p:nvSpPr>
          <p:spPr>
            <a:xfrm>
              <a:off x="7248525" y="2333625"/>
              <a:ext cx="2619375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比较目的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09" name="module_ablation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5330ACC-20A0-5C5D-07F3-8160F4474BEA}"/>
              </a:ext>
            </a:extLst>
          </p:cNvPr>
          <p:cNvGrpSpPr/>
          <p:nvPr/>
        </p:nvGrpSpPr>
        <p:grpSpPr>
          <a:xfrm>
            <a:off x="542925" y="3171825"/>
            <a:ext cx="1390650" cy="904875"/>
            <a:chOff x="542925" y="3171825"/>
            <a:chExt cx="1390650" cy="904875"/>
          </a:xfrm>
        </p:grpSpPr>
        <p:sp>
          <p:nvSpPr>
            <p:cNvPr id="14" name="ablation_1_0_bg">
              <a:extLst>
                <a:ext uri="{FF2B5EF4-FFF2-40B4-BE49-F238E27FC236}">
                  <a16:creationId xmlns:a16="http://schemas.microsoft.com/office/drawing/2014/main" id="{DC28D5B4-A320-4929-AC0D-2BBC82D0978B}"/>
                </a:ext>
              </a:extLst>
            </p:cNvPr>
            <p:cNvSpPr>
              <a:spLocks/>
            </p:cNvSpPr>
            <p:nvPr/>
          </p:nvSpPr>
          <p:spPr>
            <a:xfrm>
              <a:off x="542925" y="3171825"/>
              <a:ext cx="1390650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5" name="ablation_1_0_text">
              <a:extLst>
                <a:ext uri="{FF2B5EF4-FFF2-40B4-BE49-F238E27FC236}">
                  <a16:creationId xmlns:a16="http://schemas.microsoft.com/office/drawing/2014/main" id="{75559FF9-5976-4CD2-97D4-F76416E6C824}"/>
                </a:ext>
              </a:extLst>
            </p:cNvPr>
            <p:cNvSpPr>
              <a:spLocks/>
            </p:cNvSpPr>
            <p:nvPr/>
          </p:nvSpPr>
          <p:spPr>
            <a:xfrm>
              <a:off x="628650" y="3238500"/>
              <a:ext cx="1219200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A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3" name="module_ablation_1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891E190-517A-F646-FDC6-38A7256FC379}"/>
              </a:ext>
            </a:extLst>
          </p:cNvPr>
          <p:cNvGrpSpPr/>
          <p:nvPr/>
        </p:nvGrpSpPr>
        <p:grpSpPr>
          <a:xfrm>
            <a:off x="7162800" y="3171825"/>
            <a:ext cx="2790825" cy="904875"/>
            <a:chOff x="7162800" y="3171825"/>
            <a:chExt cx="2790825" cy="904875"/>
          </a:xfrm>
        </p:grpSpPr>
        <p:sp>
          <p:nvSpPr>
            <p:cNvPr id="22" name="ablation_1_4_bg">
              <a:extLst>
                <a:ext uri="{FF2B5EF4-FFF2-40B4-BE49-F238E27FC236}">
                  <a16:creationId xmlns:a16="http://schemas.microsoft.com/office/drawing/2014/main" id="{1C4775E9-1F79-4861-B514-01C87BA80211}"/>
                </a:ext>
              </a:extLst>
            </p:cNvPr>
            <p:cNvSpPr>
              <a:spLocks/>
            </p:cNvSpPr>
            <p:nvPr/>
          </p:nvSpPr>
          <p:spPr>
            <a:xfrm>
              <a:off x="7162800" y="3171825"/>
              <a:ext cx="2790825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3" name="ablation_1_4_text">
              <a:extLst>
                <a:ext uri="{FF2B5EF4-FFF2-40B4-BE49-F238E27FC236}">
                  <a16:creationId xmlns:a16="http://schemas.microsoft.com/office/drawing/2014/main" id="{EA4932B3-CFBC-4BC9-9955-11A04C52CCA2}"/>
                </a:ext>
              </a:extLst>
            </p:cNvPr>
            <p:cNvSpPr>
              <a:spLocks/>
            </p:cNvSpPr>
            <p:nvPr/>
          </p:nvSpPr>
          <p:spPr>
            <a:xfrm>
              <a:off x="7248525" y="3238500"/>
              <a:ext cx="2619375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双筛基线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4" name="module_ablation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190C912-F76F-EC2D-C86F-11E63FB27F2F}"/>
              </a:ext>
            </a:extLst>
          </p:cNvPr>
          <p:cNvGrpSpPr/>
          <p:nvPr/>
        </p:nvGrpSpPr>
        <p:grpSpPr>
          <a:xfrm>
            <a:off x="542925" y="4076700"/>
            <a:ext cx="1390650" cy="904875"/>
            <a:chOff x="542925" y="4076700"/>
            <a:chExt cx="1390650" cy="904875"/>
          </a:xfrm>
        </p:grpSpPr>
        <p:sp>
          <p:nvSpPr>
            <p:cNvPr id="24" name="ablation_2_0_bg">
              <a:extLst>
                <a:ext uri="{FF2B5EF4-FFF2-40B4-BE49-F238E27FC236}">
                  <a16:creationId xmlns:a16="http://schemas.microsoft.com/office/drawing/2014/main" id="{0FB4C73E-79E7-4261-8275-C4D543540882}"/>
                </a:ext>
              </a:extLst>
            </p:cNvPr>
            <p:cNvSpPr>
              <a:spLocks/>
            </p:cNvSpPr>
            <p:nvPr/>
          </p:nvSpPr>
          <p:spPr>
            <a:xfrm>
              <a:off x="542925" y="4076700"/>
              <a:ext cx="1390650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5" name="ablation_2_0_text">
              <a:extLst>
                <a:ext uri="{FF2B5EF4-FFF2-40B4-BE49-F238E27FC236}">
                  <a16:creationId xmlns:a16="http://schemas.microsoft.com/office/drawing/2014/main" id="{EE7DAEC7-772D-436A-9E80-E334A93CC23F}"/>
                </a:ext>
              </a:extLst>
            </p:cNvPr>
            <p:cNvSpPr>
              <a:spLocks/>
            </p:cNvSpPr>
            <p:nvPr/>
          </p:nvSpPr>
          <p:spPr>
            <a:xfrm>
              <a:off x="628650" y="4143375"/>
              <a:ext cx="1219200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B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8" name="module_ablation_2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8DE716F-85A0-F644-F89D-3ADC6995EA56}"/>
              </a:ext>
            </a:extLst>
          </p:cNvPr>
          <p:cNvGrpSpPr/>
          <p:nvPr/>
        </p:nvGrpSpPr>
        <p:grpSpPr>
          <a:xfrm>
            <a:off x="7162800" y="4076700"/>
            <a:ext cx="2790825" cy="904875"/>
            <a:chOff x="7162800" y="4076700"/>
            <a:chExt cx="2790825" cy="904875"/>
          </a:xfrm>
        </p:grpSpPr>
        <p:sp>
          <p:nvSpPr>
            <p:cNvPr id="32" name="ablation_2_4_bg">
              <a:extLst>
                <a:ext uri="{FF2B5EF4-FFF2-40B4-BE49-F238E27FC236}">
                  <a16:creationId xmlns:a16="http://schemas.microsoft.com/office/drawing/2014/main" id="{4BC0F55A-1815-47DB-8776-8D0DEC71097A}"/>
                </a:ext>
              </a:extLst>
            </p:cNvPr>
            <p:cNvSpPr>
              <a:spLocks/>
            </p:cNvSpPr>
            <p:nvPr/>
          </p:nvSpPr>
          <p:spPr>
            <a:xfrm>
              <a:off x="7162800" y="4076700"/>
              <a:ext cx="2790825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3" name="ablation_2_4_text">
              <a:extLst>
                <a:ext uri="{FF2B5EF4-FFF2-40B4-BE49-F238E27FC236}">
                  <a16:creationId xmlns:a16="http://schemas.microsoft.com/office/drawing/2014/main" id="{81764B21-5927-4142-AD1B-A2AA48C605D4}"/>
                </a:ext>
              </a:extLst>
            </p:cNvPr>
            <p:cNvSpPr>
              <a:spLocks/>
            </p:cNvSpPr>
            <p:nvPr/>
          </p:nvSpPr>
          <p:spPr>
            <a:xfrm>
              <a:off x="7248525" y="4143375"/>
              <a:ext cx="2619375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定量增量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19" name="module_ablation_3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67F2C47-1328-92CD-0140-71AB9EDEFF6C}"/>
              </a:ext>
            </a:extLst>
          </p:cNvPr>
          <p:cNvGrpSpPr/>
          <p:nvPr/>
        </p:nvGrpSpPr>
        <p:grpSpPr>
          <a:xfrm>
            <a:off x="542925" y="4981575"/>
            <a:ext cx="1390650" cy="904875"/>
            <a:chOff x="542925" y="4981575"/>
            <a:chExt cx="1390650" cy="904875"/>
          </a:xfrm>
        </p:grpSpPr>
        <p:sp>
          <p:nvSpPr>
            <p:cNvPr id="34" name="ablation_3_0_bg">
              <a:extLst>
                <a:ext uri="{FF2B5EF4-FFF2-40B4-BE49-F238E27FC236}">
                  <a16:creationId xmlns:a16="http://schemas.microsoft.com/office/drawing/2014/main" id="{0481BDB2-CB8A-47FF-B841-14449164FB0D}"/>
                </a:ext>
              </a:extLst>
            </p:cNvPr>
            <p:cNvSpPr>
              <a:spLocks/>
            </p:cNvSpPr>
            <p:nvPr/>
          </p:nvSpPr>
          <p:spPr>
            <a:xfrm>
              <a:off x="542925" y="4981575"/>
              <a:ext cx="1390650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5" name="ablation_3_0_text">
              <a:extLst>
                <a:ext uri="{FF2B5EF4-FFF2-40B4-BE49-F238E27FC236}">
                  <a16:creationId xmlns:a16="http://schemas.microsoft.com/office/drawing/2014/main" id="{63C4A642-7217-4C2F-BD36-9F94C1F8E50A}"/>
                </a:ext>
              </a:extLst>
            </p:cNvPr>
            <p:cNvSpPr>
              <a:spLocks/>
            </p:cNvSpPr>
            <p:nvPr/>
          </p:nvSpPr>
          <p:spPr>
            <a:xfrm>
              <a:off x="628650" y="5048250"/>
              <a:ext cx="1219200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C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3" name="module_ablation_3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190BDD3-2129-F0C5-72B5-D7C65E761F30}"/>
              </a:ext>
            </a:extLst>
          </p:cNvPr>
          <p:cNvGrpSpPr/>
          <p:nvPr/>
        </p:nvGrpSpPr>
        <p:grpSpPr>
          <a:xfrm>
            <a:off x="7162800" y="4981575"/>
            <a:ext cx="2790825" cy="904875"/>
            <a:chOff x="7162800" y="4981575"/>
            <a:chExt cx="2790825" cy="904875"/>
          </a:xfrm>
        </p:grpSpPr>
        <p:sp>
          <p:nvSpPr>
            <p:cNvPr id="42" name="ablation_3_4_bg">
              <a:extLst>
                <a:ext uri="{FF2B5EF4-FFF2-40B4-BE49-F238E27FC236}">
                  <a16:creationId xmlns:a16="http://schemas.microsoft.com/office/drawing/2014/main" id="{432FDB95-C02A-49AB-8235-1116FFE3843F}"/>
                </a:ext>
              </a:extLst>
            </p:cNvPr>
            <p:cNvSpPr>
              <a:spLocks/>
            </p:cNvSpPr>
            <p:nvPr/>
          </p:nvSpPr>
          <p:spPr>
            <a:xfrm>
              <a:off x="7162800" y="4981575"/>
              <a:ext cx="2790825" cy="90487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3" name="ablation_3_4_text">
              <a:extLst>
                <a:ext uri="{FF2B5EF4-FFF2-40B4-BE49-F238E27FC236}">
                  <a16:creationId xmlns:a16="http://schemas.microsoft.com/office/drawing/2014/main" id="{D08EA313-5AAB-41BD-B870-B20B95317710}"/>
                </a:ext>
              </a:extLst>
            </p:cNvPr>
            <p:cNvSpPr>
              <a:spLocks/>
            </p:cNvSpPr>
            <p:nvPr/>
          </p:nvSpPr>
          <p:spPr>
            <a:xfrm>
              <a:off x="7248525" y="5048250"/>
              <a:ext cx="2619375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临床增量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24" name="module_ablation_4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E2D4583-B039-3D79-4471-832C33BD5BA6}"/>
              </a:ext>
            </a:extLst>
          </p:cNvPr>
          <p:cNvGrpSpPr/>
          <p:nvPr/>
        </p:nvGrpSpPr>
        <p:grpSpPr>
          <a:xfrm>
            <a:off x="542925" y="5886450"/>
            <a:ext cx="1390650" cy="904875"/>
            <a:chOff x="542925" y="5886450"/>
            <a:chExt cx="1390650" cy="904875"/>
          </a:xfrm>
        </p:grpSpPr>
        <p:sp>
          <p:nvSpPr>
            <p:cNvPr id="44" name="ablation_4_0_bg">
              <a:extLst>
                <a:ext uri="{FF2B5EF4-FFF2-40B4-BE49-F238E27FC236}">
                  <a16:creationId xmlns:a16="http://schemas.microsoft.com/office/drawing/2014/main" id="{44684FAD-373C-4446-AFBC-C28D66EC1D8D}"/>
                </a:ext>
              </a:extLst>
            </p:cNvPr>
            <p:cNvSpPr>
              <a:spLocks/>
            </p:cNvSpPr>
            <p:nvPr/>
          </p:nvSpPr>
          <p:spPr>
            <a:xfrm>
              <a:off x="542925" y="5886450"/>
              <a:ext cx="1390650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45" name="ablation_4_0_text">
              <a:extLst>
                <a:ext uri="{FF2B5EF4-FFF2-40B4-BE49-F238E27FC236}">
                  <a16:creationId xmlns:a16="http://schemas.microsoft.com/office/drawing/2014/main" id="{DEDB089E-FB3C-4785-B1B7-0A1E05E5EF15}"/>
                </a:ext>
              </a:extLst>
            </p:cNvPr>
            <p:cNvSpPr>
              <a:spLocks/>
            </p:cNvSpPr>
            <p:nvPr/>
          </p:nvSpPr>
          <p:spPr>
            <a:xfrm>
              <a:off x="628650" y="5953125"/>
              <a:ext cx="1219200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93" name="module_ablation_4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20F025B-AEC6-4311-8492-11C5A018B3A0}"/>
              </a:ext>
            </a:extLst>
          </p:cNvPr>
          <p:cNvGrpSpPr/>
          <p:nvPr/>
        </p:nvGrpSpPr>
        <p:grpSpPr>
          <a:xfrm>
            <a:off x="7162800" y="5886450"/>
            <a:ext cx="2790825" cy="904875"/>
            <a:chOff x="7162800" y="5886450"/>
            <a:chExt cx="2790825" cy="904875"/>
          </a:xfrm>
        </p:grpSpPr>
        <p:sp>
          <p:nvSpPr>
            <p:cNvPr id="52" name="ablation_4_4_bg">
              <a:extLst>
                <a:ext uri="{FF2B5EF4-FFF2-40B4-BE49-F238E27FC236}">
                  <a16:creationId xmlns:a16="http://schemas.microsoft.com/office/drawing/2014/main" id="{8C55A8E8-B35B-43CC-8DFF-ACFEC98FD4DD}"/>
                </a:ext>
              </a:extLst>
            </p:cNvPr>
            <p:cNvSpPr>
              <a:spLocks/>
            </p:cNvSpPr>
            <p:nvPr/>
          </p:nvSpPr>
          <p:spPr>
            <a:xfrm>
              <a:off x="7162800" y="5886450"/>
              <a:ext cx="2790825" cy="90487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3" name="ablation_4_4_text">
              <a:extLst>
                <a:ext uri="{FF2B5EF4-FFF2-40B4-BE49-F238E27FC236}">
                  <a16:creationId xmlns:a16="http://schemas.microsoft.com/office/drawing/2014/main" id="{F7BDD536-C310-42F3-AFB9-3CBAABD36AC3}"/>
                </a:ext>
              </a:extLst>
            </p:cNvPr>
            <p:cNvSpPr>
              <a:spLocks/>
            </p:cNvSpPr>
            <p:nvPr/>
          </p:nvSpPr>
          <p:spPr>
            <a:xfrm>
              <a:off x="7248525" y="5953125"/>
              <a:ext cx="2619375" cy="771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合用收益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94" name="module_matrix_symbol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FE6B398-D7B5-D9B0-70A7-6713C2A690CD}"/>
              </a:ext>
            </a:extLst>
          </p:cNvPr>
          <p:cNvGrpSpPr/>
          <p:nvPr/>
        </p:nvGrpSpPr>
        <p:grpSpPr>
          <a:xfrm>
            <a:off x="2628900" y="3476625"/>
            <a:ext cx="457200" cy="457200"/>
            <a:chOff x="2628900" y="3476625"/>
            <a:chExt cx="457200" cy="457200"/>
          </a:xfrm>
        </p:grpSpPr>
        <p:sp>
          <p:nvSpPr>
            <p:cNvPr id="54" name="matrix_badge_0_0">
              <a:extLst>
                <a:ext uri="{FF2B5EF4-FFF2-40B4-BE49-F238E27FC236}">
                  <a16:creationId xmlns:a16="http://schemas.microsoft.com/office/drawing/2014/main" id="{9B8131B8-DCEA-4009-973E-6F2503824701}"/>
                </a:ext>
              </a:extLst>
            </p:cNvPr>
            <p:cNvSpPr>
              <a:spLocks/>
            </p:cNvSpPr>
            <p:nvPr/>
          </p:nvSpPr>
          <p:spPr>
            <a:xfrm>
              <a:off x="2628900" y="3476625"/>
              <a:ext cx="457200" cy="457200"/>
            </a:xfrm>
            <a:prstGeom prst="ellipse">
              <a:avLst/>
            </a:prstGeom>
            <a:solidFill>
              <a:srgbClr val="0865BE"/>
            </a:solidFill>
            <a:ln w="0">
              <a:noFill/>
            </a:ln>
          </p:spPr>
        </p:sp>
        <p:sp>
          <p:nvSpPr>
            <p:cNvPr id="55" name="matrix_badge_text_0_0">
              <a:extLst>
                <a:ext uri="{FF2B5EF4-FFF2-40B4-BE49-F238E27FC236}">
                  <a16:creationId xmlns:a16="http://schemas.microsoft.com/office/drawing/2014/main" id="{3AB893DC-A69F-4F74-A864-BA4561B94B1A}"/>
                </a:ext>
              </a:extLst>
            </p:cNvPr>
            <p:cNvSpPr>
              <a:spLocks/>
            </p:cNvSpPr>
            <p:nvPr/>
          </p:nvSpPr>
          <p:spPr>
            <a:xfrm>
              <a:off x="2628900" y="3486150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✓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95" name="module_matrix_symbol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B328890-6691-6F2A-99F5-E4466520E5BD}"/>
              </a:ext>
            </a:extLst>
          </p:cNvPr>
          <p:cNvGrpSpPr/>
          <p:nvPr/>
        </p:nvGrpSpPr>
        <p:grpSpPr>
          <a:xfrm>
            <a:off x="4400550" y="3476625"/>
            <a:ext cx="457200" cy="457200"/>
            <a:chOff x="4400550" y="3476625"/>
            <a:chExt cx="457200" cy="457200"/>
          </a:xfrm>
        </p:grpSpPr>
        <p:sp>
          <p:nvSpPr>
            <p:cNvPr id="56" name="matrix_badge_0_1">
              <a:extLst>
                <a:ext uri="{FF2B5EF4-FFF2-40B4-BE49-F238E27FC236}">
                  <a16:creationId xmlns:a16="http://schemas.microsoft.com/office/drawing/2014/main" id="{A8EA4F82-6CBC-478F-9DC9-42550AF7CB34}"/>
                </a:ext>
              </a:extLst>
            </p:cNvPr>
            <p:cNvSpPr>
              <a:spLocks/>
            </p:cNvSpPr>
            <p:nvPr/>
          </p:nvSpPr>
          <p:spPr>
            <a:xfrm>
              <a:off x="4400550" y="3476625"/>
              <a:ext cx="457200" cy="457200"/>
            </a:xfrm>
            <a:prstGeom prst="ellipse">
              <a:avLst/>
            </a:prstGeom>
            <a:solidFill>
              <a:srgbClr val="B5BBC2"/>
            </a:solidFill>
            <a:ln w="0">
              <a:noFill/>
            </a:ln>
          </p:spPr>
        </p:sp>
        <p:sp>
          <p:nvSpPr>
            <p:cNvPr id="57" name="matrix_badge_text_0_1">
              <a:extLst>
                <a:ext uri="{FF2B5EF4-FFF2-40B4-BE49-F238E27FC236}">
                  <a16:creationId xmlns:a16="http://schemas.microsoft.com/office/drawing/2014/main" id="{5CDDB3DC-F81F-4A94-8A4F-72DE3DDB29D3}"/>
                </a:ext>
              </a:extLst>
            </p:cNvPr>
            <p:cNvSpPr>
              <a:spLocks/>
            </p:cNvSpPr>
            <p:nvPr/>
          </p:nvSpPr>
          <p:spPr>
            <a:xfrm>
              <a:off x="4400550" y="3486150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×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96" name="module_matrix_symbol_0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7DFBE7F-5B33-5109-A9B3-A029AD3E6B24}"/>
              </a:ext>
            </a:extLst>
          </p:cNvPr>
          <p:cNvGrpSpPr/>
          <p:nvPr/>
        </p:nvGrpSpPr>
        <p:grpSpPr>
          <a:xfrm>
            <a:off x="6086475" y="3476625"/>
            <a:ext cx="457200" cy="457200"/>
            <a:chOff x="6086475" y="3476625"/>
            <a:chExt cx="457200" cy="457200"/>
          </a:xfrm>
        </p:grpSpPr>
        <p:sp>
          <p:nvSpPr>
            <p:cNvPr id="58" name="matrix_badge_0_2">
              <a:extLst>
                <a:ext uri="{FF2B5EF4-FFF2-40B4-BE49-F238E27FC236}">
                  <a16:creationId xmlns:a16="http://schemas.microsoft.com/office/drawing/2014/main" id="{7011B00D-8A1A-4B8C-AA85-7E7ADC9A03F4}"/>
                </a:ext>
              </a:extLst>
            </p:cNvPr>
            <p:cNvSpPr>
              <a:spLocks/>
            </p:cNvSpPr>
            <p:nvPr/>
          </p:nvSpPr>
          <p:spPr>
            <a:xfrm>
              <a:off x="6086475" y="3476625"/>
              <a:ext cx="457200" cy="457200"/>
            </a:xfrm>
            <a:prstGeom prst="ellipse">
              <a:avLst/>
            </a:prstGeom>
            <a:solidFill>
              <a:srgbClr val="B5BBC2"/>
            </a:solidFill>
            <a:ln w="0">
              <a:noFill/>
            </a:ln>
          </p:spPr>
        </p:sp>
        <p:sp>
          <p:nvSpPr>
            <p:cNvPr id="59" name="matrix_badge_text_0_2">
              <a:extLst>
                <a:ext uri="{FF2B5EF4-FFF2-40B4-BE49-F238E27FC236}">
                  <a16:creationId xmlns:a16="http://schemas.microsoft.com/office/drawing/2014/main" id="{93B95033-9710-4889-8CA3-FF2D54207F9E}"/>
                </a:ext>
              </a:extLst>
            </p:cNvPr>
            <p:cNvSpPr>
              <a:spLocks/>
            </p:cNvSpPr>
            <p:nvPr/>
          </p:nvSpPr>
          <p:spPr>
            <a:xfrm>
              <a:off x="6086475" y="3486150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×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97" name="module_matrix_symbol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5655D21-1FC9-68DB-DACA-CAEAA4C1B92B}"/>
              </a:ext>
            </a:extLst>
          </p:cNvPr>
          <p:cNvGrpSpPr/>
          <p:nvPr/>
        </p:nvGrpSpPr>
        <p:grpSpPr>
          <a:xfrm>
            <a:off x="2628900" y="4381500"/>
            <a:ext cx="457200" cy="457200"/>
            <a:chOff x="2628900" y="4381500"/>
            <a:chExt cx="457200" cy="457200"/>
          </a:xfrm>
        </p:grpSpPr>
        <p:sp>
          <p:nvSpPr>
            <p:cNvPr id="60" name="matrix_badge_1_0">
              <a:extLst>
                <a:ext uri="{FF2B5EF4-FFF2-40B4-BE49-F238E27FC236}">
                  <a16:creationId xmlns:a16="http://schemas.microsoft.com/office/drawing/2014/main" id="{30DAEEE5-EC81-4912-82D5-D5149EDC5E46}"/>
                </a:ext>
              </a:extLst>
            </p:cNvPr>
            <p:cNvSpPr>
              <a:spLocks/>
            </p:cNvSpPr>
            <p:nvPr/>
          </p:nvSpPr>
          <p:spPr>
            <a:xfrm>
              <a:off x="2628900" y="4381500"/>
              <a:ext cx="457200" cy="457200"/>
            </a:xfrm>
            <a:prstGeom prst="ellipse">
              <a:avLst/>
            </a:prstGeom>
            <a:solidFill>
              <a:srgbClr val="0865BE"/>
            </a:solidFill>
            <a:ln w="0">
              <a:noFill/>
            </a:ln>
          </p:spPr>
        </p:sp>
        <p:sp>
          <p:nvSpPr>
            <p:cNvPr id="61" name="matrix_badge_text_1_0">
              <a:extLst>
                <a:ext uri="{FF2B5EF4-FFF2-40B4-BE49-F238E27FC236}">
                  <a16:creationId xmlns:a16="http://schemas.microsoft.com/office/drawing/2014/main" id="{E7EADE1E-EB55-4A47-97F3-22FBED371F82}"/>
                </a:ext>
              </a:extLst>
            </p:cNvPr>
            <p:cNvSpPr>
              <a:spLocks/>
            </p:cNvSpPr>
            <p:nvPr/>
          </p:nvSpPr>
          <p:spPr>
            <a:xfrm>
              <a:off x="2628900" y="4391025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✓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98" name="module_matrix_symbol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02CFCC0-2CDB-C947-D97F-E7038AB718AC}"/>
              </a:ext>
            </a:extLst>
          </p:cNvPr>
          <p:cNvGrpSpPr/>
          <p:nvPr/>
        </p:nvGrpSpPr>
        <p:grpSpPr>
          <a:xfrm>
            <a:off x="4400550" y="4381500"/>
            <a:ext cx="457200" cy="457200"/>
            <a:chOff x="4400550" y="4381500"/>
            <a:chExt cx="457200" cy="457200"/>
          </a:xfrm>
        </p:grpSpPr>
        <p:sp>
          <p:nvSpPr>
            <p:cNvPr id="62" name="matrix_badge_1_1">
              <a:extLst>
                <a:ext uri="{FF2B5EF4-FFF2-40B4-BE49-F238E27FC236}">
                  <a16:creationId xmlns:a16="http://schemas.microsoft.com/office/drawing/2014/main" id="{0D6281A5-4147-41D7-A938-D9869C77A41D}"/>
                </a:ext>
              </a:extLst>
            </p:cNvPr>
            <p:cNvSpPr>
              <a:spLocks/>
            </p:cNvSpPr>
            <p:nvPr/>
          </p:nvSpPr>
          <p:spPr>
            <a:xfrm>
              <a:off x="4400550" y="4381500"/>
              <a:ext cx="457200" cy="457200"/>
            </a:xfrm>
            <a:prstGeom prst="ellipse">
              <a:avLst/>
            </a:prstGeom>
            <a:solidFill>
              <a:srgbClr val="0865BE"/>
            </a:solidFill>
            <a:ln w="0">
              <a:noFill/>
            </a:ln>
          </p:spPr>
        </p:sp>
        <p:sp>
          <p:nvSpPr>
            <p:cNvPr id="63" name="matrix_badge_text_1_1">
              <a:extLst>
                <a:ext uri="{FF2B5EF4-FFF2-40B4-BE49-F238E27FC236}">
                  <a16:creationId xmlns:a16="http://schemas.microsoft.com/office/drawing/2014/main" id="{57966578-538C-4AD2-A5C2-F0874CC2EECD}"/>
                </a:ext>
              </a:extLst>
            </p:cNvPr>
            <p:cNvSpPr>
              <a:spLocks/>
            </p:cNvSpPr>
            <p:nvPr/>
          </p:nvSpPr>
          <p:spPr>
            <a:xfrm>
              <a:off x="4400550" y="4391025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✓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199" name="module_matrix_symbol_1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8BC1FCE-D700-DF96-8D63-5A913F41A31A}"/>
              </a:ext>
            </a:extLst>
          </p:cNvPr>
          <p:cNvGrpSpPr/>
          <p:nvPr/>
        </p:nvGrpSpPr>
        <p:grpSpPr>
          <a:xfrm>
            <a:off x="6086475" y="4381500"/>
            <a:ext cx="457200" cy="457200"/>
            <a:chOff x="6086475" y="4381500"/>
            <a:chExt cx="457200" cy="457200"/>
          </a:xfrm>
        </p:grpSpPr>
        <p:sp>
          <p:nvSpPr>
            <p:cNvPr id="64" name="matrix_badge_1_2">
              <a:extLst>
                <a:ext uri="{FF2B5EF4-FFF2-40B4-BE49-F238E27FC236}">
                  <a16:creationId xmlns:a16="http://schemas.microsoft.com/office/drawing/2014/main" id="{2B63B27A-5664-40F7-A73C-F2C71877AE2D}"/>
                </a:ext>
              </a:extLst>
            </p:cNvPr>
            <p:cNvSpPr>
              <a:spLocks/>
            </p:cNvSpPr>
            <p:nvPr/>
          </p:nvSpPr>
          <p:spPr>
            <a:xfrm>
              <a:off x="6086475" y="4381500"/>
              <a:ext cx="457200" cy="457200"/>
            </a:xfrm>
            <a:prstGeom prst="ellipse">
              <a:avLst/>
            </a:prstGeom>
            <a:solidFill>
              <a:srgbClr val="B5BBC2"/>
            </a:solidFill>
            <a:ln w="0">
              <a:noFill/>
            </a:ln>
          </p:spPr>
        </p:sp>
        <p:sp>
          <p:nvSpPr>
            <p:cNvPr id="65" name="matrix_badge_text_1_2">
              <a:extLst>
                <a:ext uri="{FF2B5EF4-FFF2-40B4-BE49-F238E27FC236}">
                  <a16:creationId xmlns:a16="http://schemas.microsoft.com/office/drawing/2014/main" id="{C6211C94-B77E-4A00-8729-E7F1AB5DF7BD}"/>
                </a:ext>
              </a:extLst>
            </p:cNvPr>
            <p:cNvSpPr>
              <a:spLocks/>
            </p:cNvSpPr>
            <p:nvPr/>
          </p:nvSpPr>
          <p:spPr>
            <a:xfrm>
              <a:off x="6086475" y="4391025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×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00" name="module_matrix_symbol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9C5ABE3-7849-0C49-5F16-BAFEF7E9AADD}"/>
              </a:ext>
            </a:extLst>
          </p:cNvPr>
          <p:cNvGrpSpPr/>
          <p:nvPr/>
        </p:nvGrpSpPr>
        <p:grpSpPr>
          <a:xfrm>
            <a:off x="2628900" y="5286375"/>
            <a:ext cx="457200" cy="457200"/>
            <a:chOff x="2628900" y="5286375"/>
            <a:chExt cx="457200" cy="457200"/>
          </a:xfrm>
        </p:grpSpPr>
        <p:sp>
          <p:nvSpPr>
            <p:cNvPr id="66" name="matrix_badge_2_0">
              <a:extLst>
                <a:ext uri="{FF2B5EF4-FFF2-40B4-BE49-F238E27FC236}">
                  <a16:creationId xmlns:a16="http://schemas.microsoft.com/office/drawing/2014/main" id="{F806FD9A-3E93-4B1E-936B-424DEF2B4CBA}"/>
                </a:ext>
              </a:extLst>
            </p:cNvPr>
            <p:cNvSpPr>
              <a:spLocks/>
            </p:cNvSpPr>
            <p:nvPr/>
          </p:nvSpPr>
          <p:spPr>
            <a:xfrm>
              <a:off x="2628900" y="5286375"/>
              <a:ext cx="457200" cy="457200"/>
            </a:xfrm>
            <a:prstGeom prst="ellipse">
              <a:avLst/>
            </a:prstGeom>
            <a:solidFill>
              <a:srgbClr val="0865BE"/>
            </a:solidFill>
            <a:ln w="0">
              <a:noFill/>
            </a:ln>
          </p:spPr>
        </p:sp>
        <p:sp>
          <p:nvSpPr>
            <p:cNvPr id="67" name="matrix_badge_text_2_0">
              <a:extLst>
                <a:ext uri="{FF2B5EF4-FFF2-40B4-BE49-F238E27FC236}">
                  <a16:creationId xmlns:a16="http://schemas.microsoft.com/office/drawing/2014/main" id="{02F5C796-133C-4DC5-B592-261CD9400DFC}"/>
                </a:ext>
              </a:extLst>
            </p:cNvPr>
            <p:cNvSpPr>
              <a:spLocks/>
            </p:cNvSpPr>
            <p:nvPr/>
          </p:nvSpPr>
          <p:spPr>
            <a:xfrm>
              <a:off x="2628900" y="5295900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✓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01" name="module_matrix_symbol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A4D3549-21B1-6A0D-A4C8-17B3D55E43C6}"/>
              </a:ext>
            </a:extLst>
          </p:cNvPr>
          <p:cNvGrpSpPr/>
          <p:nvPr/>
        </p:nvGrpSpPr>
        <p:grpSpPr>
          <a:xfrm>
            <a:off x="4400550" y="5286375"/>
            <a:ext cx="457200" cy="457200"/>
            <a:chOff x="4400550" y="5286375"/>
            <a:chExt cx="457200" cy="457200"/>
          </a:xfrm>
        </p:grpSpPr>
        <p:sp>
          <p:nvSpPr>
            <p:cNvPr id="68" name="matrix_badge_2_1">
              <a:extLst>
                <a:ext uri="{FF2B5EF4-FFF2-40B4-BE49-F238E27FC236}">
                  <a16:creationId xmlns:a16="http://schemas.microsoft.com/office/drawing/2014/main" id="{73F4C673-006F-4A41-B792-8BF0D4DB6FD8}"/>
                </a:ext>
              </a:extLst>
            </p:cNvPr>
            <p:cNvSpPr>
              <a:spLocks/>
            </p:cNvSpPr>
            <p:nvPr/>
          </p:nvSpPr>
          <p:spPr>
            <a:xfrm>
              <a:off x="4400550" y="5286375"/>
              <a:ext cx="457200" cy="457200"/>
            </a:xfrm>
            <a:prstGeom prst="ellipse">
              <a:avLst/>
            </a:prstGeom>
            <a:solidFill>
              <a:srgbClr val="B5BBC2"/>
            </a:solidFill>
            <a:ln w="0">
              <a:noFill/>
            </a:ln>
          </p:spPr>
        </p:sp>
        <p:sp>
          <p:nvSpPr>
            <p:cNvPr id="69" name="matrix_badge_text_2_1">
              <a:extLst>
                <a:ext uri="{FF2B5EF4-FFF2-40B4-BE49-F238E27FC236}">
                  <a16:creationId xmlns:a16="http://schemas.microsoft.com/office/drawing/2014/main" id="{40AAC4D4-E31D-4C7B-9148-35A18472936D}"/>
                </a:ext>
              </a:extLst>
            </p:cNvPr>
            <p:cNvSpPr>
              <a:spLocks/>
            </p:cNvSpPr>
            <p:nvPr/>
          </p:nvSpPr>
          <p:spPr>
            <a:xfrm>
              <a:off x="4400550" y="5295900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altLang="zh-CN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×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02" name="module_matrix_symbol_2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064BA43-082B-50BA-64D0-D322626EC402}"/>
              </a:ext>
            </a:extLst>
          </p:cNvPr>
          <p:cNvGrpSpPr/>
          <p:nvPr/>
        </p:nvGrpSpPr>
        <p:grpSpPr>
          <a:xfrm>
            <a:off x="6086475" y="5286375"/>
            <a:ext cx="457200" cy="457200"/>
            <a:chOff x="6086475" y="5286375"/>
            <a:chExt cx="457200" cy="457200"/>
          </a:xfrm>
        </p:grpSpPr>
        <p:sp>
          <p:nvSpPr>
            <p:cNvPr id="70" name="matrix_badge_2_2">
              <a:extLst>
                <a:ext uri="{FF2B5EF4-FFF2-40B4-BE49-F238E27FC236}">
                  <a16:creationId xmlns:a16="http://schemas.microsoft.com/office/drawing/2014/main" id="{3800B69F-4183-48C5-B14F-54F92BE8F6E8}"/>
                </a:ext>
              </a:extLst>
            </p:cNvPr>
            <p:cNvSpPr>
              <a:spLocks/>
            </p:cNvSpPr>
            <p:nvPr/>
          </p:nvSpPr>
          <p:spPr>
            <a:xfrm>
              <a:off x="6086475" y="5286375"/>
              <a:ext cx="457200" cy="457200"/>
            </a:xfrm>
            <a:prstGeom prst="ellipse">
              <a:avLst/>
            </a:prstGeom>
            <a:solidFill>
              <a:srgbClr val="0865BE"/>
            </a:solidFill>
            <a:ln w="0">
              <a:noFill/>
            </a:ln>
          </p:spPr>
        </p:sp>
        <p:sp>
          <p:nvSpPr>
            <p:cNvPr id="71" name="matrix_badge_text_2_2">
              <a:extLst>
                <a:ext uri="{FF2B5EF4-FFF2-40B4-BE49-F238E27FC236}">
                  <a16:creationId xmlns:a16="http://schemas.microsoft.com/office/drawing/2014/main" id="{449BB95D-D55A-43C0-A712-97DC1E964D26}"/>
                </a:ext>
              </a:extLst>
            </p:cNvPr>
            <p:cNvSpPr>
              <a:spLocks/>
            </p:cNvSpPr>
            <p:nvPr/>
          </p:nvSpPr>
          <p:spPr>
            <a:xfrm>
              <a:off x="6086475" y="5295900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✓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03" name="module_matrix_symbol_3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93C520A-30F2-0A6C-3988-227DD7D82F1F}"/>
              </a:ext>
            </a:extLst>
          </p:cNvPr>
          <p:cNvGrpSpPr/>
          <p:nvPr/>
        </p:nvGrpSpPr>
        <p:grpSpPr>
          <a:xfrm>
            <a:off x="2628900" y="6191250"/>
            <a:ext cx="457200" cy="457200"/>
            <a:chOff x="2628900" y="6191250"/>
            <a:chExt cx="457200" cy="457200"/>
          </a:xfrm>
        </p:grpSpPr>
        <p:sp>
          <p:nvSpPr>
            <p:cNvPr id="72" name="matrix_badge_3_0">
              <a:extLst>
                <a:ext uri="{FF2B5EF4-FFF2-40B4-BE49-F238E27FC236}">
                  <a16:creationId xmlns:a16="http://schemas.microsoft.com/office/drawing/2014/main" id="{5E0B9AF8-D063-4716-862F-402E17A7E8C8}"/>
                </a:ext>
              </a:extLst>
            </p:cNvPr>
            <p:cNvSpPr>
              <a:spLocks/>
            </p:cNvSpPr>
            <p:nvPr/>
          </p:nvSpPr>
          <p:spPr>
            <a:xfrm>
              <a:off x="2628900" y="6191250"/>
              <a:ext cx="457200" cy="457200"/>
            </a:xfrm>
            <a:prstGeom prst="ellipse">
              <a:avLst/>
            </a:prstGeom>
            <a:solidFill>
              <a:srgbClr val="0865BE"/>
            </a:solidFill>
            <a:ln w="0">
              <a:noFill/>
            </a:ln>
          </p:spPr>
        </p:sp>
        <p:sp>
          <p:nvSpPr>
            <p:cNvPr id="73" name="matrix_badge_text_3_0">
              <a:extLst>
                <a:ext uri="{FF2B5EF4-FFF2-40B4-BE49-F238E27FC236}">
                  <a16:creationId xmlns:a16="http://schemas.microsoft.com/office/drawing/2014/main" id="{D5357088-CD85-449C-A324-9E88B45AFC5C}"/>
                </a:ext>
              </a:extLst>
            </p:cNvPr>
            <p:cNvSpPr>
              <a:spLocks/>
            </p:cNvSpPr>
            <p:nvPr/>
          </p:nvSpPr>
          <p:spPr>
            <a:xfrm>
              <a:off x="2628900" y="6200775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✓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04" name="module_matrix_symbol_3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B6BC893-FE1D-7A58-0D23-E13277615EED}"/>
              </a:ext>
            </a:extLst>
          </p:cNvPr>
          <p:cNvGrpSpPr/>
          <p:nvPr/>
        </p:nvGrpSpPr>
        <p:grpSpPr>
          <a:xfrm>
            <a:off x="4400550" y="6191250"/>
            <a:ext cx="457200" cy="457200"/>
            <a:chOff x="4400550" y="6191250"/>
            <a:chExt cx="457200" cy="457200"/>
          </a:xfrm>
        </p:grpSpPr>
        <p:sp>
          <p:nvSpPr>
            <p:cNvPr id="74" name="matrix_badge_3_1">
              <a:extLst>
                <a:ext uri="{FF2B5EF4-FFF2-40B4-BE49-F238E27FC236}">
                  <a16:creationId xmlns:a16="http://schemas.microsoft.com/office/drawing/2014/main" id="{22FC0CE3-9615-43FA-8311-22480DC7EC76}"/>
                </a:ext>
              </a:extLst>
            </p:cNvPr>
            <p:cNvSpPr>
              <a:spLocks/>
            </p:cNvSpPr>
            <p:nvPr/>
          </p:nvSpPr>
          <p:spPr>
            <a:xfrm>
              <a:off x="4400550" y="6191250"/>
              <a:ext cx="457200" cy="457200"/>
            </a:xfrm>
            <a:prstGeom prst="ellipse">
              <a:avLst/>
            </a:prstGeom>
            <a:solidFill>
              <a:srgbClr val="0865BE"/>
            </a:solidFill>
            <a:ln w="0">
              <a:noFill/>
            </a:ln>
          </p:spPr>
        </p:sp>
        <p:sp>
          <p:nvSpPr>
            <p:cNvPr id="75" name="matrix_badge_text_3_1">
              <a:extLst>
                <a:ext uri="{FF2B5EF4-FFF2-40B4-BE49-F238E27FC236}">
                  <a16:creationId xmlns:a16="http://schemas.microsoft.com/office/drawing/2014/main" id="{0E91C3F7-78BD-459F-8C33-78EA1A308208}"/>
                </a:ext>
              </a:extLst>
            </p:cNvPr>
            <p:cNvSpPr>
              <a:spLocks/>
            </p:cNvSpPr>
            <p:nvPr/>
          </p:nvSpPr>
          <p:spPr>
            <a:xfrm>
              <a:off x="4400550" y="6200775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✓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205" name="module_matrix_symbol_3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8BAD999-5D6A-8C21-0917-930D34A5817F}"/>
              </a:ext>
            </a:extLst>
          </p:cNvPr>
          <p:cNvGrpSpPr/>
          <p:nvPr/>
        </p:nvGrpSpPr>
        <p:grpSpPr>
          <a:xfrm>
            <a:off x="6086475" y="6191250"/>
            <a:ext cx="457200" cy="457200"/>
            <a:chOff x="6086475" y="6191250"/>
            <a:chExt cx="457200" cy="457200"/>
          </a:xfrm>
        </p:grpSpPr>
        <p:sp>
          <p:nvSpPr>
            <p:cNvPr id="76" name="matrix_badge_3_2">
              <a:extLst>
                <a:ext uri="{FF2B5EF4-FFF2-40B4-BE49-F238E27FC236}">
                  <a16:creationId xmlns:a16="http://schemas.microsoft.com/office/drawing/2014/main" id="{386DD18B-6906-444A-84EB-F6D5F8581C57}"/>
                </a:ext>
              </a:extLst>
            </p:cNvPr>
            <p:cNvSpPr>
              <a:spLocks/>
            </p:cNvSpPr>
            <p:nvPr/>
          </p:nvSpPr>
          <p:spPr>
            <a:xfrm>
              <a:off x="6086475" y="6191250"/>
              <a:ext cx="457200" cy="457200"/>
            </a:xfrm>
            <a:prstGeom prst="ellipse">
              <a:avLst/>
            </a:prstGeom>
            <a:solidFill>
              <a:srgbClr val="0865BE"/>
            </a:solidFill>
            <a:ln w="0">
              <a:noFill/>
            </a:ln>
          </p:spPr>
        </p:sp>
        <p:sp>
          <p:nvSpPr>
            <p:cNvPr id="77" name="matrix_badge_text_3_2">
              <a:extLst>
                <a:ext uri="{FF2B5EF4-FFF2-40B4-BE49-F238E27FC236}">
                  <a16:creationId xmlns:a16="http://schemas.microsoft.com/office/drawing/2014/main" id="{AAA4C9E5-628E-4523-83D3-8A235A0E8B7D}"/>
                </a:ext>
              </a:extLst>
            </p:cNvPr>
            <p:cNvSpPr>
              <a:spLocks/>
            </p:cNvSpPr>
            <p:nvPr/>
          </p:nvSpPr>
          <p:spPr>
            <a:xfrm>
              <a:off x="6086475" y="6200775"/>
              <a:ext cx="45720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✓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78" name="text_0">
            <a:extLst>
              <a:ext uri="{FF2B5EF4-FFF2-40B4-BE49-F238E27FC236}">
                <a16:creationId xmlns:a16="http://schemas.microsoft.com/office/drawing/2014/main" id="{7F0687D1-4FF6-40DA-9A25-07471CF6848F}"/>
              </a:ext>
            </a:extLst>
          </p:cNvPr>
          <p:cNvSpPr>
            <a:spLocks/>
          </p:cNvSpPr>
          <p:nvPr/>
        </p:nvSpPr>
        <p:spPr>
          <a:xfrm>
            <a:off x="10477500" y="2228850"/>
            <a:ext cx="49244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6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组间比较与增量目的</a:t>
            </a:r>
            <a:endParaRPr sz="26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06" name="module_comparison_label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F4DF298-3C2D-BDB8-5C48-B11CBEB7563D}"/>
              </a:ext>
            </a:extLst>
          </p:cNvPr>
          <p:cNvGrpSpPr/>
          <p:nvPr/>
        </p:nvGrpSpPr>
        <p:grpSpPr>
          <a:xfrm>
            <a:off x="10572750" y="3152775"/>
            <a:ext cx="1771650" cy="628650"/>
            <a:chOff x="10572750" y="3152775"/>
            <a:chExt cx="1771650" cy="628650"/>
          </a:xfrm>
        </p:grpSpPr>
        <p:sp>
          <p:nvSpPr>
            <p:cNvPr id="80" name="comparison_label_0_bg">
              <a:extLst>
                <a:ext uri="{FF2B5EF4-FFF2-40B4-BE49-F238E27FC236}">
                  <a16:creationId xmlns:a16="http://schemas.microsoft.com/office/drawing/2014/main" id="{19A1214C-6FA9-4597-B6A4-5DC6F5740A7D}"/>
                </a:ext>
              </a:extLst>
            </p:cNvPr>
            <p:cNvSpPr>
              <a:spLocks/>
            </p:cNvSpPr>
            <p:nvPr/>
          </p:nvSpPr>
          <p:spPr>
            <a:xfrm>
              <a:off x="10572750" y="3152775"/>
              <a:ext cx="1771650" cy="628650"/>
            </a:xfrm>
            <a:prstGeom prst="roundRect">
              <a:avLst>
                <a:gd name="adj" fmla="val 18182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81" name="comparison_label_0_text">
              <a:extLst>
                <a:ext uri="{FF2B5EF4-FFF2-40B4-BE49-F238E27FC236}">
                  <a16:creationId xmlns:a16="http://schemas.microsoft.com/office/drawing/2014/main" id="{7D6D5E71-7D79-4B37-97E9-74FE03F214F6}"/>
                </a:ext>
              </a:extLst>
            </p:cNvPr>
            <p:cNvSpPr>
              <a:spLocks/>
            </p:cNvSpPr>
            <p:nvPr/>
          </p:nvSpPr>
          <p:spPr>
            <a:xfrm>
              <a:off x="10668000" y="3190875"/>
              <a:ext cx="1581150" cy="552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B</a:t>
              </a: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对</a:t>
              </a:r>
              <a:r>
                <a:rPr 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A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82" name="comparison_text_0">
            <a:extLst>
              <a:ext uri="{FF2B5EF4-FFF2-40B4-BE49-F238E27FC236}">
                <a16:creationId xmlns:a16="http://schemas.microsoft.com/office/drawing/2014/main" id="{A84649D4-A0F6-4652-B2CB-F4C9C3EBD1E9}"/>
              </a:ext>
            </a:extLst>
          </p:cNvPr>
          <p:cNvSpPr>
            <a:spLocks/>
          </p:cNvSpPr>
          <p:nvPr/>
        </p:nvSpPr>
        <p:spPr>
          <a:xfrm>
            <a:off x="13068300" y="3152775"/>
            <a:ext cx="22479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定量指标</a:t>
            </a: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增益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07" name="module_comparison_label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AB892E3-C141-1C92-C9C2-42258A1EE810}"/>
              </a:ext>
            </a:extLst>
          </p:cNvPr>
          <p:cNvGrpSpPr/>
          <p:nvPr/>
        </p:nvGrpSpPr>
        <p:grpSpPr>
          <a:xfrm>
            <a:off x="10572750" y="4124325"/>
            <a:ext cx="1771650" cy="628650"/>
            <a:chOff x="10572750" y="4124325"/>
            <a:chExt cx="1771650" cy="628650"/>
          </a:xfrm>
        </p:grpSpPr>
        <p:sp>
          <p:nvSpPr>
            <p:cNvPr id="84" name="comparison_label_1_bg">
              <a:extLst>
                <a:ext uri="{FF2B5EF4-FFF2-40B4-BE49-F238E27FC236}">
                  <a16:creationId xmlns:a16="http://schemas.microsoft.com/office/drawing/2014/main" id="{AD76696F-6C35-4442-B0C1-24AEF4E29CFE}"/>
                </a:ext>
              </a:extLst>
            </p:cNvPr>
            <p:cNvSpPr>
              <a:spLocks/>
            </p:cNvSpPr>
            <p:nvPr/>
          </p:nvSpPr>
          <p:spPr>
            <a:xfrm>
              <a:off x="10572750" y="4124325"/>
              <a:ext cx="1771650" cy="628650"/>
            </a:xfrm>
            <a:prstGeom prst="roundRect">
              <a:avLst>
                <a:gd name="adj" fmla="val 18182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85" name="comparison_label_1_text">
              <a:extLst>
                <a:ext uri="{FF2B5EF4-FFF2-40B4-BE49-F238E27FC236}">
                  <a16:creationId xmlns:a16="http://schemas.microsoft.com/office/drawing/2014/main" id="{98249C41-8B5F-4F1F-BCCB-B9E101054FFE}"/>
                </a:ext>
              </a:extLst>
            </p:cNvPr>
            <p:cNvSpPr>
              <a:spLocks/>
            </p:cNvSpPr>
            <p:nvPr/>
          </p:nvSpPr>
          <p:spPr>
            <a:xfrm>
              <a:off x="10668000" y="4162425"/>
              <a:ext cx="1581150" cy="552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C</a:t>
              </a: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对</a:t>
              </a:r>
              <a:r>
                <a:rPr 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A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86" name="comparison_text_1">
            <a:extLst>
              <a:ext uri="{FF2B5EF4-FFF2-40B4-BE49-F238E27FC236}">
                <a16:creationId xmlns:a16="http://schemas.microsoft.com/office/drawing/2014/main" id="{82D93A49-2DF1-4501-9DFF-F254CB049FA1}"/>
              </a:ext>
            </a:extLst>
          </p:cNvPr>
          <p:cNvSpPr>
            <a:spLocks/>
          </p:cNvSpPr>
          <p:nvPr/>
        </p:nvSpPr>
        <p:spPr>
          <a:xfrm>
            <a:off x="13068300" y="4124325"/>
            <a:ext cx="22479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临床资料</a:t>
            </a: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增益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208" name="module_comparison_label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B929CD1B-1A13-4F5F-9094-61D455F6AE7A}"/>
              </a:ext>
            </a:extLst>
          </p:cNvPr>
          <p:cNvGrpSpPr/>
          <p:nvPr/>
        </p:nvGrpSpPr>
        <p:grpSpPr>
          <a:xfrm>
            <a:off x="10572750" y="5095875"/>
            <a:ext cx="1771650" cy="628650"/>
            <a:chOff x="10572750" y="5095875"/>
            <a:chExt cx="1771650" cy="628650"/>
          </a:xfrm>
        </p:grpSpPr>
        <p:sp>
          <p:nvSpPr>
            <p:cNvPr id="88" name="comparison_label_2_bg">
              <a:extLst>
                <a:ext uri="{FF2B5EF4-FFF2-40B4-BE49-F238E27FC236}">
                  <a16:creationId xmlns:a16="http://schemas.microsoft.com/office/drawing/2014/main" id="{02576E1D-E4CD-41AE-B27C-5B89AC23E2FE}"/>
                </a:ext>
              </a:extLst>
            </p:cNvPr>
            <p:cNvSpPr>
              <a:spLocks/>
            </p:cNvSpPr>
            <p:nvPr/>
          </p:nvSpPr>
          <p:spPr>
            <a:xfrm>
              <a:off x="10572750" y="5095875"/>
              <a:ext cx="1771650" cy="628650"/>
            </a:xfrm>
            <a:prstGeom prst="roundRect">
              <a:avLst>
                <a:gd name="adj" fmla="val 18182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89" name="comparison_label_2_text">
              <a:extLst>
                <a:ext uri="{FF2B5EF4-FFF2-40B4-BE49-F238E27FC236}">
                  <a16:creationId xmlns:a16="http://schemas.microsoft.com/office/drawing/2014/main" id="{2B4E42C9-9FE9-4FA0-B0D4-7DAC6955A549}"/>
                </a:ext>
              </a:extLst>
            </p:cNvPr>
            <p:cNvSpPr>
              <a:spLocks/>
            </p:cNvSpPr>
            <p:nvPr/>
          </p:nvSpPr>
          <p:spPr>
            <a:xfrm>
              <a:off x="10668000" y="5133975"/>
              <a:ext cx="1581150" cy="552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3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</a:t>
              </a:r>
              <a:r>
                <a:rPr lang="zh-CN" alt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对</a:t>
              </a:r>
              <a:r>
                <a:rPr lang="en-US" sz="232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B/C</a:t>
              </a:r>
              <a:endParaRPr sz="23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90" name="comparison_text_2">
            <a:extLst>
              <a:ext uri="{FF2B5EF4-FFF2-40B4-BE49-F238E27FC236}">
                <a16:creationId xmlns:a16="http://schemas.microsoft.com/office/drawing/2014/main" id="{8011DC96-165E-45D4-8544-1E79621F7862}"/>
              </a:ext>
            </a:extLst>
          </p:cNvPr>
          <p:cNvSpPr>
            <a:spLocks/>
          </p:cNvSpPr>
          <p:nvPr/>
        </p:nvSpPr>
        <p:spPr>
          <a:xfrm>
            <a:off x="13068300" y="5095875"/>
            <a:ext cx="22479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合用信息</a:t>
            </a: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补充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1" name="text_1">
            <a:extLst>
              <a:ext uri="{FF2B5EF4-FFF2-40B4-BE49-F238E27FC236}">
                <a16:creationId xmlns:a16="http://schemas.microsoft.com/office/drawing/2014/main" id="{F0AC245C-40D7-46F8-AC25-8555170540BF}"/>
              </a:ext>
            </a:extLst>
          </p:cNvPr>
          <p:cNvSpPr>
            <a:spLocks/>
          </p:cNvSpPr>
          <p:nvPr/>
        </p:nvSpPr>
        <p:spPr>
          <a:xfrm>
            <a:off x="10477500" y="6210300"/>
            <a:ext cx="48958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临床资料（</a:t>
            </a:r>
            <a:r>
              <a:rPr lang="en-US" altLang="zh-CN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</a:t>
            </a: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）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3" name="text_2">
            <a:extLst>
              <a:ext uri="{FF2B5EF4-FFF2-40B4-BE49-F238E27FC236}">
                <a16:creationId xmlns:a16="http://schemas.microsoft.com/office/drawing/2014/main" id="{5A6B84E4-8E89-4D2E-8750-F70C4C0C6654}"/>
              </a:ext>
            </a:extLst>
          </p:cNvPr>
          <p:cNvSpPr>
            <a:spLocks/>
          </p:cNvSpPr>
          <p:nvPr/>
        </p:nvSpPr>
        <p:spPr>
          <a:xfrm>
            <a:off x="10629900" y="6972300"/>
            <a:ext cx="47720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0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</a:t>
            </a:r>
            <a:r>
              <a:rPr lang="zh-CN" altLang="en-US" sz="20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：年龄、性别、病程、血压、</a:t>
            </a:r>
            <a:r>
              <a:rPr lang="en-US" altLang="zh-CN" sz="20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HbA1c</a:t>
            </a:r>
            <a:endParaRPr sz="20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5" name="summary_text">
            <a:extLst>
              <a:ext uri="{FF2B5EF4-FFF2-40B4-BE49-F238E27FC236}">
                <a16:creationId xmlns:a16="http://schemas.microsoft.com/office/drawing/2014/main" id="{80DE5DE7-9F42-40E8-AC03-C789AFDB90E7}"/>
              </a:ext>
            </a:extLst>
          </p:cNvPr>
          <p:cNvSpPr>
            <a:spLocks/>
          </p:cNvSpPr>
          <p:nvPr/>
        </p:nvSpPr>
        <p:spPr>
          <a:xfrm>
            <a:off x="3371850" y="7715250"/>
            <a:ext cx="118014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700" b="1">
                <a:solidFill>
                  <a:srgbClr val="C9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70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以实际性能与校准结果选择最终方案</a:t>
            </a:r>
            <a:endParaRPr sz="2700" b="1">
              <a:solidFill>
                <a:srgbClr val="C9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6975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fusion_panel_bg">
            <a:extLst>
              <a:ext uri="{FF2B5EF4-FFF2-40B4-BE49-F238E27FC236}">
                <a16:creationId xmlns:a16="http://schemas.microsoft.com/office/drawing/2014/main" id="{004EF287-F5F4-4598-9934-BF78F1358CCD}"/>
              </a:ext>
            </a:extLst>
          </p:cNvPr>
          <p:cNvSpPr>
            <a:spLocks/>
          </p:cNvSpPr>
          <p:nvPr/>
        </p:nvSpPr>
        <p:spPr>
          <a:xfrm>
            <a:off x="514350" y="2276475"/>
            <a:ext cx="8143875" cy="4743450"/>
          </a:xfrm>
          <a:prstGeom prst="roundRect">
            <a:avLst>
              <a:gd name="adj" fmla="val 2410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6" name="pred_header_bg">
            <a:extLst>
              <a:ext uri="{FF2B5EF4-FFF2-40B4-BE49-F238E27FC236}">
                <a16:creationId xmlns:a16="http://schemas.microsoft.com/office/drawing/2014/main" id="{8580A0F7-9743-4753-BCD0-EE24EF1A9686}"/>
              </a:ext>
            </a:extLst>
          </p:cNvPr>
          <p:cNvSpPr>
            <a:spLocks/>
          </p:cNvSpPr>
          <p:nvPr/>
        </p:nvSpPr>
        <p:spPr>
          <a:xfrm>
            <a:off x="2419350" y="2724150"/>
            <a:ext cx="5972175" cy="581025"/>
          </a:xfrm>
          <a:prstGeom prst="rect">
            <a:avLst/>
          </a:prstGeom>
          <a:solidFill>
            <a:srgbClr val="DCF0FB"/>
          </a:solidFill>
          <a:ln w="0">
            <a:noFill/>
          </a:ln>
        </p:spPr>
      </p:sp>
      <p:grpSp>
        <p:nvGrpSpPr>
          <p:cNvPr id="80" name="module_confusion_1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C58ED5C9-B426-A352-E7D5-21713F41A38D}"/>
              </a:ext>
            </a:extLst>
          </p:cNvPr>
          <p:cNvGrpSpPr/>
          <p:nvPr/>
        </p:nvGrpSpPr>
        <p:grpSpPr>
          <a:xfrm>
            <a:off x="2428875" y="4048125"/>
            <a:ext cx="1485900" cy="733425"/>
            <a:chOff x="2428875" y="4048125"/>
            <a:chExt cx="1485900" cy="733425"/>
          </a:xfrm>
        </p:grpSpPr>
        <p:sp>
          <p:nvSpPr>
            <p:cNvPr id="20" name="confusion_1_1_bg">
              <a:extLst>
                <a:ext uri="{FF2B5EF4-FFF2-40B4-BE49-F238E27FC236}">
                  <a16:creationId xmlns:a16="http://schemas.microsoft.com/office/drawing/2014/main" id="{AC0216C3-0EE4-4FEE-A8BF-D0482D8883EF}"/>
                </a:ext>
              </a:extLst>
            </p:cNvPr>
            <p:cNvSpPr>
              <a:spLocks/>
            </p:cNvSpPr>
            <p:nvPr/>
          </p:nvSpPr>
          <p:spPr>
            <a:xfrm>
              <a:off x="2428875" y="4048125"/>
              <a:ext cx="1485900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1" name="confusion_1_1_text">
              <a:extLst>
                <a:ext uri="{FF2B5EF4-FFF2-40B4-BE49-F238E27FC236}">
                  <a16:creationId xmlns:a16="http://schemas.microsoft.com/office/drawing/2014/main" id="{22411A6E-1FCC-492D-B9ED-D9D8C193DC88}"/>
                </a:ext>
              </a:extLst>
            </p:cNvPr>
            <p:cNvSpPr>
              <a:spLocks/>
            </p:cNvSpPr>
            <p:nvPr/>
          </p:nvSpPr>
          <p:spPr>
            <a:xfrm>
              <a:off x="2514600" y="4114800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81" name="module_confusion_1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9E02EB2-634B-C296-3B18-AF6512D68B0F}"/>
              </a:ext>
            </a:extLst>
          </p:cNvPr>
          <p:cNvGrpSpPr/>
          <p:nvPr/>
        </p:nvGrpSpPr>
        <p:grpSpPr>
          <a:xfrm>
            <a:off x="3914775" y="4048125"/>
            <a:ext cx="1485900" cy="733425"/>
            <a:chOff x="3914775" y="4048125"/>
            <a:chExt cx="1485900" cy="733425"/>
          </a:xfrm>
        </p:grpSpPr>
        <p:sp>
          <p:nvSpPr>
            <p:cNvPr id="22" name="confusion_1_2_bg">
              <a:extLst>
                <a:ext uri="{FF2B5EF4-FFF2-40B4-BE49-F238E27FC236}">
                  <a16:creationId xmlns:a16="http://schemas.microsoft.com/office/drawing/2014/main" id="{B95FEF0B-2518-4886-AB69-93790F57F061}"/>
                </a:ext>
              </a:extLst>
            </p:cNvPr>
            <p:cNvSpPr>
              <a:spLocks/>
            </p:cNvSpPr>
            <p:nvPr/>
          </p:nvSpPr>
          <p:spPr>
            <a:xfrm>
              <a:off x="3914775" y="4048125"/>
              <a:ext cx="1485900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3" name="confusion_1_2_text">
              <a:extLst>
                <a:ext uri="{FF2B5EF4-FFF2-40B4-BE49-F238E27FC236}">
                  <a16:creationId xmlns:a16="http://schemas.microsoft.com/office/drawing/2014/main" id="{BA8E0979-7D07-448C-97CE-A111463E59F4}"/>
                </a:ext>
              </a:extLst>
            </p:cNvPr>
            <p:cNvSpPr>
              <a:spLocks/>
            </p:cNvSpPr>
            <p:nvPr/>
          </p:nvSpPr>
          <p:spPr>
            <a:xfrm>
              <a:off x="4000500" y="4114800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82" name="module_confusion_1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404B716-1AD5-AC43-6679-6401CD26ECDD}"/>
              </a:ext>
            </a:extLst>
          </p:cNvPr>
          <p:cNvGrpSpPr/>
          <p:nvPr/>
        </p:nvGrpSpPr>
        <p:grpSpPr>
          <a:xfrm>
            <a:off x="5400675" y="4048125"/>
            <a:ext cx="1485900" cy="733425"/>
            <a:chOff x="5400675" y="4048125"/>
            <a:chExt cx="1485900" cy="733425"/>
          </a:xfrm>
        </p:grpSpPr>
        <p:sp>
          <p:nvSpPr>
            <p:cNvPr id="24" name="confusion_1_3_bg">
              <a:extLst>
                <a:ext uri="{FF2B5EF4-FFF2-40B4-BE49-F238E27FC236}">
                  <a16:creationId xmlns:a16="http://schemas.microsoft.com/office/drawing/2014/main" id="{A8742FEA-049B-4357-98EC-83E88E248F92}"/>
                </a:ext>
              </a:extLst>
            </p:cNvPr>
            <p:cNvSpPr>
              <a:spLocks/>
            </p:cNvSpPr>
            <p:nvPr/>
          </p:nvSpPr>
          <p:spPr>
            <a:xfrm>
              <a:off x="5400675" y="4048125"/>
              <a:ext cx="1485900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5" name="confusion_1_3_text">
              <a:extLst>
                <a:ext uri="{FF2B5EF4-FFF2-40B4-BE49-F238E27FC236}">
                  <a16:creationId xmlns:a16="http://schemas.microsoft.com/office/drawing/2014/main" id="{589F3377-C5F1-4F87-96AE-A99227906976}"/>
                </a:ext>
              </a:extLst>
            </p:cNvPr>
            <p:cNvSpPr>
              <a:spLocks/>
            </p:cNvSpPr>
            <p:nvPr/>
          </p:nvSpPr>
          <p:spPr>
            <a:xfrm>
              <a:off x="5486400" y="4114800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83" name="module_confusion_1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3565CF2-0FD8-1508-CFE4-DC6A8DAA95BD}"/>
              </a:ext>
            </a:extLst>
          </p:cNvPr>
          <p:cNvGrpSpPr/>
          <p:nvPr/>
        </p:nvGrpSpPr>
        <p:grpSpPr>
          <a:xfrm>
            <a:off x="6886575" y="4048125"/>
            <a:ext cx="1485900" cy="733425"/>
            <a:chOff x="6886575" y="4048125"/>
            <a:chExt cx="1485900" cy="733425"/>
          </a:xfrm>
        </p:grpSpPr>
        <p:sp>
          <p:nvSpPr>
            <p:cNvPr id="26" name="confusion_1_4_bg">
              <a:extLst>
                <a:ext uri="{FF2B5EF4-FFF2-40B4-BE49-F238E27FC236}">
                  <a16:creationId xmlns:a16="http://schemas.microsoft.com/office/drawing/2014/main" id="{94888AEA-2CC9-4086-9BF2-4DFA3E1D32A8}"/>
                </a:ext>
              </a:extLst>
            </p:cNvPr>
            <p:cNvSpPr>
              <a:spLocks/>
            </p:cNvSpPr>
            <p:nvPr/>
          </p:nvSpPr>
          <p:spPr>
            <a:xfrm>
              <a:off x="6886575" y="4048125"/>
              <a:ext cx="1485900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27" name="confusion_1_4_text">
              <a:extLst>
                <a:ext uri="{FF2B5EF4-FFF2-40B4-BE49-F238E27FC236}">
                  <a16:creationId xmlns:a16="http://schemas.microsoft.com/office/drawing/2014/main" id="{BAE4F1E1-AA53-4C5A-B3C5-5CB78E765F39}"/>
                </a:ext>
              </a:extLst>
            </p:cNvPr>
            <p:cNvSpPr>
              <a:spLocks/>
            </p:cNvSpPr>
            <p:nvPr/>
          </p:nvSpPr>
          <p:spPr>
            <a:xfrm>
              <a:off x="6972300" y="4114800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85" name="module_confusion_2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3AC429D-D0EC-FE24-2959-2AA76D993D3C}"/>
              </a:ext>
            </a:extLst>
          </p:cNvPr>
          <p:cNvGrpSpPr/>
          <p:nvPr/>
        </p:nvGrpSpPr>
        <p:grpSpPr>
          <a:xfrm>
            <a:off x="2428875" y="4781550"/>
            <a:ext cx="1485900" cy="733425"/>
            <a:chOff x="2428875" y="4781550"/>
            <a:chExt cx="1485900" cy="733425"/>
          </a:xfrm>
        </p:grpSpPr>
        <p:sp>
          <p:nvSpPr>
            <p:cNvPr id="30" name="confusion_2_1_bg">
              <a:extLst>
                <a:ext uri="{FF2B5EF4-FFF2-40B4-BE49-F238E27FC236}">
                  <a16:creationId xmlns:a16="http://schemas.microsoft.com/office/drawing/2014/main" id="{F7CEAA94-DFD9-4898-A9BA-6A1EDD5CB298}"/>
                </a:ext>
              </a:extLst>
            </p:cNvPr>
            <p:cNvSpPr>
              <a:spLocks/>
            </p:cNvSpPr>
            <p:nvPr/>
          </p:nvSpPr>
          <p:spPr>
            <a:xfrm>
              <a:off x="2428875" y="4781550"/>
              <a:ext cx="1485900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1" name="confusion_2_1_text">
              <a:extLst>
                <a:ext uri="{FF2B5EF4-FFF2-40B4-BE49-F238E27FC236}">
                  <a16:creationId xmlns:a16="http://schemas.microsoft.com/office/drawing/2014/main" id="{4A09976F-65EC-4CA1-B1D3-DA3229ACDAE9}"/>
                </a:ext>
              </a:extLst>
            </p:cNvPr>
            <p:cNvSpPr>
              <a:spLocks/>
            </p:cNvSpPr>
            <p:nvPr/>
          </p:nvSpPr>
          <p:spPr>
            <a:xfrm>
              <a:off x="2514600" y="484822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86" name="module_confusion_2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3026835-ECAD-6444-C31C-BD3D74548175}"/>
              </a:ext>
            </a:extLst>
          </p:cNvPr>
          <p:cNvGrpSpPr/>
          <p:nvPr/>
        </p:nvGrpSpPr>
        <p:grpSpPr>
          <a:xfrm>
            <a:off x="3914775" y="4781550"/>
            <a:ext cx="1485900" cy="733425"/>
            <a:chOff x="3914775" y="4781550"/>
            <a:chExt cx="1485900" cy="733425"/>
          </a:xfrm>
        </p:grpSpPr>
        <p:sp>
          <p:nvSpPr>
            <p:cNvPr id="32" name="confusion_2_2_bg">
              <a:extLst>
                <a:ext uri="{FF2B5EF4-FFF2-40B4-BE49-F238E27FC236}">
                  <a16:creationId xmlns:a16="http://schemas.microsoft.com/office/drawing/2014/main" id="{0D8D6F1C-498F-42B1-8070-FFEC3F6FC262}"/>
                </a:ext>
              </a:extLst>
            </p:cNvPr>
            <p:cNvSpPr>
              <a:spLocks/>
            </p:cNvSpPr>
            <p:nvPr/>
          </p:nvSpPr>
          <p:spPr>
            <a:xfrm>
              <a:off x="3914775" y="4781550"/>
              <a:ext cx="1485900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3" name="confusion_2_2_text">
              <a:extLst>
                <a:ext uri="{FF2B5EF4-FFF2-40B4-BE49-F238E27FC236}">
                  <a16:creationId xmlns:a16="http://schemas.microsoft.com/office/drawing/2014/main" id="{35426320-B03B-472A-911F-AEB92DECF211}"/>
                </a:ext>
              </a:extLst>
            </p:cNvPr>
            <p:cNvSpPr>
              <a:spLocks/>
            </p:cNvSpPr>
            <p:nvPr/>
          </p:nvSpPr>
          <p:spPr>
            <a:xfrm>
              <a:off x="4000500" y="484822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87" name="module_confusion_2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B27BF08-8FE1-2C45-9C38-37DA0654C906}"/>
              </a:ext>
            </a:extLst>
          </p:cNvPr>
          <p:cNvGrpSpPr/>
          <p:nvPr/>
        </p:nvGrpSpPr>
        <p:grpSpPr>
          <a:xfrm>
            <a:off x="5400675" y="4781550"/>
            <a:ext cx="1485900" cy="733425"/>
            <a:chOff x="5400675" y="4781550"/>
            <a:chExt cx="1485900" cy="733425"/>
          </a:xfrm>
        </p:grpSpPr>
        <p:sp>
          <p:nvSpPr>
            <p:cNvPr id="34" name="confusion_2_3_bg">
              <a:extLst>
                <a:ext uri="{FF2B5EF4-FFF2-40B4-BE49-F238E27FC236}">
                  <a16:creationId xmlns:a16="http://schemas.microsoft.com/office/drawing/2014/main" id="{518E6BEB-322E-41CD-9D2A-91E38DD7AC1A}"/>
                </a:ext>
              </a:extLst>
            </p:cNvPr>
            <p:cNvSpPr>
              <a:spLocks/>
            </p:cNvSpPr>
            <p:nvPr/>
          </p:nvSpPr>
          <p:spPr>
            <a:xfrm>
              <a:off x="5400675" y="4781550"/>
              <a:ext cx="1485900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5" name="confusion_2_3_text">
              <a:extLst>
                <a:ext uri="{FF2B5EF4-FFF2-40B4-BE49-F238E27FC236}">
                  <a16:creationId xmlns:a16="http://schemas.microsoft.com/office/drawing/2014/main" id="{93629046-738B-4A4D-8332-37CD5DB44E7F}"/>
                </a:ext>
              </a:extLst>
            </p:cNvPr>
            <p:cNvSpPr>
              <a:spLocks/>
            </p:cNvSpPr>
            <p:nvPr/>
          </p:nvSpPr>
          <p:spPr>
            <a:xfrm>
              <a:off x="5486400" y="484822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88" name="module_confusion_2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8543A6E-78B0-9517-3006-DCA3027AC9E6}"/>
              </a:ext>
            </a:extLst>
          </p:cNvPr>
          <p:cNvGrpSpPr/>
          <p:nvPr/>
        </p:nvGrpSpPr>
        <p:grpSpPr>
          <a:xfrm>
            <a:off x="6886575" y="4781550"/>
            <a:ext cx="1485900" cy="733425"/>
            <a:chOff x="6886575" y="4781550"/>
            <a:chExt cx="1485900" cy="733425"/>
          </a:xfrm>
        </p:grpSpPr>
        <p:sp>
          <p:nvSpPr>
            <p:cNvPr id="36" name="confusion_2_4_bg">
              <a:extLst>
                <a:ext uri="{FF2B5EF4-FFF2-40B4-BE49-F238E27FC236}">
                  <a16:creationId xmlns:a16="http://schemas.microsoft.com/office/drawing/2014/main" id="{4660DCCD-ABAC-4C50-B584-9C66F361E816}"/>
                </a:ext>
              </a:extLst>
            </p:cNvPr>
            <p:cNvSpPr>
              <a:spLocks/>
            </p:cNvSpPr>
            <p:nvPr/>
          </p:nvSpPr>
          <p:spPr>
            <a:xfrm>
              <a:off x="6886575" y="4781550"/>
              <a:ext cx="1485900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37" name="confusion_2_4_text">
              <a:extLst>
                <a:ext uri="{FF2B5EF4-FFF2-40B4-BE49-F238E27FC236}">
                  <a16:creationId xmlns:a16="http://schemas.microsoft.com/office/drawing/2014/main" id="{059C3A7D-E873-4D85-9A30-F899562A6920}"/>
                </a:ext>
              </a:extLst>
            </p:cNvPr>
            <p:cNvSpPr>
              <a:spLocks/>
            </p:cNvSpPr>
            <p:nvPr/>
          </p:nvSpPr>
          <p:spPr>
            <a:xfrm>
              <a:off x="6972300" y="484822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90" name="module_confusion_3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E742567E-F802-140C-E51B-3B455AAEE5D0}"/>
              </a:ext>
            </a:extLst>
          </p:cNvPr>
          <p:cNvGrpSpPr/>
          <p:nvPr/>
        </p:nvGrpSpPr>
        <p:grpSpPr>
          <a:xfrm>
            <a:off x="2428875" y="5514975"/>
            <a:ext cx="1485900" cy="733425"/>
            <a:chOff x="2428875" y="5514975"/>
            <a:chExt cx="1485900" cy="733425"/>
          </a:xfrm>
        </p:grpSpPr>
        <p:sp>
          <p:nvSpPr>
            <p:cNvPr id="40" name="confusion_3_1_bg">
              <a:extLst>
                <a:ext uri="{FF2B5EF4-FFF2-40B4-BE49-F238E27FC236}">
                  <a16:creationId xmlns:a16="http://schemas.microsoft.com/office/drawing/2014/main" id="{D775AF3D-7343-40F5-9D94-732BA38DF366}"/>
                </a:ext>
              </a:extLst>
            </p:cNvPr>
            <p:cNvSpPr>
              <a:spLocks/>
            </p:cNvSpPr>
            <p:nvPr/>
          </p:nvSpPr>
          <p:spPr>
            <a:xfrm>
              <a:off x="2428875" y="5514975"/>
              <a:ext cx="1485900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1" name="confusion_3_1_text">
              <a:extLst>
                <a:ext uri="{FF2B5EF4-FFF2-40B4-BE49-F238E27FC236}">
                  <a16:creationId xmlns:a16="http://schemas.microsoft.com/office/drawing/2014/main" id="{9997F1C2-396A-40D8-9008-8A24B786A3BB}"/>
                </a:ext>
              </a:extLst>
            </p:cNvPr>
            <p:cNvSpPr>
              <a:spLocks/>
            </p:cNvSpPr>
            <p:nvPr/>
          </p:nvSpPr>
          <p:spPr>
            <a:xfrm>
              <a:off x="2514600" y="5581650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91" name="module_confusion_3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5E7D974-E861-5188-65A3-430D4A27042A}"/>
              </a:ext>
            </a:extLst>
          </p:cNvPr>
          <p:cNvGrpSpPr/>
          <p:nvPr/>
        </p:nvGrpSpPr>
        <p:grpSpPr>
          <a:xfrm>
            <a:off x="3914775" y="5514975"/>
            <a:ext cx="1485900" cy="733425"/>
            <a:chOff x="3914775" y="5514975"/>
            <a:chExt cx="1485900" cy="733425"/>
          </a:xfrm>
        </p:grpSpPr>
        <p:sp>
          <p:nvSpPr>
            <p:cNvPr id="42" name="confusion_3_2_bg">
              <a:extLst>
                <a:ext uri="{FF2B5EF4-FFF2-40B4-BE49-F238E27FC236}">
                  <a16:creationId xmlns:a16="http://schemas.microsoft.com/office/drawing/2014/main" id="{647ED476-83C4-4A77-AA81-A523673D0B81}"/>
                </a:ext>
              </a:extLst>
            </p:cNvPr>
            <p:cNvSpPr>
              <a:spLocks/>
            </p:cNvSpPr>
            <p:nvPr/>
          </p:nvSpPr>
          <p:spPr>
            <a:xfrm>
              <a:off x="3914775" y="5514975"/>
              <a:ext cx="1485900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3" name="confusion_3_2_text">
              <a:extLst>
                <a:ext uri="{FF2B5EF4-FFF2-40B4-BE49-F238E27FC236}">
                  <a16:creationId xmlns:a16="http://schemas.microsoft.com/office/drawing/2014/main" id="{2342F278-3F67-42AE-993C-9826748B6DE5}"/>
                </a:ext>
              </a:extLst>
            </p:cNvPr>
            <p:cNvSpPr>
              <a:spLocks/>
            </p:cNvSpPr>
            <p:nvPr/>
          </p:nvSpPr>
          <p:spPr>
            <a:xfrm>
              <a:off x="4000500" y="5581650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92" name="module_confusion_3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78EDEE6-9F84-44C6-B72A-A9A7AA7AB9ED}"/>
              </a:ext>
            </a:extLst>
          </p:cNvPr>
          <p:cNvGrpSpPr/>
          <p:nvPr/>
        </p:nvGrpSpPr>
        <p:grpSpPr>
          <a:xfrm>
            <a:off x="5400675" y="5514975"/>
            <a:ext cx="1485900" cy="733425"/>
            <a:chOff x="5400675" y="5514975"/>
            <a:chExt cx="1485900" cy="733425"/>
          </a:xfrm>
        </p:grpSpPr>
        <p:sp>
          <p:nvSpPr>
            <p:cNvPr id="44" name="confusion_3_3_bg">
              <a:extLst>
                <a:ext uri="{FF2B5EF4-FFF2-40B4-BE49-F238E27FC236}">
                  <a16:creationId xmlns:a16="http://schemas.microsoft.com/office/drawing/2014/main" id="{08F02C97-2121-44CC-AEAA-1B35A2FA25E5}"/>
                </a:ext>
              </a:extLst>
            </p:cNvPr>
            <p:cNvSpPr>
              <a:spLocks/>
            </p:cNvSpPr>
            <p:nvPr/>
          </p:nvSpPr>
          <p:spPr>
            <a:xfrm>
              <a:off x="5400675" y="5514975"/>
              <a:ext cx="1485900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5" name="confusion_3_3_text">
              <a:extLst>
                <a:ext uri="{FF2B5EF4-FFF2-40B4-BE49-F238E27FC236}">
                  <a16:creationId xmlns:a16="http://schemas.microsoft.com/office/drawing/2014/main" id="{4B39721B-86A9-4FA1-B513-5D9C6D795F82}"/>
                </a:ext>
              </a:extLst>
            </p:cNvPr>
            <p:cNvSpPr>
              <a:spLocks/>
            </p:cNvSpPr>
            <p:nvPr/>
          </p:nvSpPr>
          <p:spPr>
            <a:xfrm>
              <a:off x="5486400" y="5581650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93" name="module_confusion_3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C44BC0F-911E-0B3C-E625-72C3470ADF36}"/>
              </a:ext>
            </a:extLst>
          </p:cNvPr>
          <p:cNvGrpSpPr/>
          <p:nvPr/>
        </p:nvGrpSpPr>
        <p:grpSpPr>
          <a:xfrm>
            <a:off x="6886575" y="5514975"/>
            <a:ext cx="1485900" cy="733425"/>
            <a:chOff x="6886575" y="5514975"/>
            <a:chExt cx="1485900" cy="733425"/>
          </a:xfrm>
        </p:grpSpPr>
        <p:sp>
          <p:nvSpPr>
            <p:cNvPr id="46" name="confusion_3_4_bg">
              <a:extLst>
                <a:ext uri="{FF2B5EF4-FFF2-40B4-BE49-F238E27FC236}">
                  <a16:creationId xmlns:a16="http://schemas.microsoft.com/office/drawing/2014/main" id="{B607BB3F-F66E-441D-97B8-FCE7476958EB}"/>
                </a:ext>
              </a:extLst>
            </p:cNvPr>
            <p:cNvSpPr>
              <a:spLocks/>
            </p:cNvSpPr>
            <p:nvPr/>
          </p:nvSpPr>
          <p:spPr>
            <a:xfrm>
              <a:off x="6886575" y="5514975"/>
              <a:ext cx="1485900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47" name="confusion_3_4_text">
              <a:extLst>
                <a:ext uri="{FF2B5EF4-FFF2-40B4-BE49-F238E27FC236}">
                  <a16:creationId xmlns:a16="http://schemas.microsoft.com/office/drawing/2014/main" id="{E213859D-F22A-459B-A644-75B8F0FC7F1B}"/>
                </a:ext>
              </a:extLst>
            </p:cNvPr>
            <p:cNvSpPr>
              <a:spLocks/>
            </p:cNvSpPr>
            <p:nvPr/>
          </p:nvSpPr>
          <p:spPr>
            <a:xfrm>
              <a:off x="6972300" y="5581650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95" name="module_confusion_4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F01ED77C-88C7-A337-003D-5FBEA98956FF}"/>
              </a:ext>
            </a:extLst>
          </p:cNvPr>
          <p:cNvGrpSpPr/>
          <p:nvPr/>
        </p:nvGrpSpPr>
        <p:grpSpPr>
          <a:xfrm>
            <a:off x="2428875" y="6248400"/>
            <a:ext cx="1485900" cy="733425"/>
            <a:chOff x="2428875" y="6248400"/>
            <a:chExt cx="1485900" cy="733425"/>
          </a:xfrm>
        </p:grpSpPr>
        <p:sp>
          <p:nvSpPr>
            <p:cNvPr id="50" name="confusion_4_1_bg">
              <a:extLst>
                <a:ext uri="{FF2B5EF4-FFF2-40B4-BE49-F238E27FC236}">
                  <a16:creationId xmlns:a16="http://schemas.microsoft.com/office/drawing/2014/main" id="{17C76A88-15A3-4C51-9F0A-12D2CE31464F}"/>
                </a:ext>
              </a:extLst>
            </p:cNvPr>
            <p:cNvSpPr>
              <a:spLocks/>
            </p:cNvSpPr>
            <p:nvPr/>
          </p:nvSpPr>
          <p:spPr>
            <a:xfrm>
              <a:off x="2428875" y="6248400"/>
              <a:ext cx="1485900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1" name="confusion_4_1_text">
              <a:extLst>
                <a:ext uri="{FF2B5EF4-FFF2-40B4-BE49-F238E27FC236}">
                  <a16:creationId xmlns:a16="http://schemas.microsoft.com/office/drawing/2014/main" id="{59BDD0BC-40EE-4969-B0F7-27330ED71188}"/>
                </a:ext>
              </a:extLst>
            </p:cNvPr>
            <p:cNvSpPr>
              <a:spLocks/>
            </p:cNvSpPr>
            <p:nvPr/>
          </p:nvSpPr>
          <p:spPr>
            <a:xfrm>
              <a:off x="2514600" y="631507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96" name="module_confusion_4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17E012DC-246C-6CEE-0119-CACA5C536431}"/>
              </a:ext>
            </a:extLst>
          </p:cNvPr>
          <p:cNvGrpSpPr/>
          <p:nvPr/>
        </p:nvGrpSpPr>
        <p:grpSpPr>
          <a:xfrm>
            <a:off x="3914775" y="6248400"/>
            <a:ext cx="1485900" cy="733425"/>
            <a:chOff x="3914775" y="6248400"/>
            <a:chExt cx="1485900" cy="733425"/>
          </a:xfrm>
        </p:grpSpPr>
        <p:sp>
          <p:nvSpPr>
            <p:cNvPr id="52" name="confusion_4_2_bg">
              <a:extLst>
                <a:ext uri="{FF2B5EF4-FFF2-40B4-BE49-F238E27FC236}">
                  <a16:creationId xmlns:a16="http://schemas.microsoft.com/office/drawing/2014/main" id="{92E6A38C-1B0F-401B-898C-8269206B79F0}"/>
                </a:ext>
              </a:extLst>
            </p:cNvPr>
            <p:cNvSpPr>
              <a:spLocks/>
            </p:cNvSpPr>
            <p:nvPr/>
          </p:nvSpPr>
          <p:spPr>
            <a:xfrm>
              <a:off x="3914775" y="6248400"/>
              <a:ext cx="1485900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3" name="confusion_4_2_text">
              <a:extLst>
                <a:ext uri="{FF2B5EF4-FFF2-40B4-BE49-F238E27FC236}">
                  <a16:creationId xmlns:a16="http://schemas.microsoft.com/office/drawing/2014/main" id="{DEB98332-5DBE-45AD-BE34-DE619986695B}"/>
                </a:ext>
              </a:extLst>
            </p:cNvPr>
            <p:cNvSpPr>
              <a:spLocks/>
            </p:cNvSpPr>
            <p:nvPr/>
          </p:nvSpPr>
          <p:spPr>
            <a:xfrm>
              <a:off x="4000500" y="631507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97" name="module_confusion_4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1DB2E8C-427A-31E9-98D1-E9662DDB66C9}"/>
              </a:ext>
            </a:extLst>
          </p:cNvPr>
          <p:cNvGrpSpPr/>
          <p:nvPr/>
        </p:nvGrpSpPr>
        <p:grpSpPr>
          <a:xfrm>
            <a:off x="5400675" y="6248400"/>
            <a:ext cx="1485900" cy="733425"/>
            <a:chOff x="5400675" y="6248400"/>
            <a:chExt cx="1485900" cy="733425"/>
          </a:xfrm>
        </p:grpSpPr>
        <p:sp>
          <p:nvSpPr>
            <p:cNvPr id="54" name="confusion_4_3_bg">
              <a:extLst>
                <a:ext uri="{FF2B5EF4-FFF2-40B4-BE49-F238E27FC236}">
                  <a16:creationId xmlns:a16="http://schemas.microsoft.com/office/drawing/2014/main" id="{B5636EB6-C11B-4743-BC31-7B25040E4870}"/>
                </a:ext>
              </a:extLst>
            </p:cNvPr>
            <p:cNvSpPr>
              <a:spLocks/>
            </p:cNvSpPr>
            <p:nvPr/>
          </p:nvSpPr>
          <p:spPr>
            <a:xfrm>
              <a:off x="5400675" y="6248400"/>
              <a:ext cx="1485900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5" name="confusion_4_3_text">
              <a:extLst>
                <a:ext uri="{FF2B5EF4-FFF2-40B4-BE49-F238E27FC236}">
                  <a16:creationId xmlns:a16="http://schemas.microsoft.com/office/drawing/2014/main" id="{6BD78465-7658-4661-BAB4-FF94B10845B9}"/>
                </a:ext>
              </a:extLst>
            </p:cNvPr>
            <p:cNvSpPr>
              <a:spLocks/>
            </p:cNvSpPr>
            <p:nvPr/>
          </p:nvSpPr>
          <p:spPr>
            <a:xfrm>
              <a:off x="5486400" y="631507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grpSp>
        <p:nvGrpSpPr>
          <p:cNvPr id="98" name="module_confusion_4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E8B8D0A-F784-993F-FA47-2FFA03763A18}"/>
              </a:ext>
            </a:extLst>
          </p:cNvPr>
          <p:cNvGrpSpPr/>
          <p:nvPr/>
        </p:nvGrpSpPr>
        <p:grpSpPr>
          <a:xfrm>
            <a:off x="6886575" y="6248400"/>
            <a:ext cx="1485900" cy="733425"/>
            <a:chOff x="6886575" y="6248400"/>
            <a:chExt cx="1485900" cy="733425"/>
          </a:xfrm>
        </p:grpSpPr>
        <p:sp>
          <p:nvSpPr>
            <p:cNvPr id="56" name="confusion_4_4_bg">
              <a:extLst>
                <a:ext uri="{FF2B5EF4-FFF2-40B4-BE49-F238E27FC236}">
                  <a16:creationId xmlns:a16="http://schemas.microsoft.com/office/drawing/2014/main" id="{9A2B1B5A-9AB9-43EF-8553-5F7B1EED0022}"/>
                </a:ext>
              </a:extLst>
            </p:cNvPr>
            <p:cNvSpPr>
              <a:spLocks/>
            </p:cNvSpPr>
            <p:nvPr/>
          </p:nvSpPr>
          <p:spPr>
            <a:xfrm>
              <a:off x="6886575" y="6248400"/>
              <a:ext cx="1485900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57" name="confusion_4_4_text">
              <a:extLst>
                <a:ext uri="{FF2B5EF4-FFF2-40B4-BE49-F238E27FC236}">
                  <a16:creationId xmlns:a16="http://schemas.microsoft.com/office/drawing/2014/main" id="{6F0E6F70-9272-4B33-9763-F42164E30E03}"/>
                </a:ext>
              </a:extLst>
            </p:cNvPr>
            <p:cNvSpPr>
              <a:spLocks/>
            </p:cNvSpPr>
            <p:nvPr/>
          </p:nvSpPr>
          <p:spPr>
            <a:xfrm>
              <a:off x="6972300" y="631507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</p:sp>
      </p:grpSp>
      <p:sp>
        <p:nvSpPr>
          <p:cNvPr id="58" name="metric_panel_bg">
            <a:extLst>
              <a:ext uri="{FF2B5EF4-FFF2-40B4-BE49-F238E27FC236}">
                <a16:creationId xmlns:a16="http://schemas.microsoft.com/office/drawing/2014/main" id="{0EED7E88-0D8A-4942-8095-3DEE19C53FBB}"/>
              </a:ext>
            </a:extLst>
          </p:cNvPr>
          <p:cNvSpPr>
            <a:spLocks/>
          </p:cNvSpPr>
          <p:nvPr/>
        </p:nvSpPr>
        <p:spPr>
          <a:xfrm>
            <a:off x="9048750" y="2276475"/>
            <a:ext cx="6467475" cy="2638425"/>
          </a:xfrm>
          <a:prstGeom prst="roundRect">
            <a:avLst>
              <a:gd name="adj" fmla="val 4332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60" name="metric_row_bg_0">
            <a:extLst>
              <a:ext uri="{FF2B5EF4-FFF2-40B4-BE49-F238E27FC236}">
                <a16:creationId xmlns:a16="http://schemas.microsoft.com/office/drawing/2014/main" id="{85F3FF78-BCAC-48AF-A426-FC42F1779856}"/>
              </a:ext>
            </a:extLst>
          </p:cNvPr>
          <p:cNvSpPr>
            <a:spLocks/>
          </p:cNvSpPr>
          <p:nvPr/>
        </p:nvSpPr>
        <p:spPr>
          <a:xfrm>
            <a:off x="9220200" y="2790825"/>
            <a:ext cx="6115050" cy="771525"/>
          </a:xfrm>
          <a:prstGeom prst="roundRect">
            <a:avLst>
              <a:gd name="adj" fmla="val 14815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64" name="metric_row_bg_1">
            <a:extLst>
              <a:ext uri="{FF2B5EF4-FFF2-40B4-BE49-F238E27FC236}">
                <a16:creationId xmlns:a16="http://schemas.microsoft.com/office/drawing/2014/main" id="{135BD4FD-368C-4F5B-8DB7-FD2F8030EE23}"/>
              </a:ext>
            </a:extLst>
          </p:cNvPr>
          <p:cNvSpPr>
            <a:spLocks/>
          </p:cNvSpPr>
          <p:nvPr/>
        </p:nvSpPr>
        <p:spPr>
          <a:xfrm>
            <a:off x="9220200" y="3686175"/>
            <a:ext cx="6115050" cy="771525"/>
          </a:xfrm>
          <a:prstGeom prst="roundRect">
            <a:avLst>
              <a:gd name="adj" fmla="val 14815"/>
            </a:avLst>
          </a:prstGeom>
          <a:solidFill>
            <a:srgbClr val="EAF6FD"/>
          </a:solidFill>
          <a:ln w="0">
            <a:noFill/>
          </a:ln>
        </p:spPr>
      </p:sp>
      <p:pic>
        <p:nvPicPr>
          <p:cNvPr id="136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sp>
        <p:nvSpPr>
          <p:cNvPr id="68" name="confusion_header_bg">
            <a:extLst>
              <a:ext uri="{FF2B5EF4-FFF2-40B4-BE49-F238E27FC236}">
                <a16:creationId xmlns:a16="http://schemas.microsoft.com/office/drawing/2014/main" id="{C4A4353A-684D-94E6-3E25-95481F390274}"/>
              </a:ext>
            </a:extLst>
          </p:cNvPr>
          <p:cNvSpPr/>
          <p:nvPr/>
        </p:nvSpPr>
        <p:spPr>
          <a:xfrm>
            <a:off x="514350" y="2000250"/>
            <a:ext cx="4391026" cy="628651"/>
          </a:xfrm>
          <a:custGeom>
            <a:avLst/>
            <a:gdLst/>
            <a:ahLst/>
            <a:cxnLst/>
            <a:rect l="0" t="0" r="0" b="0"/>
            <a:pathLst>
              <a:path w="4391026" h="628651">
                <a:moveTo>
                  <a:pt x="0" y="0"/>
                </a:moveTo>
                <a:lnTo>
                  <a:pt x="4057650" y="0"/>
                </a:lnTo>
                <a:lnTo>
                  <a:pt x="4391025" y="314325"/>
                </a:lnTo>
                <a:lnTo>
                  <a:pt x="4057650" y="628650"/>
                </a:lnTo>
                <a:lnTo>
                  <a:pt x="0" y="628650"/>
                </a:lnTo>
                <a:close/>
              </a:path>
            </a:pathLst>
          </a:custGeom>
          <a:solidFill>
            <a:srgbClr val="064A9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metric_header_bg">
            <a:extLst>
              <a:ext uri="{FF2B5EF4-FFF2-40B4-BE49-F238E27FC236}">
                <a16:creationId xmlns:a16="http://schemas.microsoft.com/office/drawing/2014/main" id="{870BEC77-52A1-7E8C-0A5D-42E5CA291986}"/>
              </a:ext>
            </a:extLst>
          </p:cNvPr>
          <p:cNvSpPr/>
          <p:nvPr/>
        </p:nvSpPr>
        <p:spPr>
          <a:xfrm>
            <a:off x="9048750" y="2000250"/>
            <a:ext cx="2724151" cy="628651"/>
          </a:xfrm>
          <a:custGeom>
            <a:avLst/>
            <a:gdLst/>
            <a:ahLst/>
            <a:cxnLst/>
            <a:rect l="0" t="0" r="0" b="0"/>
            <a:pathLst>
              <a:path w="2724151" h="628651">
                <a:moveTo>
                  <a:pt x="0" y="0"/>
                </a:moveTo>
                <a:lnTo>
                  <a:pt x="2390775" y="0"/>
                </a:lnTo>
                <a:lnTo>
                  <a:pt x="2724150" y="314325"/>
                </a:lnTo>
                <a:lnTo>
                  <a:pt x="2390775" y="628650"/>
                </a:lnTo>
                <a:lnTo>
                  <a:pt x="0" y="628650"/>
                </a:lnTo>
                <a:close/>
              </a:path>
            </a:pathLst>
          </a:custGeom>
          <a:solidFill>
            <a:srgbClr val="064A9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metric_num_bg_0">
            <a:extLst>
              <a:ext uri="{FF2B5EF4-FFF2-40B4-BE49-F238E27FC236}">
                <a16:creationId xmlns:a16="http://schemas.microsoft.com/office/drawing/2014/main" id="{89A26E5A-730D-40E0-9E2D-641E025ADC93}"/>
              </a:ext>
            </a:extLst>
          </p:cNvPr>
          <p:cNvSpPr>
            <a:spLocks/>
          </p:cNvSpPr>
          <p:nvPr/>
        </p:nvSpPr>
        <p:spPr>
          <a:xfrm>
            <a:off x="9372600" y="2924175"/>
            <a:ext cx="533400" cy="533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65" name="metric_num_bg_1">
            <a:extLst>
              <a:ext uri="{FF2B5EF4-FFF2-40B4-BE49-F238E27FC236}">
                <a16:creationId xmlns:a16="http://schemas.microsoft.com/office/drawing/2014/main" id="{EEAF838F-493A-4C98-B96E-48FD78E70636}"/>
              </a:ext>
            </a:extLst>
          </p:cNvPr>
          <p:cNvSpPr>
            <a:spLocks/>
          </p:cNvSpPr>
          <p:nvPr/>
        </p:nvSpPr>
        <p:spPr>
          <a:xfrm>
            <a:off x="9372600" y="3819525"/>
            <a:ext cx="533400" cy="533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cxnSp>
        <p:nvCxnSpPr>
          <p:cNvPr id="71" name="header_rule">
            <a:extLst>
              <a:ext uri="{FF2B5EF4-FFF2-40B4-BE49-F238E27FC236}">
                <a16:creationId xmlns:a16="http://schemas.microsoft.com/office/drawing/2014/main" id="{A0CC11E0-6ADD-C2F8-DE5B-EA92C4CD26C3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header_accent">
            <a:extLst>
              <a:ext uri="{FF2B5EF4-FFF2-40B4-BE49-F238E27FC236}">
                <a16:creationId xmlns:a16="http://schemas.microsoft.com/office/drawing/2014/main" id="{126FE157-2E99-6A85-99BE-89F2CB91D61E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footer_rule">
            <a:extLst>
              <a:ext uri="{FF2B5EF4-FFF2-40B4-BE49-F238E27FC236}">
                <a16:creationId xmlns:a16="http://schemas.microsoft.com/office/drawing/2014/main" id="{7238DF73-9DB1-9CE0-AF7D-9712F03938A6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slide_title">
            <a:extLst>
              <a:ext uri="{FF2B5EF4-FFF2-40B4-BE49-F238E27FC236}">
                <a16:creationId xmlns:a16="http://schemas.microsoft.com/office/drawing/2014/main" id="{5254ACA2-1761-4378-8CAF-19A933C3D8B6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双筛整体评价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footer_text">
            <a:extLst>
              <a:ext uri="{FF2B5EF4-FFF2-40B4-BE49-F238E27FC236}">
                <a16:creationId xmlns:a16="http://schemas.microsoft.com/office/drawing/2014/main" id="{AAEFC281-C02C-497F-B6B0-C843CF0E63EF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" name="page_number">
            <a:extLst>
              <a:ext uri="{FF2B5EF4-FFF2-40B4-BE49-F238E27FC236}">
                <a16:creationId xmlns:a16="http://schemas.microsoft.com/office/drawing/2014/main" id="{6EFBC959-F7A4-4C02-A295-4B532BA1F2A0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22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text_0">
            <a:extLst>
              <a:ext uri="{FF2B5EF4-FFF2-40B4-BE49-F238E27FC236}">
                <a16:creationId xmlns:a16="http://schemas.microsoft.com/office/drawing/2014/main" id="{E324EBE3-3279-4BBF-83D4-F681C9EFFABC}"/>
              </a:ext>
            </a:extLst>
          </p:cNvPr>
          <p:cNvSpPr>
            <a:spLocks/>
          </p:cNvSpPr>
          <p:nvPr/>
        </p:nvSpPr>
        <p:spPr>
          <a:xfrm>
            <a:off x="657225" y="2066925"/>
            <a:ext cx="38671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四状态混淆矩阵（空表）</a:t>
            </a:r>
            <a:endParaRPr sz="247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text_1">
            <a:extLst>
              <a:ext uri="{FF2B5EF4-FFF2-40B4-BE49-F238E27FC236}">
                <a16:creationId xmlns:a16="http://schemas.microsoft.com/office/drawing/2014/main" id="{C32392A3-58A7-4172-BAC8-35688080B907}"/>
              </a:ext>
            </a:extLst>
          </p:cNvPr>
          <p:cNvSpPr>
            <a:spLocks/>
          </p:cNvSpPr>
          <p:nvPr/>
        </p:nvSpPr>
        <p:spPr>
          <a:xfrm>
            <a:off x="2543175" y="2781300"/>
            <a:ext cx="5715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4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预测状态</a:t>
            </a:r>
            <a:endParaRPr sz="24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74" name="module_confusion_0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49879E4F-B403-B121-802E-6A50E983E819}"/>
              </a:ext>
            </a:extLst>
          </p:cNvPr>
          <p:cNvGrpSpPr/>
          <p:nvPr/>
        </p:nvGrpSpPr>
        <p:grpSpPr>
          <a:xfrm>
            <a:off x="781050" y="3314700"/>
            <a:ext cx="1647825" cy="733425"/>
            <a:chOff x="781050" y="3314700"/>
            <a:chExt cx="1647825" cy="733425"/>
          </a:xfrm>
        </p:grpSpPr>
        <p:sp>
          <p:nvSpPr>
            <p:cNvPr id="8" name="confusion_0_0_bg">
              <a:extLst>
                <a:ext uri="{FF2B5EF4-FFF2-40B4-BE49-F238E27FC236}">
                  <a16:creationId xmlns:a16="http://schemas.microsoft.com/office/drawing/2014/main" id="{A5991029-AAB5-43CD-B6CF-A4065D1D9DD7}"/>
                </a:ext>
              </a:extLst>
            </p:cNvPr>
            <p:cNvSpPr>
              <a:spLocks/>
            </p:cNvSpPr>
            <p:nvPr/>
          </p:nvSpPr>
          <p:spPr>
            <a:xfrm>
              <a:off x="781050" y="3314700"/>
              <a:ext cx="1647825" cy="7334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9" name="confusion_0_0_text">
              <a:extLst>
                <a:ext uri="{FF2B5EF4-FFF2-40B4-BE49-F238E27FC236}">
                  <a16:creationId xmlns:a16="http://schemas.microsoft.com/office/drawing/2014/main" id="{19851B04-D9EB-4513-955A-6FB1E0996689}"/>
                </a:ext>
              </a:extLst>
            </p:cNvPr>
            <p:cNvSpPr>
              <a:spLocks/>
            </p:cNvSpPr>
            <p:nvPr/>
          </p:nvSpPr>
          <p:spPr>
            <a:xfrm>
              <a:off x="866775" y="3381375"/>
              <a:ext cx="1476375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真实状态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5" name="module_confusion_0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895ED6C-79C8-2BCE-0750-9D56767010C9}"/>
              </a:ext>
            </a:extLst>
          </p:cNvPr>
          <p:cNvGrpSpPr/>
          <p:nvPr/>
        </p:nvGrpSpPr>
        <p:grpSpPr>
          <a:xfrm>
            <a:off x="2428875" y="3314700"/>
            <a:ext cx="1485900" cy="733425"/>
            <a:chOff x="2428875" y="3314700"/>
            <a:chExt cx="1485900" cy="733425"/>
          </a:xfrm>
        </p:grpSpPr>
        <p:sp>
          <p:nvSpPr>
            <p:cNvPr id="10" name="confusion_0_1_bg">
              <a:extLst>
                <a:ext uri="{FF2B5EF4-FFF2-40B4-BE49-F238E27FC236}">
                  <a16:creationId xmlns:a16="http://schemas.microsoft.com/office/drawing/2014/main" id="{79551BFE-A05D-4D0A-9DE9-DB71680733FD}"/>
                </a:ext>
              </a:extLst>
            </p:cNvPr>
            <p:cNvSpPr>
              <a:spLocks/>
            </p:cNvSpPr>
            <p:nvPr/>
          </p:nvSpPr>
          <p:spPr>
            <a:xfrm>
              <a:off x="2428875" y="3314700"/>
              <a:ext cx="1485900" cy="7334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11" name="confusion_0_1_text">
              <a:extLst>
                <a:ext uri="{FF2B5EF4-FFF2-40B4-BE49-F238E27FC236}">
                  <a16:creationId xmlns:a16="http://schemas.microsoft.com/office/drawing/2014/main" id="{20813B34-7C32-46C1-B00A-58CD932C6E50}"/>
                </a:ext>
              </a:extLst>
            </p:cNvPr>
            <p:cNvSpPr>
              <a:spLocks/>
            </p:cNvSpPr>
            <p:nvPr/>
          </p:nvSpPr>
          <p:spPr>
            <a:xfrm>
              <a:off x="2514600" y="338137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无两病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6" name="module_confusion_0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F0F4D6F-D7A4-F139-9456-8EF6B17DCAB8}"/>
              </a:ext>
            </a:extLst>
          </p:cNvPr>
          <p:cNvGrpSpPr/>
          <p:nvPr/>
        </p:nvGrpSpPr>
        <p:grpSpPr>
          <a:xfrm>
            <a:off x="3914775" y="3314700"/>
            <a:ext cx="1485900" cy="733425"/>
            <a:chOff x="3914775" y="3314700"/>
            <a:chExt cx="1485900" cy="733425"/>
          </a:xfrm>
        </p:grpSpPr>
        <p:sp>
          <p:nvSpPr>
            <p:cNvPr id="12" name="confusion_0_2_bg">
              <a:extLst>
                <a:ext uri="{FF2B5EF4-FFF2-40B4-BE49-F238E27FC236}">
                  <a16:creationId xmlns:a16="http://schemas.microsoft.com/office/drawing/2014/main" id="{0ACC371B-A5F2-4E57-9D0E-D0306D9D6E7A}"/>
                </a:ext>
              </a:extLst>
            </p:cNvPr>
            <p:cNvSpPr>
              <a:spLocks/>
            </p:cNvSpPr>
            <p:nvPr/>
          </p:nvSpPr>
          <p:spPr>
            <a:xfrm>
              <a:off x="3914775" y="3314700"/>
              <a:ext cx="1485900" cy="7334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13" name="confusion_0_2_text">
              <a:extLst>
                <a:ext uri="{FF2B5EF4-FFF2-40B4-BE49-F238E27FC236}">
                  <a16:creationId xmlns:a16="http://schemas.microsoft.com/office/drawing/2014/main" id="{732564E2-E71E-437A-9279-493557578D25}"/>
                </a:ext>
              </a:extLst>
            </p:cNvPr>
            <p:cNvSpPr>
              <a:spLocks/>
            </p:cNvSpPr>
            <p:nvPr/>
          </p:nvSpPr>
          <p:spPr>
            <a:xfrm>
              <a:off x="4000500" y="338137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仅</a:t>
              </a:r>
              <a:r>
                <a:rPr 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7" name="module_confusion_0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14DC8C3-CB9E-EE71-813F-951F80260384}"/>
              </a:ext>
            </a:extLst>
          </p:cNvPr>
          <p:cNvGrpSpPr/>
          <p:nvPr/>
        </p:nvGrpSpPr>
        <p:grpSpPr>
          <a:xfrm>
            <a:off x="5400675" y="3314700"/>
            <a:ext cx="1485900" cy="733425"/>
            <a:chOff x="5400675" y="3314700"/>
            <a:chExt cx="1485900" cy="733425"/>
          </a:xfrm>
        </p:grpSpPr>
        <p:sp>
          <p:nvSpPr>
            <p:cNvPr id="14" name="confusion_0_3_bg">
              <a:extLst>
                <a:ext uri="{FF2B5EF4-FFF2-40B4-BE49-F238E27FC236}">
                  <a16:creationId xmlns:a16="http://schemas.microsoft.com/office/drawing/2014/main" id="{2CB60582-2339-4659-B759-8FC1BBD9831F}"/>
                </a:ext>
              </a:extLst>
            </p:cNvPr>
            <p:cNvSpPr>
              <a:spLocks/>
            </p:cNvSpPr>
            <p:nvPr/>
          </p:nvSpPr>
          <p:spPr>
            <a:xfrm>
              <a:off x="5400675" y="3314700"/>
              <a:ext cx="1485900" cy="7334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15" name="confusion_0_3_text">
              <a:extLst>
                <a:ext uri="{FF2B5EF4-FFF2-40B4-BE49-F238E27FC236}">
                  <a16:creationId xmlns:a16="http://schemas.microsoft.com/office/drawing/2014/main" id="{8FCEBC9B-D6D7-4BE7-868B-C606F0944F6F}"/>
                </a:ext>
              </a:extLst>
            </p:cNvPr>
            <p:cNvSpPr>
              <a:spLocks/>
            </p:cNvSpPr>
            <p:nvPr/>
          </p:nvSpPr>
          <p:spPr>
            <a:xfrm>
              <a:off x="5486400" y="338137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仅</a:t>
              </a:r>
              <a:r>
                <a:rPr 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8" name="module_confusion_0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9B4AF81A-C9AF-B848-9E66-3B8963BD73F8}"/>
              </a:ext>
            </a:extLst>
          </p:cNvPr>
          <p:cNvGrpSpPr/>
          <p:nvPr/>
        </p:nvGrpSpPr>
        <p:grpSpPr>
          <a:xfrm>
            <a:off x="6886575" y="3314700"/>
            <a:ext cx="1485900" cy="733425"/>
            <a:chOff x="6886575" y="3314700"/>
            <a:chExt cx="1485900" cy="733425"/>
          </a:xfrm>
        </p:grpSpPr>
        <p:sp>
          <p:nvSpPr>
            <p:cNvPr id="16" name="confusion_0_4_bg">
              <a:extLst>
                <a:ext uri="{FF2B5EF4-FFF2-40B4-BE49-F238E27FC236}">
                  <a16:creationId xmlns:a16="http://schemas.microsoft.com/office/drawing/2014/main" id="{9592E132-6742-410F-BC86-9AF35C8B4A51}"/>
                </a:ext>
              </a:extLst>
            </p:cNvPr>
            <p:cNvSpPr>
              <a:spLocks/>
            </p:cNvSpPr>
            <p:nvPr/>
          </p:nvSpPr>
          <p:spPr>
            <a:xfrm>
              <a:off x="6886575" y="3314700"/>
              <a:ext cx="1485900" cy="733425"/>
            </a:xfrm>
            <a:prstGeom prst="rect">
              <a:avLst/>
            </a:prstGeom>
            <a:solidFill>
              <a:srgbClr val="DCF0FB"/>
            </a:solidFill>
            <a:ln w="12383">
              <a:solidFill>
                <a:srgbClr val="D1E3EC"/>
              </a:solidFill>
            </a:ln>
          </p:spPr>
        </p:sp>
        <p:sp>
          <p:nvSpPr>
            <p:cNvPr id="17" name="confusion_0_4_text">
              <a:extLst>
                <a:ext uri="{FF2B5EF4-FFF2-40B4-BE49-F238E27FC236}">
                  <a16:creationId xmlns:a16="http://schemas.microsoft.com/office/drawing/2014/main" id="{B6831EA8-502B-4F2D-882E-8583886E3B54}"/>
                </a:ext>
              </a:extLst>
            </p:cNvPr>
            <p:cNvSpPr>
              <a:spLocks/>
            </p:cNvSpPr>
            <p:nvPr/>
          </p:nvSpPr>
          <p:spPr>
            <a:xfrm>
              <a:off x="6972300" y="3381375"/>
              <a:ext cx="1314450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303842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30384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两病并存</a:t>
              </a:r>
              <a:endParaRPr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79" name="module_confusion_1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21E99903-5332-6B99-4180-F0BCD1753EE8}"/>
              </a:ext>
            </a:extLst>
          </p:cNvPr>
          <p:cNvGrpSpPr/>
          <p:nvPr/>
        </p:nvGrpSpPr>
        <p:grpSpPr>
          <a:xfrm>
            <a:off x="781050" y="4048125"/>
            <a:ext cx="1647825" cy="733425"/>
            <a:chOff x="781050" y="4048125"/>
            <a:chExt cx="1647825" cy="733425"/>
          </a:xfrm>
        </p:grpSpPr>
        <p:sp>
          <p:nvSpPr>
            <p:cNvPr id="18" name="confusion_1_0_bg">
              <a:extLst>
                <a:ext uri="{FF2B5EF4-FFF2-40B4-BE49-F238E27FC236}">
                  <a16:creationId xmlns:a16="http://schemas.microsoft.com/office/drawing/2014/main" id="{1B72D741-1D63-4514-B8EB-AF94BD2B4508}"/>
                </a:ext>
              </a:extLst>
            </p:cNvPr>
            <p:cNvSpPr>
              <a:spLocks/>
            </p:cNvSpPr>
            <p:nvPr/>
          </p:nvSpPr>
          <p:spPr>
            <a:xfrm>
              <a:off x="781050" y="4048125"/>
              <a:ext cx="1647825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19" name="confusion_1_0_text">
              <a:extLst>
                <a:ext uri="{FF2B5EF4-FFF2-40B4-BE49-F238E27FC236}">
                  <a16:creationId xmlns:a16="http://schemas.microsoft.com/office/drawing/2014/main" id="{EB09FFE5-10D2-42B9-A948-06A39D9AEF13}"/>
                </a:ext>
              </a:extLst>
            </p:cNvPr>
            <p:cNvSpPr>
              <a:spLocks/>
            </p:cNvSpPr>
            <p:nvPr/>
          </p:nvSpPr>
          <p:spPr>
            <a:xfrm>
              <a:off x="866775" y="4114800"/>
              <a:ext cx="1476375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无两病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4" name="module_confusion_2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B8F89FA-130B-7FED-6D2D-9042474053F2}"/>
              </a:ext>
            </a:extLst>
          </p:cNvPr>
          <p:cNvGrpSpPr/>
          <p:nvPr/>
        </p:nvGrpSpPr>
        <p:grpSpPr>
          <a:xfrm>
            <a:off x="781050" y="4781550"/>
            <a:ext cx="1647825" cy="733425"/>
            <a:chOff x="781050" y="4781550"/>
            <a:chExt cx="1647825" cy="733425"/>
          </a:xfrm>
        </p:grpSpPr>
        <p:sp>
          <p:nvSpPr>
            <p:cNvPr id="28" name="confusion_2_0_bg">
              <a:extLst>
                <a:ext uri="{FF2B5EF4-FFF2-40B4-BE49-F238E27FC236}">
                  <a16:creationId xmlns:a16="http://schemas.microsoft.com/office/drawing/2014/main" id="{3199BB2E-F461-4756-BF07-B9EB99510682}"/>
                </a:ext>
              </a:extLst>
            </p:cNvPr>
            <p:cNvSpPr>
              <a:spLocks/>
            </p:cNvSpPr>
            <p:nvPr/>
          </p:nvSpPr>
          <p:spPr>
            <a:xfrm>
              <a:off x="781050" y="4781550"/>
              <a:ext cx="1647825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29" name="confusion_2_0_text">
              <a:extLst>
                <a:ext uri="{FF2B5EF4-FFF2-40B4-BE49-F238E27FC236}">
                  <a16:creationId xmlns:a16="http://schemas.microsoft.com/office/drawing/2014/main" id="{27DB5C41-83DF-498C-9ACA-7117977E9AEA}"/>
                </a:ext>
              </a:extLst>
            </p:cNvPr>
            <p:cNvSpPr>
              <a:spLocks/>
            </p:cNvSpPr>
            <p:nvPr/>
          </p:nvSpPr>
          <p:spPr>
            <a:xfrm>
              <a:off x="866775" y="4848225"/>
              <a:ext cx="1476375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仅</a:t>
              </a: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DR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89" name="module_confusion_3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0747898E-342F-13A9-8F78-EE46C497DF00}"/>
              </a:ext>
            </a:extLst>
          </p:cNvPr>
          <p:cNvGrpSpPr/>
          <p:nvPr/>
        </p:nvGrpSpPr>
        <p:grpSpPr>
          <a:xfrm>
            <a:off x="781050" y="5514975"/>
            <a:ext cx="1647825" cy="733425"/>
            <a:chOff x="781050" y="5514975"/>
            <a:chExt cx="1647825" cy="733425"/>
          </a:xfrm>
        </p:grpSpPr>
        <p:sp>
          <p:nvSpPr>
            <p:cNvPr id="38" name="confusion_3_0_bg">
              <a:extLst>
                <a:ext uri="{FF2B5EF4-FFF2-40B4-BE49-F238E27FC236}">
                  <a16:creationId xmlns:a16="http://schemas.microsoft.com/office/drawing/2014/main" id="{9A8AE5CC-E397-462E-B097-24AD044FE5D5}"/>
                </a:ext>
              </a:extLst>
            </p:cNvPr>
            <p:cNvSpPr>
              <a:spLocks/>
            </p:cNvSpPr>
            <p:nvPr/>
          </p:nvSpPr>
          <p:spPr>
            <a:xfrm>
              <a:off x="781050" y="5514975"/>
              <a:ext cx="1647825" cy="733425"/>
            </a:xfrm>
            <a:prstGeom prst="rect">
              <a:avLst/>
            </a:prstGeom>
            <a:solidFill>
              <a:srgbClr val="EAF6FD"/>
            </a:solidFill>
            <a:ln w="12383">
              <a:solidFill>
                <a:srgbClr val="D1E3EC"/>
              </a:solidFill>
            </a:ln>
          </p:spPr>
        </p:sp>
        <p:sp>
          <p:nvSpPr>
            <p:cNvPr id="39" name="confusion_3_0_text">
              <a:extLst>
                <a:ext uri="{FF2B5EF4-FFF2-40B4-BE49-F238E27FC236}">
                  <a16:creationId xmlns:a16="http://schemas.microsoft.com/office/drawing/2014/main" id="{11A9C799-70B5-44DB-9B34-DD9EB86E21A0}"/>
                </a:ext>
              </a:extLst>
            </p:cNvPr>
            <p:cNvSpPr>
              <a:spLocks/>
            </p:cNvSpPr>
            <p:nvPr/>
          </p:nvSpPr>
          <p:spPr>
            <a:xfrm>
              <a:off x="866775" y="5581650"/>
              <a:ext cx="1476375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仅</a:t>
              </a:r>
              <a:r>
                <a:rPr 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DKD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grpSp>
        <p:nvGrpSpPr>
          <p:cNvPr id="94" name="module_confusion_4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8C8743DB-1299-1455-170A-B6B8C9CD3500}"/>
              </a:ext>
            </a:extLst>
          </p:cNvPr>
          <p:cNvGrpSpPr/>
          <p:nvPr/>
        </p:nvGrpSpPr>
        <p:grpSpPr>
          <a:xfrm>
            <a:off x="781050" y="6248400"/>
            <a:ext cx="1647825" cy="733425"/>
            <a:chOff x="781050" y="6248400"/>
            <a:chExt cx="1647825" cy="733425"/>
          </a:xfrm>
        </p:grpSpPr>
        <p:sp>
          <p:nvSpPr>
            <p:cNvPr id="48" name="confusion_4_0_bg">
              <a:extLst>
                <a:ext uri="{FF2B5EF4-FFF2-40B4-BE49-F238E27FC236}">
                  <a16:creationId xmlns:a16="http://schemas.microsoft.com/office/drawing/2014/main" id="{7AB44713-3730-4CA3-B9B1-E58CBD225947}"/>
                </a:ext>
              </a:extLst>
            </p:cNvPr>
            <p:cNvSpPr>
              <a:spLocks/>
            </p:cNvSpPr>
            <p:nvPr/>
          </p:nvSpPr>
          <p:spPr>
            <a:xfrm>
              <a:off x="781050" y="6248400"/>
              <a:ext cx="1647825" cy="733425"/>
            </a:xfrm>
            <a:prstGeom prst="rect">
              <a:avLst/>
            </a:prstGeom>
            <a:solidFill>
              <a:srgbClr val="FFFFFF"/>
            </a:solidFill>
            <a:ln w="12383">
              <a:solidFill>
                <a:srgbClr val="D1E3EC"/>
              </a:solidFill>
            </a:ln>
          </p:spPr>
        </p:sp>
        <p:sp>
          <p:nvSpPr>
            <p:cNvPr id="49" name="confusion_4_0_text">
              <a:extLst>
                <a:ext uri="{FF2B5EF4-FFF2-40B4-BE49-F238E27FC236}">
                  <a16:creationId xmlns:a16="http://schemas.microsoft.com/office/drawing/2014/main" id="{00E8D864-260A-476E-B51C-71B152F6BC8A}"/>
                </a:ext>
              </a:extLst>
            </p:cNvPr>
            <p:cNvSpPr>
              <a:spLocks/>
            </p:cNvSpPr>
            <p:nvPr/>
          </p:nvSpPr>
          <p:spPr>
            <a:xfrm>
              <a:off x="866775" y="6315075"/>
              <a:ext cx="1476375" cy="600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250" b="1">
                  <a:solidFill>
                    <a:srgbClr val="064A9D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250" b="1">
                  <a:solidFill>
                    <a:srgbClr val="064A9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两病并存</a:t>
              </a:r>
              <a:endParaRPr sz="22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59" name="text_2">
            <a:extLst>
              <a:ext uri="{FF2B5EF4-FFF2-40B4-BE49-F238E27FC236}">
                <a16:creationId xmlns:a16="http://schemas.microsoft.com/office/drawing/2014/main" id="{02CE5559-A896-4659-90B5-3F2E30F9AC33}"/>
              </a:ext>
            </a:extLst>
          </p:cNvPr>
          <p:cNvSpPr>
            <a:spLocks/>
          </p:cNvSpPr>
          <p:nvPr/>
        </p:nvSpPr>
        <p:spPr>
          <a:xfrm>
            <a:off x="9229725" y="2066925"/>
            <a:ext cx="20764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评价指标</a:t>
            </a:r>
            <a:endParaRPr sz="247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2" name="metric_num_0">
            <a:extLst>
              <a:ext uri="{FF2B5EF4-FFF2-40B4-BE49-F238E27FC236}">
                <a16:creationId xmlns:a16="http://schemas.microsoft.com/office/drawing/2014/main" id="{1A659EC5-5CBF-4545-B8B5-D2189F44C35F}"/>
              </a:ext>
            </a:extLst>
          </p:cNvPr>
          <p:cNvSpPr>
            <a:spLocks/>
          </p:cNvSpPr>
          <p:nvPr/>
        </p:nvSpPr>
        <p:spPr>
          <a:xfrm>
            <a:off x="9372600" y="2962275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</a:t>
            </a:r>
            <a:endParaRPr sz="202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3" name="text_3">
            <a:extLst>
              <a:ext uri="{FF2B5EF4-FFF2-40B4-BE49-F238E27FC236}">
                <a16:creationId xmlns:a16="http://schemas.microsoft.com/office/drawing/2014/main" id="{60629174-7ABA-4F71-8635-87EB6F5B4073}"/>
              </a:ext>
            </a:extLst>
          </p:cNvPr>
          <p:cNvSpPr>
            <a:spLocks/>
          </p:cNvSpPr>
          <p:nvPr/>
        </p:nvSpPr>
        <p:spPr>
          <a:xfrm>
            <a:off x="10106025" y="2905125"/>
            <a:ext cx="50863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四状态宏平均</a:t>
            </a:r>
            <a:r>
              <a:rPr lang="en-US" altLang="zh-CN" sz="23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F1</a:t>
            </a:r>
            <a:endParaRPr sz="23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6" name="metric_num_1">
            <a:extLst>
              <a:ext uri="{FF2B5EF4-FFF2-40B4-BE49-F238E27FC236}">
                <a16:creationId xmlns:a16="http://schemas.microsoft.com/office/drawing/2014/main" id="{6D5C8A83-C979-4A5F-B66C-E487ED272255}"/>
              </a:ext>
            </a:extLst>
          </p:cNvPr>
          <p:cNvSpPr>
            <a:spLocks/>
          </p:cNvSpPr>
          <p:nvPr/>
        </p:nvSpPr>
        <p:spPr>
          <a:xfrm>
            <a:off x="9372600" y="3857625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</a:t>
            </a:r>
            <a:endParaRPr sz="202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67" name="text_4">
            <a:extLst>
              <a:ext uri="{FF2B5EF4-FFF2-40B4-BE49-F238E27FC236}">
                <a16:creationId xmlns:a16="http://schemas.microsoft.com/office/drawing/2014/main" id="{D88F286E-5E23-4E12-B4B0-08547220B6DC}"/>
              </a:ext>
            </a:extLst>
          </p:cNvPr>
          <p:cNvSpPr>
            <a:spLocks/>
          </p:cNvSpPr>
          <p:nvPr/>
        </p:nvSpPr>
        <p:spPr>
          <a:xfrm>
            <a:off x="10106025" y="3800475"/>
            <a:ext cx="50863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0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联合准确率：两项判断均正确的比例</a:t>
            </a:r>
            <a:endParaRPr sz="20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53149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ootstrap_retina_0_image_backplate">
            <a:extLst>
              <a:ext uri="{FF2B5EF4-FFF2-40B4-BE49-F238E27FC236}">
                <a16:creationId xmlns:a16="http://schemas.microsoft.com/office/drawing/2014/main" id="{CAC6A753-CEFF-462C-B1D1-1440022E443D}"/>
              </a:ext>
            </a:extLst>
          </p:cNvPr>
          <p:cNvSpPr>
            <a:spLocks/>
          </p:cNvSpPr>
          <p:nvPr/>
        </p:nvSpPr>
        <p:spPr>
          <a:xfrm>
            <a:off x="8172450" y="6419850"/>
            <a:ext cx="1504950" cy="15049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bootstrap_retina_1_image_backplate">
            <a:extLst>
              <a:ext uri="{FF2B5EF4-FFF2-40B4-BE49-F238E27FC236}">
                <a16:creationId xmlns:a16="http://schemas.microsoft.com/office/drawing/2014/main" id="{DD7355A4-3CB7-4591-86D1-B69247204F9F}"/>
              </a:ext>
            </a:extLst>
          </p:cNvPr>
          <p:cNvSpPr>
            <a:spLocks/>
          </p:cNvSpPr>
          <p:nvPr/>
        </p:nvSpPr>
        <p:spPr>
          <a:xfrm>
            <a:off x="8429625" y="6419850"/>
            <a:ext cx="1504950" cy="15049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bootstrap_retina_2_image_backplate">
            <a:extLst>
              <a:ext uri="{FF2B5EF4-FFF2-40B4-BE49-F238E27FC236}">
                <a16:creationId xmlns:a16="http://schemas.microsoft.com/office/drawing/2014/main" id="{133FFA27-7B35-48C6-8D93-4815D43377F8}"/>
              </a:ext>
            </a:extLst>
          </p:cNvPr>
          <p:cNvSpPr>
            <a:spLocks/>
          </p:cNvSpPr>
          <p:nvPr/>
        </p:nvSpPr>
        <p:spPr>
          <a:xfrm>
            <a:off x="8686800" y="6419850"/>
            <a:ext cx="1504950" cy="15049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dkd_eval_retina_image_backplate">
            <a:extLst>
              <a:ext uri="{FF2B5EF4-FFF2-40B4-BE49-F238E27FC236}">
                <a16:creationId xmlns:a16="http://schemas.microsoft.com/office/drawing/2014/main" id="{A29D9EBE-9251-48BF-9BBC-C2744BCE1CCA}"/>
              </a:ext>
            </a:extLst>
          </p:cNvPr>
          <p:cNvSpPr>
            <a:spLocks/>
          </p:cNvSpPr>
          <p:nvPr/>
        </p:nvSpPr>
        <p:spPr>
          <a:xfrm>
            <a:off x="13373100" y="2857500"/>
            <a:ext cx="1752600" cy="1752600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5" name="dr_eval_retina_image_backplate">
            <a:extLst>
              <a:ext uri="{FF2B5EF4-FFF2-40B4-BE49-F238E27FC236}">
                <a16:creationId xmlns:a16="http://schemas.microsoft.com/office/drawing/2014/main" id="{EFE97E9A-23D7-4A8C-83B7-89B0B711AA55}"/>
              </a:ext>
            </a:extLst>
          </p:cNvPr>
          <p:cNvSpPr>
            <a:spLocks/>
          </p:cNvSpPr>
          <p:nvPr/>
        </p:nvSpPr>
        <p:spPr>
          <a:xfrm>
            <a:off x="6334125" y="2867025"/>
            <a:ext cx="1724025" cy="1724025"/>
          </a:xfrm>
          <a:prstGeom prst="ellipse">
            <a:avLst/>
          </a:prstGeom>
          <a:solidFill>
            <a:srgbClr val="F3FAFE"/>
          </a:solidFill>
          <a:ln w="0">
            <a:noFill/>
          </a:ln>
        </p:spPr>
      </p:sp>
      <p:sp>
        <p:nvSpPr>
          <p:cNvPr id="9" name="dr_eval_bg">
            <a:extLst>
              <a:ext uri="{FF2B5EF4-FFF2-40B4-BE49-F238E27FC236}">
                <a16:creationId xmlns:a16="http://schemas.microsoft.com/office/drawing/2014/main" id="{FE7D788C-39A4-4D65-9927-70F9C3005E3A}"/>
              </a:ext>
            </a:extLst>
          </p:cNvPr>
          <p:cNvSpPr>
            <a:spLocks/>
          </p:cNvSpPr>
          <p:nvPr/>
        </p:nvSpPr>
        <p:spPr>
          <a:xfrm>
            <a:off x="514350" y="2133600"/>
            <a:ext cx="7858125" cy="3038475"/>
          </a:xfrm>
          <a:prstGeom prst="roundRect">
            <a:avLst>
              <a:gd name="adj" fmla="val 3762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0" name="dkd_eval_bg">
            <a:extLst>
              <a:ext uri="{FF2B5EF4-FFF2-40B4-BE49-F238E27FC236}">
                <a16:creationId xmlns:a16="http://schemas.microsoft.com/office/drawing/2014/main" id="{6EDF6690-4496-4296-806B-FA4808C04A2C}"/>
              </a:ext>
            </a:extLst>
          </p:cNvPr>
          <p:cNvSpPr>
            <a:spLocks/>
          </p:cNvSpPr>
          <p:nvPr/>
        </p:nvSpPr>
        <p:spPr>
          <a:xfrm>
            <a:off x="8658225" y="2133600"/>
            <a:ext cx="6781800" cy="3038475"/>
          </a:xfrm>
          <a:prstGeom prst="roundRect">
            <a:avLst>
              <a:gd name="adj" fmla="val 3762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11" name="dr_eval_header">
            <a:extLst>
              <a:ext uri="{FF2B5EF4-FFF2-40B4-BE49-F238E27FC236}">
                <a16:creationId xmlns:a16="http://schemas.microsoft.com/office/drawing/2014/main" id="{818B894D-C127-4378-8A9E-DA169BFB53B8}"/>
              </a:ext>
            </a:extLst>
          </p:cNvPr>
          <p:cNvSpPr>
            <a:spLocks/>
          </p:cNvSpPr>
          <p:nvPr/>
        </p:nvSpPr>
        <p:spPr>
          <a:xfrm>
            <a:off x="523875" y="2143125"/>
            <a:ext cx="7839075" cy="971550"/>
          </a:xfrm>
          <a:prstGeom prst="roundRect">
            <a:avLst>
              <a:gd name="adj" fmla="val 11765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12" name="dkd_eval_header">
            <a:extLst>
              <a:ext uri="{FF2B5EF4-FFF2-40B4-BE49-F238E27FC236}">
                <a16:creationId xmlns:a16="http://schemas.microsoft.com/office/drawing/2014/main" id="{FFFD44E6-FCCF-4189-973B-8C989D10DE31}"/>
              </a:ext>
            </a:extLst>
          </p:cNvPr>
          <p:cNvSpPr>
            <a:spLocks/>
          </p:cNvSpPr>
          <p:nvPr/>
        </p:nvSpPr>
        <p:spPr>
          <a:xfrm>
            <a:off x="8667750" y="2143125"/>
            <a:ext cx="6762750" cy="971550"/>
          </a:xfrm>
          <a:prstGeom prst="roundRect">
            <a:avLst>
              <a:gd name="adj" fmla="val 11765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17" name="bullet_2">
            <a:extLst>
              <a:ext uri="{FF2B5EF4-FFF2-40B4-BE49-F238E27FC236}">
                <a16:creationId xmlns:a16="http://schemas.microsoft.com/office/drawing/2014/main" id="{0A02392F-C9F7-4506-8420-1EE89799B4A8}"/>
              </a:ext>
            </a:extLst>
          </p:cNvPr>
          <p:cNvSpPr>
            <a:spLocks/>
          </p:cNvSpPr>
          <p:nvPr/>
        </p:nvSpPr>
        <p:spPr>
          <a:xfrm>
            <a:off x="847725" y="3629025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19" name="bullet_4">
            <a:extLst>
              <a:ext uri="{FF2B5EF4-FFF2-40B4-BE49-F238E27FC236}">
                <a16:creationId xmlns:a16="http://schemas.microsoft.com/office/drawing/2014/main" id="{5B7228C2-3BA1-4842-978B-7992287932AF}"/>
              </a:ext>
            </a:extLst>
          </p:cNvPr>
          <p:cNvSpPr>
            <a:spLocks/>
          </p:cNvSpPr>
          <p:nvPr/>
        </p:nvSpPr>
        <p:spPr>
          <a:xfrm>
            <a:off x="847725" y="4591050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1" name="bullet_6">
            <a:extLst>
              <a:ext uri="{FF2B5EF4-FFF2-40B4-BE49-F238E27FC236}">
                <a16:creationId xmlns:a16="http://schemas.microsoft.com/office/drawing/2014/main" id="{CF931410-3BEA-4F73-9FA5-FE7325CE633A}"/>
              </a:ext>
            </a:extLst>
          </p:cNvPr>
          <p:cNvSpPr>
            <a:spLocks/>
          </p:cNvSpPr>
          <p:nvPr/>
        </p:nvSpPr>
        <p:spPr>
          <a:xfrm>
            <a:off x="8972550" y="3629025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3" name="bullet_8">
            <a:extLst>
              <a:ext uri="{FF2B5EF4-FFF2-40B4-BE49-F238E27FC236}">
                <a16:creationId xmlns:a16="http://schemas.microsoft.com/office/drawing/2014/main" id="{C81A60A0-9E06-40FA-8FA1-9C7B24807D53}"/>
              </a:ext>
            </a:extLst>
          </p:cNvPr>
          <p:cNvSpPr>
            <a:spLocks/>
          </p:cNvSpPr>
          <p:nvPr/>
        </p:nvSpPr>
        <p:spPr>
          <a:xfrm>
            <a:off x="8972550" y="4543425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25" name="calibration_bg">
            <a:extLst>
              <a:ext uri="{FF2B5EF4-FFF2-40B4-BE49-F238E27FC236}">
                <a16:creationId xmlns:a16="http://schemas.microsoft.com/office/drawing/2014/main" id="{819E09D6-D490-4577-B93D-0617ED746E7F}"/>
              </a:ext>
            </a:extLst>
          </p:cNvPr>
          <p:cNvSpPr>
            <a:spLocks/>
          </p:cNvSpPr>
          <p:nvPr/>
        </p:nvSpPr>
        <p:spPr>
          <a:xfrm>
            <a:off x="514350" y="5476875"/>
            <a:ext cx="14925675" cy="2371725"/>
          </a:xfrm>
          <a:prstGeom prst="roundRect">
            <a:avLst>
              <a:gd name="adj" fmla="val 4819"/>
            </a:avLst>
          </a:prstGeom>
          <a:gradFill flip="none" rotWithShape="1">
            <a:gsLst>
              <a:gs pos="0">
                <a:srgbClr val="FFFFFF"/>
              </a:gs>
              <a:gs pos="100000">
                <a:srgbClr val="F0F9FE"/>
              </a:gs>
            </a:gsLst>
            <a:lin ang="5400000" scaled="1"/>
            <a:tileRect/>
          </a:gradFill>
          <a:ln w="12383">
            <a:solidFill>
              <a:srgbClr val="81BEE7"/>
            </a:solidFill>
          </a:ln>
        </p:spPr>
      </p:sp>
      <p:sp>
        <p:nvSpPr>
          <p:cNvPr id="26" name="calibration_header">
            <a:extLst>
              <a:ext uri="{FF2B5EF4-FFF2-40B4-BE49-F238E27FC236}">
                <a16:creationId xmlns:a16="http://schemas.microsoft.com/office/drawing/2014/main" id="{2F8F5D51-78DE-4352-B10E-D5C91337F147}"/>
              </a:ext>
            </a:extLst>
          </p:cNvPr>
          <p:cNvSpPr>
            <a:spLocks/>
          </p:cNvSpPr>
          <p:nvPr/>
        </p:nvSpPr>
        <p:spPr>
          <a:xfrm>
            <a:off x="523875" y="5486400"/>
            <a:ext cx="14906625" cy="809625"/>
          </a:xfrm>
          <a:prstGeom prst="roundRect">
            <a:avLst>
              <a:gd name="adj" fmla="val 14118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29" name="bullet_11">
            <a:extLst>
              <a:ext uri="{FF2B5EF4-FFF2-40B4-BE49-F238E27FC236}">
                <a16:creationId xmlns:a16="http://schemas.microsoft.com/office/drawing/2014/main" id="{AA7F4EF5-6256-4FBF-8928-86E7B753E0AB}"/>
              </a:ext>
            </a:extLst>
          </p:cNvPr>
          <p:cNvSpPr>
            <a:spLocks/>
          </p:cNvSpPr>
          <p:nvPr/>
        </p:nvSpPr>
        <p:spPr>
          <a:xfrm>
            <a:off x="828675" y="6743700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sp>
        <p:nvSpPr>
          <p:cNvPr id="31" name="bullet_13">
            <a:extLst>
              <a:ext uri="{FF2B5EF4-FFF2-40B4-BE49-F238E27FC236}">
                <a16:creationId xmlns:a16="http://schemas.microsoft.com/office/drawing/2014/main" id="{9BD80025-6491-448E-82A8-7504FC75AD9A}"/>
              </a:ext>
            </a:extLst>
          </p:cNvPr>
          <p:cNvSpPr>
            <a:spLocks/>
          </p:cNvSpPr>
          <p:nvPr/>
        </p:nvSpPr>
        <p:spPr>
          <a:xfrm>
            <a:off x="828675" y="7419975"/>
            <a:ext cx="152400" cy="152400"/>
          </a:xfrm>
          <a:prstGeom prst="ellipse">
            <a:avLst/>
          </a:prstGeom>
          <a:solidFill>
            <a:srgbClr val="0865BE"/>
          </a:solidFill>
          <a:ln w="0">
            <a:noFill/>
          </a:ln>
        </p:spPr>
      </p:sp>
      <p:pic>
        <p:nvPicPr>
          <p:cNvPr id="71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72" name="dr_eval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6334125" y="2867025"/>
            <a:ext cx="1724025" cy="1724025"/>
          </a:xfrm>
          <a:prstGeom prst="ellipse">
            <a:avLst/>
          </a:prstGeom>
        </p:spPr>
      </p:pic>
      <p:pic>
        <p:nvPicPr>
          <p:cNvPr id="73" name="dkd_eval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13373100" y="2857500"/>
            <a:ext cx="1752600" cy="1752600"/>
          </a:xfrm>
          <a:prstGeom prst="ellipse">
            <a:avLst/>
          </a:prstGeom>
        </p:spPr>
      </p:pic>
      <p:pic>
        <p:nvPicPr>
          <p:cNvPr id="74" name="bootstrap_retina_2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8686800" y="6419850"/>
            <a:ext cx="1504950" cy="1504950"/>
          </a:xfrm>
          <a:prstGeom prst="ellipse">
            <a:avLst/>
          </a:prstGeom>
        </p:spPr>
      </p:pic>
      <p:pic>
        <p:nvPicPr>
          <p:cNvPr id="75" name="bootstrap_retina_1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8429625" y="6419850"/>
            <a:ext cx="1504950" cy="1504950"/>
          </a:xfrm>
          <a:prstGeom prst="ellipse">
            <a:avLst/>
          </a:prstGeom>
        </p:spPr>
      </p:pic>
      <p:pic>
        <p:nvPicPr>
          <p:cNvPr id="76" name="bootstrap_retina_0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8172450" y="6419850"/>
            <a:ext cx="1504950" cy="1504950"/>
          </a:xfrm>
          <a:prstGeom prst="ellipse">
            <a:avLst/>
          </a:prstGeom>
        </p:spPr>
      </p:pic>
      <p:sp>
        <p:nvSpPr>
          <p:cNvPr id="13" name="dr_eval_icon_bg">
            <a:extLst>
              <a:ext uri="{FF2B5EF4-FFF2-40B4-BE49-F238E27FC236}">
                <a16:creationId xmlns:a16="http://schemas.microsoft.com/office/drawing/2014/main" id="{58BD4035-322A-4BCF-8912-A17A7AA35629}"/>
              </a:ext>
            </a:extLst>
          </p:cNvPr>
          <p:cNvSpPr>
            <a:spLocks/>
          </p:cNvSpPr>
          <p:nvPr/>
        </p:nvSpPr>
        <p:spPr>
          <a:xfrm>
            <a:off x="790575" y="2105025"/>
            <a:ext cx="1019175" cy="1019175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sp>
        <p:nvSpPr>
          <p:cNvPr id="15" name="dkd_eval_icon_bg">
            <a:extLst>
              <a:ext uri="{FF2B5EF4-FFF2-40B4-BE49-F238E27FC236}">
                <a16:creationId xmlns:a16="http://schemas.microsoft.com/office/drawing/2014/main" id="{8C89265E-8AB5-4EFC-A510-D0BC920F7A89}"/>
              </a:ext>
            </a:extLst>
          </p:cNvPr>
          <p:cNvSpPr>
            <a:spLocks/>
          </p:cNvSpPr>
          <p:nvPr/>
        </p:nvSpPr>
        <p:spPr>
          <a:xfrm>
            <a:off x="8924925" y="2105025"/>
            <a:ext cx="1019175" cy="1019175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sp>
        <p:nvSpPr>
          <p:cNvPr id="27" name="calibration_icon_bg">
            <a:extLst>
              <a:ext uri="{FF2B5EF4-FFF2-40B4-BE49-F238E27FC236}">
                <a16:creationId xmlns:a16="http://schemas.microsoft.com/office/drawing/2014/main" id="{18CA9915-2BC1-47D9-8155-B40A7F28EDB5}"/>
              </a:ext>
            </a:extLst>
          </p:cNvPr>
          <p:cNvSpPr>
            <a:spLocks/>
          </p:cNvSpPr>
          <p:nvPr/>
        </p:nvSpPr>
        <p:spPr>
          <a:xfrm>
            <a:off x="800100" y="5486400"/>
            <a:ext cx="866775" cy="866775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grpSp>
        <p:nvGrpSpPr>
          <p:cNvPr id="35" name="icon_dr_eval_eye" descr="原生矢量组件，可取消组合编辑各个形状">
            <a:extLst>
              <a:ext uri="{FF2B5EF4-FFF2-40B4-BE49-F238E27FC236}">
                <a16:creationId xmlns:a16="http://schemas.microsoft.com/office/drawing/2014/main" id="{9A8A7D84-274A-C500-3664-6BC305C39CFB}"/>
              </a:ext>
            </a:extLst>
          </p:cNvPr>
          <p:cNvGrpSpPr/>
          <p:nvPr/>
        </p:nvGrpSpPr>
        <p:grpSpPr>
          <a:xfrm>
            <a:off x="1042416" y="2391727"/>
            <a:ext cx="534544" cy="453201"/>
            <a:chOff x="1042416" y="2391727"/>
            <a:chExt cx="534544" cy="453201"/>
          </a:xfrm>
        </p:grpSpPr>
        <p:sp>
          <p:nvSpPr>
            <p:cNvPr id="33" name="dr_eval_eye_part_0">
              <a:extLst>
                <a:ext uri="{FF2B5EF4-FFF2-40B4-BE49-F238E27FC236}">
                  <a16:creationId xmlns:a16="http://schemas.microsoft.com/office/drawing/2014/main" id="{B8391E80-940A-8C55-A26C-3ECD65C7A917}"/>
                </a:ext>
              </a:extLst>
            </p:cNvPr>
            <p:cNvSpPr/>
            <p:nvPr/>
          </p:nvSpPr>
          <p:spPr>
            <a:xfrm>
              <a:off x="1042416" y="2391727"/>
              <a:ext cx="534544" cy="453201"/>
            </a:xfrm>
            <a:custGeom>
              <a:avLst/>
              <a:gdLst/>
              <a:ahLst/>
              <a:cxnLst/>
              <a:rect l="0" t="0" r="0" b="0"/>
              <a:pathLst>
                <a:path w="534544" h="453201">
                  <a:moveTo>
                    <a:pt x="0" y="232411"/>
                  </a:moveTo>
                  <a:cubicBezTo>
                    <a:pt x="116205" y="40672"/>
                    <a:pt x="383477" y="0"/>
                    <a:pt x="534543" y="232411"/>
                  </a:cubicBezTo>
                  <a:cubicBezTo>
                    <a:pt x="383477" y="441580"/>
                    <a:pt x="127825" y="453200"/>
                    <a:pt x="0" y="232411"/>
                  </a:cubicBezTo>
                  <a:close/>
                </a:path>
              </a:pathLst>
            </a:custGeom>
            <a:noFill/>
            <a:ln w="23241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dr_eval_eye_part_1">
              <a:extLst>
                <a:ext uri="{FF2B5EF4-FFF2-40B4-BE49-F238E27FC236}">
                  <a16:creationId xmlns:a16="http://schemas.microsoft.com/office/drawing/2014/main" id="{33B3E2F2-FCD5-4DC8-D2C3-D257E1F8EBFF}"/>
                </a:ext>
              </a:extLst>
            </p:cNvPr>
            <p:cNvSpPr/>
            <p:nvPr/>
          </p:nvSpPr>
          <p:spPr>
            <a:xfrm>
              <a:off x="1216724" y="2513743"/>
              <a:ext cx="191738" cy="220789"/>
            </a:xfrm>
            <a:prstGeom prst="ellipse">
              <a:avLst/>
            </a:prstGeom>
            <a:noFill/>
            <a:ln w="34861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icon_dkd_eval_kidney" descr="原生矢量组件，可取消组合编辑各个形状">
            <a:extLst>
              <a:ext uri="{FF2B5EF4-FFF2-40B4-BE49-F238E27FC236}">
                <a16:creationId xmlns:a16="http://schemas.microsoft.com/office/drawing/2014/main" id="{C4333870-F3DD-F48D-BFDD-AB14F851182B}"/>
              </a:ext>
            </a:extLst>
          </p:cNvPr>
          <p:cNvGrpSpPr/>
          <p:nvPr/>
        </p:nvGrpSpPr>
        <p:grpSpPr>
          <a:xfrm>
            <a:off x="9188386" y="2318290"/>
            <a:ext cx="517114" cy="540353"/>
            <a:chOff x="9188386" y="2318290"/>
            <a:chExt cx="517114" cy="540353"/>
          </a:xfrm>
        </p:grpSpPr>
        <p:sp>
          <p:nvSpPr>
            <p:cNvPr id="36" name="dkd_eval_kidney_part_0">
              <a:extLst>
                <a:ext uri="{FF2B5EF4-FFF2-40B4-BE49-F238E27FC236}">
                  <a16:creationId xmlns:a16="http://schemas.microsoft.com/office/drawing/2014/main" id="{5934F6B4-51CE-A567-5F4E-6B53C172A306}"/>
                </a:ext>
              </a:extLst>
            </p:cNvPr>
            <p:cNvSpPr/>
            <p:nvPr/>
          </p:nvSpPr>
          <p:spPr>
            <a:xfrm>
              <a:off x="9188386" y="2318290"/>
              <a:ext cx="232411" cy="447390"/>
            </a:xfrm>
            <a:custGeom>
              <a:avLst/>
              <a:gdLst/>
              <a:ahLst/>
              <a:cxnLst/>
              <a:rect l="0" t="0" r="0" b="0"/>
              <a:pathLst>
                <a:path w="232411" h="447390">
                  <a:moveTo>
                    <a:pt x="197549" y="75533"/>
                  </a:moveTo>
                  <a:cubicBezTo>
                    <a:pt x="52293" y="0"/>
                    <a:pt x="0" y="127825"/>
                    <a:pt x="17431" y="249840"/>
                  </a:cubicBezTo>
                  <a:cubicBezTo>
                    <a:pt x="34862" y="418338"/>
                    <a:pt x="122015" y="447389"/>
                    <a:pt x="180118" y="395097"/>
                  </a:cubicBezTo>
                  <a:cubicBezTo>
                    <a:pt x="232410" y="331184"/>
                    <a:pt x="81344" y="278892"/>
                    <a:pt x="133636" y="203358"/>
                  </a:cubicBezTo>
                  <a:cubicBezTo>
                    <a:pt x="191739" y="174307"/>
                    <a:pt x="220790" y="145256"/>
                    <a:pt x="197549" y="75533"/>
                  </a:cubicBezTo>
                  <a:close/>
                </a:path>
              </a:pathLst>
            </a:custGeom>
            <a:noFill/>
            <a:ln w="23241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dkd_eval_kidney_part_1">
              <a:extLst>
                <a:ext uri="{FF2B5EF4-FFF2-40B4-BE49-F238E27FC236}">
                  <a16:creationId xmlns:a16="http://schemas.microsoft.com/office/drawing/2014/main" id="{35731F59-7C6C-A552-2F54-41C24C2FD579}"/>
                </a:ext>
              </a:extLst>
            </p:cNvPr>
            <p:cNvSpPr/>
            <p:nvPr/>
          </p:nvSpPr>
          <p:spPr>
            <a:xfrm>
              <a:off x="9473088" y="2318290"/>
              <a:ext cx="232412" cy="447390"/>
            </a:xfrm>
            <a:custGeom>
              <a:avLst/>
              <a:gdLst/>
              <a:ahLst/>
              <a:cxnLst/>
              <a:rect l="0" t="0" r="0" b="0"/>
              <a:pathLst>
                <a:path w="232412" h="447390">
                  <a:moveTo>
                    <a:pt x="34862" y="75533"/>
                  </a:moveTo>
                  <a:cubicBezTo>
                    <a:pt x="180118" y="0"/>
                    <a:pt x="232411" y="127825"/>
                    <a:pt x="214980" y="249840"/>
                  </a:cubicBezTo>
                  <a:cubicBezTo>
                    <a:pt x="197550" y="418338"/>
                    <a:pt x="110395" y="447389"/>
                    <a:pt x="52293" y="395097"/>
                  </a:cubicBezTo>
                  <a:cubicBezTo>
                    <a:pt x="0" y="331184"/>
                    <a:pt x="151067" y="278892"/>
                    <a:pt x="98775" y="203358"/>
                  </a:cubicBezTo>
                  <a:cubicBezTo>
                    <a:pt x="40672" y="174307"/>
                    <a:pt x="11621" y="145256"/>
                    <a:pt x="34862" y="75533"/>
                  </a:cubicBezTo>
                  <a:close/>
                </a:path>
              </a:pathLst>
            </a:custGeom>
            <a:noFill/>
            <a:ln w="23241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dkd_eval_kidney_part_2">
              <a:extLst>
                <a:ext uri="{FF2B5EF4-FFF2-40B4-BE49-F238E27FC236}">
                  <a16:creationId xmlns:a16="http://schemas.microsoft.com/office/drawing/2014/main" id="{85BEBE63-0221-51D0-BAEE-E5B8400DD1C7}"/>
                </a:ext>
              </a:extLst>
            </p:cNvPr>
            <p:cNvCxnSpPr/>
            <p:nvPr/>
          </p:nvCxnSpPr>
          <p:spPr>
            <a:xfrm>
              <a:off x="9409176" y="2550700"/>
              <a:ext cx="0" cy="307943"/>
            </a:xfrm>
            <a:prstGeom prst="line">
              <a:avLst/>
            </a:prstGeom>
            <a:ln w="17431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kd_eval_kidney_part_3">
              <a:extLst>
                <a:ext uri="{FF2B5EF4-FFF2-40B4-BE49-F238E27FC236}">
                  <a16:creationId xmlns:a16="http://schemas.microsoft.com/office/drawing/2014/main" id="{54EFC0DD-C0E1-8877-BE4C-D59899FC3844}"/>
                </a:ext>
              </a:extLst>
            </p:cNvPr>
            <p:cNvCxnSpPr/>
            <p:nvPr/>
          </p:nvCxnSpPr>
          <p:spPr>
            <a:xfrm>
              <a:off x="9484709" y="2550700"/>
              <a:ext cx="0" cy="307943"/>
            </a:xfrm>
            <a:prstGeom prst="line">
              <a:avLst/>
            </a:prstGeom>
            <a:ln w="17431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kd_eval_kidney_part_4">
              <a:extLst>
                <a:ext uri="{FF2B5EF4-FFF2-40B4-BE49-F238E27FC236}">
                  <a16:creationId xmlns:a16="http://schemas.microsoft.com/office/drawing/2014/main" id="{AF33AA64-FEE7-74D8-BACF-C89BEC2AF3BA}"/>
                </a:ext>
              </a:extLst>
            </p:cNvPr>
            <p:cNvCxnSpPr/>
            <p:nvPr/>
          </p:nvCxnSpPr>
          <p:spPr>
            <a:xfrm flipV="1">
              <a:off x="9345263" y="2550700"/>
              <a:ext cx="63913" cy="17430"/>
            </a:xfrm>
            <a:prstGeom prst="line">
              <a:avLst/>
            </a:prstGeom>
            <a:ln w="17431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kd_eval_kidney_part_5">
              <a:extLst>
                <a:ext uri="{FF2B5EF4-FFF2-40B4-BE49-F238E27FC236}">
                  <a16:creationId xmlns:a16="http://schemas.microsoft.com/office/drawing/2014/main" id="{1639EF82-67B6-538F-F06C-E063E0DCCBFC}"/>
                </a:ext>
              </a:extLst>
            </p:cNvPr>
            <p:cNvCxnSpPr/>
            <p:nvPr/>
          </p:nvCxnSpPr>
          <p:spPr>
            <a:xfrm flipH="1" flipV="1">
              <a:off x="9484709" y="2550700"/>
              <a:ext cx="58103" cy="17430"/>
            </a:xfrm>
            <a:prstGeom prst="line">
              <a:avLst/>
            </a:prstGeom>
            <a:ln w="17431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icon_calibration_chart" descr="原生矢量组件，可取消组合编辑各个形状">
            <a:extLst>
              <a:ext uri="{FF2B5EF4-FFF2-40B4-BE49-F238E27FC236}">
                <a16:creationId xmlns:a16="http://schemas.microsoft.com/office/drawing/2014/main" id="{0DE8CD7D-61A2-1CF9-474F-CA408522994D}"/>
              </a:ext>
            </a:extLst>
          </p:cNvPr>
          <p:cNvGrpSpPr/>
          <p:nvPr/>
        </p:nvGrpSpPr>
        <p:grpSpPr>
          <a:xfrm>
            <a:off x="1046226" y="5737098"/>
            <a:ext cx="393192" cy="361188"/>
            <a:chOff x="1046226" y="5737098"/>
            <a:chExt cx="393192" cy="361188"/>
          </a:xfrm>
        </p:grpSpPr>
        <p:cxnSp>
          <p:nvCxnSpPr>
            <p:cNvPr id="44" name="calibration_chart_part_0">
              <a:extLst>
                <a:ext uri="{FF2B5EF4-FFF2-40B4-BE49-F238E27FC236}">
                  <a16:creationId xmlns:a16="http://schemas.microsoft.com/office/drawing/2014/main" id="{3C0ED6AC-8AAC-328D-BF34-565E2DD1ACAE}"/>
                </a:ext>
              </a:extLst>
            </p:cNvPr>
            <p:cNvCxnSpPr/>
            <p:nvPr/>
          </p:nvCxnSpPr>
          <p:spPr>
            <a:xfrm flipV="1">
              <a:off x="1046226" y="5741670"/>
              <a:ext cx="0" cy="356616"/>
            </a:xfrm>
            <a:prstGeom prst="line">
              <a:avLst/>
            </a:prstGeom>
            <a:ln w="13716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alibration_chart_part_1">
              <a:extLst>
                <a:ext uri="{FF2B5EF4-FFF2-40B4-BE49-F238E27FC236}">
                  <a16:creationId xmlns:a16="http://schemas.microsoft.com/office/drawing/2014/main" id="{F203E80D-CE25-3170-7DD4-598758CF1F5A}"/>
                </a:ext>
              </a:extLst>
            </p:cNvPr>
            <p:cNvCxnSpPr/>
            <p:nvPr/>
          </p:nvCxnSpPr>
          <p:spPr>
            <a:xfrm>
              <a:off x="1046226" y="6098286"/>
              <a:ext cx="393192" cy="0"/>
            </a:xfrm>
            <a:prstGeom prst="line">
              <a:avLst/>
            </a:prstGeom>
            <a:ln w="13716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alibration_chart_part_2">
              <a:extLst>
                <a:ext uri="{FF2B5EF4-FFF2-40B4-BE49-F238E27FC236}">
                  <a16:creationId xmlns:a16="http://schemas.microsoft.com/office/drawing/2014/main" id="{25D203F5-9281-6770-71F0-89DEBDCC4A0C}"/>
                </a:ext>
              </a:extLst>
            </p:cNvPr>
            <p:cNvSpPr/>
            <p:nvPr/>
          </p:nvSpPr>
          <p:spPr>
            <a:xfrm>
              <a:off x="1096518" y="5965698"/>
              <a:ext cx="59436" cy="132588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calibration_chart_part_3">
              <a:extLst>
                <a:ext uri="{FF2B5EF4-FFF2-40B4-BE49-F238E27FC236}">
                  <a16:creationId xmlns:a16="http://schemas.microsoft.com/office/drawing/2014/main" id="{8C2BB549-62C9-A87A-C69F-C8468F44565D}"/>
                </a:ext>
              </a:extLst>
            </p:cNvPr>
            <p:cNvSpPr/>
            <p:nvPr/>
          </p:nvSpPr>
          <p:spPr>
            <a:xfrm>
              <a:off x="1187958" y="5887974"/>
              <a:ext cx="59436" cy="21031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calibration_chart_part_4">
              <a:extLst>
                <a:ext uri="{FF2B5EF4-FFF2-40B4-BE49-F238E27FC236}">
                  <a16:creationId xmlns:a16="http://schemas.microsoft.com/office/drawing/2014/main" id="{25F2A7A2-95EE-67FB-8C3B-4C21DD6C5AB5}"/>
                </a:ext>
              </a:extLst>
            </p:cNvPr>
            <p:cNvSpPr/>
            <p:nvPr/>
          </p:nvSpPr>
          <p:spPr>
            <a:xfrm>
              <a:off x="1279398" y="5814822"/>
              <a:ext cx="59436" cy="283464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calibration_chart_part_5">
              <a:extLst>
                <a:ext uri="{FF2B5EF4-FFF2-40B4-BE49-F238E27FC236}">
                  <a16:creationId xmlns:a16="http://schemas.microsoft.com/office/drawing/2014/main" id="{46AF951C-91D2-E8DE-83FA-B1C607748C90}"/>
                </a:ext>
              </a:extLst>
            </p:cNvPr>
            <p:cNvSpPr/>
            <p:nvPr/>
          </p:nvSpPr>
          <p:spPr>
            <a:xfrm>
              <a:off x="1370838" y="5737098"/>
              <a:ext cx="59436" cy="361188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9" name="icon_analysis_monitor" descr="原生矢量组件，可取消组合编辑各个形状">
            <a:extLst>
              <a:ext uri="{FF2B5EF4-FFF2-40B4-BE49-F238E27FC236}">
                <a16:creationId xmlns:a16="http://schemas.microsoft.com/office/drawing/2014/main" id="{FF4B6BBC-5111-21CA-0B9A-C166CF0104A8}"/>
              </a:ext>
            </a:extLst>
          </p:cNvPr>
          <p:cNvGrpSpPr/>
          <p:nvPr/>
        </p:nvGrpSpPr>
        <p:grpSpPr>
          <a:xfrm>
            <a:off x="11390376" y="6616827"/>
            <a:ext cx="1374648" cy="1249680"/>
            <a:chOff x="11390376" y="6616827"/>
            <a:chExt cx="1374648" cy="1249680"/>
          </a:xfrm>
        </p:grpSpPr>
        <p:sp>
          <p:nvSpPr>
            <p:cNvPr id="51" name="analysis_monitor_part_0">
              <a:extLst>
                <a:ext uri="{FF2B5EF4-FFF2-40B4-BE49-F238E27FC236}">
                  <a16:creationId xmlns:a16="http://schemas.microsoft.com/office/drawing/2014/main" id="{CF9A20FC-4977-D83C-11C3-DEAA10F3988F}"/>
                </a:ext>
              </a:extLst>
            </p:cNvPr>
            <p:cNvSpPr/>
            <p:nvPr/>
          </p:nvSpPr>
          <p:spPr>
            <a:xfrm>
              <a:off x="11390376" y="6616827"/>
              <a:ext cx="1374648" cy="921639"/>
            </a:xfrm>
            <a:prstGeom prst="roundRect">
              <a:avLst/>
            </a:prstGeom>
            <a:noFill/>
            <a:ln w="62484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analysis_monitor_part_1">
              <a:extLst>
                <a:ext uri="{FF2B5EF4-FFF2-40B4-BE49-F238E27FC236}">
                  <a16:creationId xmlns:a16="http://schemas.microsoft.com/office/drawing/2014/main" id="{01740145-3D51-9DEB-3645-2F0855EA2EA9}"/>
                </a:ext>
              </a:extLst>
            </p:cNvPr>
            <p:cNvSpPr/>
            <p:nvPr/>
          </p:nvSpPr>
          <p:spPr>
            <a:xfrm>
              <a:off x="11515344" y="6741795"/>
              <a:ext cx="1124712" cy="671703"/>
            </a:xfrm>
            <a:prstGeom prst="rect">
              <a:avLst/>
            </a:prstGeom>
            <a:solidFill>
              <a:srgbClr val="5CA0DB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analysis_monitor_part_2">
              <a:extLst>
                <a:ext uri="{FF2B5EF4-FFF2-40B4-BE49-F238E27FC236}">
                  <a16:creationId xmlns:a16="http://schemas.microsoft.com/office/drawing/2014/main" id="{F12DA72B-1E64-BED8-E3A4-52B23D10BEF3}"/>
                </a:ext>
              </a:extLst>
            </p:cNvPr>
            <p:cNvCxnSpPr/>
            <p:nvPr/>
          </p:nvCxnSpPr>
          <p:spPr>
            <a:xfrm>
              <a:off x="12077700" y="7538466"/>
              <a:ext cx="0" cy="281178"/>
            </a:xfrm>
            <a:prstGeom prst="line">
              <a:avLst/>
            </a:prstGeom>
            <a:ln w="93726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analysis_monitor_part_3">
              <a:extLst>
                <a:ext uri="{FF2B5EF4-FFF2-40B4-BE49-F238E27FC236}">
                  <a16:creationId xmlns:a16="http://schemas.microsoft.com/office/drawing/2014/main" id="{085C3DD1-10F2-F1A9-F571-F244FF55B8E9}"/>
                </a:ext>
              </a:extLst>
            </p:cNvPr>
            <p:cNvCxnSpPr/>
            <p:nvPr/>
          </p:nvCxnSpPr>
          <p:spPr>
            <a:xfrm>
              <a:off x="11749659" y="7866507"/>
              <a:ext cx="671703" cy="0"/>
            </a:xfrm>
            <a:prstGeom prst="line">
              <a:avLst/>
            </a:prstGeom>
            <a:ln w="62484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analysis_monitor_part_4">
              <a:extLst>
                <a:ext uri="{FF2B5EF4-FFF2-40B4-BE49-F238E27FC236}">
                  <a16:creationId xmlns:a16="http://schemas.microsoft.com/office/drawing/2014/main" id="{4C1E6205-54D7-80E6-5A26-0C4E865E33C7}"/>
                </a:ext>
              </a:extLst>
            </p:cNvPr>
            <p:cNvSpPr/>
            <p:nvPr/>
          </p:nvSpPr>
          <p:spPr>
            <a:xfrm>
              <a:off x="11859006" y="6866763"/>
              <a:ext cx="390525" cy="374904"/>
            </a:xfrm>
            <a:prstGeom prst="ellipse">
              <a:avLst/>
            </a:prstGeom>
            <a:noFill/>
            <a:ln w="31242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analysis_monitor_part_5">
              <a:extLst>
                <a:ext uri="{FF2B5EF4-FFF2-40B4-BE49-F238E27FC236}">
                  <a16:creationId xmlns:a16="http://schemas.microsoft.com/office/drawing/2014/main" id="{3AC0F015-F282-3125-E458-AA6C66560C48}"/>
                </a:ext>
              </a:extLst>
            </p:cNvPr>
            <p:cNvCxnSpPr/>
            <p:nvPr/>
          </p:nvCxnSpPr>
          <p:spPr>
            <a:xfrm>
              <a:off x="12046458" y="7210425"/>
              <a:ext cx="0" cy="203073"/>
            </a:xfrm>
            <a:prstGeom prst="line">
              <a:avLst/>
            </a:prstGeom>
            <a:ln w="3124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analysis_monitor_part_6">
              <a:extLst>
                <a:ext uri="{FF2B5EF4-FFF2-40B4-BE49-F238E27FC236}">
                  <a16:creationId xmlns:a16="http://schemas.microsoft.com/office/drawing/2014/main" id="{944DAC85-D023-A747-EBE6-B1A2985340CE}"/>
                </a:ext>
              </a:extLst>
            </p:cNvPr>
            <p:cNvCxnSpPr/>
            <p:nvPr/>
          </p:nvCxnSpPr>
          <p:spPr>
            <a:xfrm>
              <a:off x="11952732" y="6960489"/>
              <a:ext cx="187452" cy="171831"/>
            </a:xfrm>
            <a:prstGeom prst="line">
              <a:avLst/>
            </a:prstGeom>
            <a:ln w="3124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analysis_monitor_part_7">
              <a:extLst>
                <a:ext uri="{FF2B5EF4-FFF2-40B4-BE49-F238E27FC236}">
                  <a16:creationId xmlns:a16="http://schemas.microsoft.com/office/drawing/2014/main" id="{76E87657-90BD-BF57-A4AD-0C303123A1AE}"/>
                </a:ext>
              </a:extLst>
            </p:cNvPr>
            <p:cNvCxnSpPr/>
            <p:nvPr/>
          </p:nvCxnSpPr>
          <p:spPr>
            <a:xfrm flipV="1">
              <a:off x="11952732" y="6944868"/>
              <a:ext cx="203073" cy="171831"/>
            </a:xfrm>
            <a:prstGeom prst="line">
              <a:avLst/>
            </a:prstGeom>
            <a:ln w="3124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icon_analysis_report" descr="原生矢量组件，可取消组合编辑各个形状">
            <a:extLst>
              <a:ext uri="{FF2B5EF4-FFF2-40B4-BE49-F238E27FC236}">
                <a16:creationId xmlns:a16="http://schemas.microsoft.com/office/drawing/2014/main" id="{1741F200-3274-E93B-19CC-216717A1EF39}"/>
              </a:ext>
            </a:extLst>
          </p:cNvPr>
          <p:cNvGrpSpPr/>
          <p:nvPr/>
        </p:nvGrpSpPr>
        <p:grpSpPr>
          <a:xfrm>
            <a:off x="13632656" y="6457950"/>
            <a:ext cx="892969" cy="1071563"/>
            <a:chOff x="13632656" y="6457950"/>
            <a:chExt cx="892969" cy="1071563"/>
          </a:xfrm>
        </p:grpSpPr>
        <p:sp>
          <p:nvSpPr>
            <p:cNvPr id="60" name="analysis_report_part_0">
              <a:extLst>
                <a:ext uri="{FF2B5EF4-FFF2-40B4-BE49-F238E27FC236}">
                  <a16:creationId xmlns:a16="http://schemas.microsoft.com/office/drawing/2014/main" id="{D635E668-A08D-8726-143E-B63E18B344B5}"/>
                </a:ext>
              </a:extLst>
            </p:cNvPr>
            <p:cNvSpPr/>
            <p:nvPr/>
          </p:nvSpPr>
          <p:spPr>
            <a:xfrm>
              <a:off x="13632656" y="6457950"/>
              <a:ext cx="892969" cy="1071563"/>
            </a:xfrm>
            <a:prstGeom prst="roundRect">
              <a:avLst/>
            </a:prstGeom>
            <a:noFill/>
            <a:ln w="47625">
              <a:solidFill>
                <a:srgbClr val="0865BE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analysis_report_part_1">
              <a:extLst>
                <a:ext uri="{FF2B5EF4-FFF2-40B4-BE49-F238E27FC236}">
                  <a16:creationId xmlns:a16="http://schemas.microsoft.com/office/drawing/2014/main" id="{2FAF2D26-7704-FE1F-B709-111BA496DDE3}"/>
                </a:ext>
              </a:extLst>
            </p:cNvPr>
            <p:cNvCxnSpPr/>
            <p:nvPr/>
          </p:nvCxnSpPr>
          <p:spPr>
            <a:xfrm>
              <a:off x="13799344" y="6672263"/>
              <a:ext cx="547687" cy="0"/>
            </a:xfrm>
            <a:prstGeom prst="line">
              <a:avLst/>
            </a:prstGeom>
            <a:ln w="47625">
              <a:solidFill>
                <a:srgbClr val="0865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analysis_report_part_2">
              <a:extLst>
                <a:ext uri="{FF2B5EF4-FFF2-40B4-BE49-F238E27FC236}">
                  <a16:creationId xmlns:a16="http://schemas.microsoft.com/office/drawing/2014/main" id="{307A4D18-B825-9192-40EA-427639C53C2C}"/>
                </a:ext>
              </a:extLst>
            </p:cNvPr>
            <p:cNvCxnSpPr/>
            <p:nvPr/>
          </p:nvCxnSpPr>
          <p:spPr>
            <a:xfrm>
              <a:off x="13799344" y="6850856"/>
              <a:ext cx="547687" cy="0"/>
            </a:xfrm>
            <a:prstGeom prst="line">
              <a:avLst/>
            </a:prstGeom>
            <a:ln w="47625">
              <a:solidFill>
                <a:srgbClr val="0865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analysis_report_part_3">
              <a:extLst>
                <a:ext uri="{FF2B5EF4-FFF2-40B4-BE49-F238E27FC236}">
                  <a16:creationId xmlns:a16="http://schemas.microsoft.com/office/drawing/2014/main" id="{B0F9D4EB-BD5A-169E-3613-56A7A973795B}"/>
                </a:ext>
              </a:extLst>
            </p:cNvPr>
            <p:cNvCxnSpPr/>
            <p:nvPr/>
          </p:nvCxnSpPr>
          <p:spPr>
            <a:xfrm>
              <a:off x="13799344" y="7029450"/>
              <a:ext cx="309562" cy="0"/>
            </a:xfrm>
            <a:prstGeom prst="line">
              <a:avLst/>
            </a:prstGeom>
            <a:ln w="47625">
              <a:solidFill>
                <a:srgbClr val="0865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analysis_report_part_4">
              <a:extLst>
                <a:ext uri="{FF2B5EF4-FFF2-40B4-BE49-F238E27FC236}">
                  <a16:creationId xmlns:a16="http://schemas.microsoft.com/office/drawing/2014/main" id="{9BB4006E-1A73-D1B6-9CC2-3AB4A1A84C32}"/>
                </a:ext>
              </a:extLst>
            </p:cNvPr>
            <p:cNvSpPr/>
            <p:nvPr/>
          </p:nvSpPr>
          <p:spPr>
            <a:xfrm>
              <a:off x="13858875" y="7291388"/>
              <a:ext cx="119063" cy="154781"/>
            </a:xfrm>
            <a:prstGeom prst="rect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analysis_report_part_5">
              <a:extLst>
                <a:ext uri="{FF2B5EF4-FFF2-40B4-BE49-F238E27FC236}">
                  <a16:creationId xmlns:a16="http://schemas.microsoft.com/office/drawing/2014/main" id="{2910531A-C129-4708-6F40-3E258A0B9543}"/>
                </a:ext>
              </a:extLst>
            </p:cNvPr>
            <p:cNvSpPr/>
            <p:nvPr/>
          </p:nvSpPr>
          <p:spPr>
            <a:xfrm>
              <a:off x="14073188" y="7148513"/>
              <a:ext cx="119062" cy="297656"/>
            </a:xfrm>
            <a:prstGeom prst="rect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analysis_report_part_6">
              <a:extLst>
                <a:ext uri="{FF2B5EF4-FFF2-40B4-BE49-F238E27FC236}">
                  <a16:creationId xmlns:a16="http://schemas.microsoft.com/office/drawing/2014/main" id="{1471B38F-A37D-9AE5-2466-C32115949C07}"/>
                </a:ext>
              </a:extLst>
            </p:cNvPr>
            <p:cNvSpPr/>
            <p:nvPr/>
          </p:nvSpPr>
          <p:spPr>
            <a:xfrm>
              <a:off x="14287500" y="6993731"/>
              <a:ext cx="119063" cy="452438"/>
            </a:xfrm>
            <a:prstGeom prst="rect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icon_analysis_magnify" descr="原生矢量组件，可取消组合编辑各个形状">
            <a:extLst>
              <a:ext uri="{FF2B5EF4-FFF2-40B4-BE49-F238E27FC236}">
                <a16:creationId xmlns:a16="http://schemas.microsoft.com/office/drawing/2014/main" id="{5CD788ED-74AB-65C6-12C3-17456621CDCB}"/>
              </a:ext>
            </a:extLst>
          </p:cNvPr>
          <p:cNvGrpSpPr/>
          <p:nvPr/>
        </p:nvGrpSpPr>
        <p:grpSpPr>
          <a:xfrm>
            <a:off x="14506956" y="7108317"/>
            <a:ext cx="687324" cy="712470"/>
            <a:chOff x="14506956" y="7108317"/>
            <a:chExt cx="687324" cy="712470"/>
          </a:xfrm>
        </p:grpSpPr>
        <p:sp>
          <p:nvSpPr>
            <p:cNvPr id="68" name="analysis_magnify_part_0">
              <a:extLst>
                <a:ext uri="{FF2B5EF4-FFF2-40B4-BE49-F238E27FC236}">
                  <a16:creationId xmlns:a16="http://schemas.microsoft.com/office/drawing/2014/main" id="{BAE2F325-C8DC-EF0E-37B6-1D3BB79002A0}"/>
                </a:ext>
              </a:extLst>
            </p:cNvPr>
            <p:cNvSpPr/>
            <p:nvPr/>
          </p:nvSpPr>
          <p:spPr>
            <a:xfrm>
              <a:off x="14506956" y="7108317"/>
              <a:ext cx="494538" cy="494538"/>
            </a:xfrm>
            <a:prstGeom prst="ellipse">
              <a:avLst/>
            </a:prstGeom>
            <a:noFill/>
            <a:ln w="58674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analysis_magnify_part_1">
              <a:extLst>
                <a:ext uri="{FF2B5EF4-FFF2-40B4-BE49-F238E27FC236}">
                  <a16:creationId xmlns:a16="http://schemas.microsoft.com/office/drawing/2014/main" id="{D48A831E-D429-FF11-3140-3795A67A1350}"/>
                </a:ext>
              </a:extLst>
            </p:cNvPr>
            <p:cNvCxnSpPr/>
            <p:nvPr/>
          </p:nvCxnSpPr>
          <p:spPr>
            <a:xfrm>
              <a:off x="14917674" y="7535799"/>
              <a:ext cx="276606" cy="284988"/>
            </a:xfrm>
            <a:prstGeom prst="line">
              <a:avLst/>
            </a:prstGeom>
            <a:ln w="92202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header_rule">
            <a:extLst>
              <a:ext uri="{FF2B5EF4-FFF2-40B4-BE49-F238E27FC236}">
                <a16:creationId xmlns:a16="http://schemas.microsoft.com/office/drawing/2014/main" id="{0AD6B89E-B1C1-63C2-AA5C-915C102F3262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header_accent">
            <a:extLst>
              <a:ext uri="{FF2B5EF4-FFF2-40B4-BE49-F238E27FC236}">
                <a16:creationId xmlns:a16="http://schemas.microsoft.com/office/drawing/2014/main" id="{EA183E3D-74C4-A1EE-CB7B-508726E27060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footer_rule">
            <a:extLst>
              <a:ext uri="{FF2B5EF4-FFF2-40B4-BE49-F238E27FC236}">
                <a16:creationId xmlns:a16="http://schemas.microsoft.com/office/drawing/2014/main" id="{8B256D8C-3002-4C70-EA33-CA58D935A95C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bootstrap_arrow1">
            <a:extLst>
              <a:ext uri="{FF2B5EF4-FFF2-40B4-BE49-F238E27FC236}">
                <a16:creationId xmlns:a16="http://schemas.microsoft.com/office/drawing/2014/main" id="{F790CDB7-5485-B4B9-E85B-27B132B28947}"/>
              </a:ext>
            </a:extLst>
          </p:cNvPr>
          <p:cNvCxnSpPr/>
          <p:nvPr/>
        </p:nvCxnSpPr>
        <p:spPr>
          <a:xfrm>
            <a:off x="10553700" y="7162800"/>
            <a:ext cx="638175" cy="0"/>
          </a:xfrm>
          <a:prstGeom prst="line">
            <a:avLst/>
          </a:prstGeom>
          <a:ln w="4762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bootstrap_arrow2">
            <a:extLst>
              <a:ext uri="{FF2B5EF4-FFF2-40B4-BE49-F238E27FC236}">
                <a16:creationId xmlns:a16="http://schemas.microsoft.com/office/drawing/2014/main" id="{021FE8C1-A98E-393A-3DEC-CE3B530DD067}"/>
              </a:ext>
            </a:extLst>
          </p:cNvPr>
          <p:cNvCxnSpPr/>
          <p:nvPr/>
        </p:nvCxnSpPr>
        <p:spPr>
          <a:xfrm>
            <a:off x="12973050" y="7162800"/>
            <a:ext cx="495300" cy="0"/>
          </a:xfrm>
          <a:prstGeom prst="line">
            <a:avLst/>
          </a:prstGeom>
          <a:ln w="4762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_title">
            <a:extLst>
              <a:ext uri="{FF2B5EF4-FFF2-40B4-BE49-F238E27FC236}">
                <a16:creationId xmlns:a16="http://schemas.microsoft.com/office/drawing/2014/main" id="{724804B9-4812-487F-98AA-50A86EE097F4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 DR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</a:t>
            </a: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专项评价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7" name="footer_text">
            <a:extLst>
              <a:ext uri="{FF2B5EF4-FFF2-40B4-BE49-F238E27FC236}">
                <a16:creationId xmlns:a16="http://schemas.microsoft.com/office/drawing/2014/main" id="{14BCFE67-3188-45DF-B66B-D1E094BBBB21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page_number">
            <a:extLst>
              <a:ext uri="{FF2B5EF4-FFF2-40B4-BE49-F238E27FC236}">
                <a16:creationId xmlns:a16="http://schemas.microsoft.com/office/drawing/2014/main" id="{4BFCAF91-69D4-4399-B26D-DE18125DE384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23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_0">
            <a:extLst>
              <a:ext uri="{FF2B5EF4-FFF2-40B4-BE49-F238E27FC236}">
                <a16:creationId xmlns:a16="http://schemas.microsoft.com/office/drawing/2014/main" id="{85CBEC7E-8B29-420B-A939-45D006F5AB1B}"/>
              </a:ext>
            </a:extLst>
          </p:cNvPr>
          <p:cNvSpPr>
            <a:spLocks/>
          </p:cNvSpPr>
          <p:nvPr/>
        </p:nvSpPr>
        <p:spPr>
          <a:xfrm>
            <a:off x="2181225" y="2295525"/>
            <a:ext cx="52292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37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7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37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评价</a:t>
            </a:r>
            <a:endParaRPr sz="37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6" name="text_1">
            <a:extLst>
              <a:ext uri="{FF2B5EF4-FFF2-40B4-BE49-F238E27FC236}">
                <a16:creationId xmlns:a16="http://schemas.microsoft.com/office/drawing/2014/main" id="{391D35ED-692C-44FE-8A18-8D1AFD58A427}"/>
              </a:ext>
            </a:extLst>
          </p:cNvPr>
          <p:cNvSpPr>
            <a:spLocks/>
          </p:cNvSpPr>
          <p:nvPr/>
        </p:nvSpPr>
        <p:spPr>
          <a:xfrm>
            <a:off x="10315575" y="2295525"/>
            <a:ext cx="45148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37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7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r>
              <a:rPr lang="zh-CN" altLang="en-US" sz="37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评价</a:t>
            </a:r>
            <a:endParaRPr sz="37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8" name="text_3">
            <a:extLst>
              <a:ext uri="{FF2B5EF4-FFF2-40B4-BE49-F238E27FC236}">
                <a16:creationId xmlns:a16="http://schemas.microsoft.com/office/drawing/2014/main" id="{15C21261-CA49-4C59-90BC-6C3DA58E0172}"/>
              </a:ext>
            </a:extLst>
          </p:cNvPr>
          <p:cNvSpPr>
            <a:spLocks/>
          </p:cNvSpPr>
          <p:nvPr/>
        </p:nvSpPr>
        <p:spPr>
          <a:xfrm>
            <a:off x="1190625" y="3476625"/>
            <a:ext cx="52863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分级：二次加权</a:t>
            </a:r>
            <a:r>
              <a:rPr lang="en-US" altLang="zh-CN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Kappa</a:t>
            </a:r>
          </a:p>
          <a:p>
            <a:pPr>
              <a:defRPr sz="24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各级召回率、宏平均</a:t>
            </a:r>
            <a:r>
              <a:rPr lang="en-US" altLang="zh-CN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F1</a:t>
            </a:r>
            <a:endParaRPr sz="24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0" name="text_5">
            <a:extLst>
              <a:ext uri="{FF2B5EF4-FFF2-40B4-BE49-F238E27FC236}">
                <a16:creationId xmlns:a16="http://schemas.microsoft.com/office/drawing/2014/main" id="{6BDBF7F9-6B7E-4814-8548-FE055BF95352}"/>
              </a:ext>
            </a:extLst>
          </p:cNvPr>
          <p:cNvSpPr>
            <a:spLocks/>
          </p:cNvSpPr>
          <p:nvPr/>
        </p:nvSpPr>
        <p:spPr>
          <a:xfrm>
            <a:off x="1190625" y="4438650"/>
            <a:ext cx="60674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25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有无</a:t>
            </a:r>
            <a:r>
              <a:rPr lang="en-US" altLang="zh-CN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：</a:t>
            </a:r>
            <a:r>
              <a:rPr lang="en-US" altLang="zh-CN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AUC</a:t>
            </a:r>
            <a:r>
              <a:rPr lang="zh-CN" altLang="en-US" sz="225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、敏感度、特异度</a:t>
            </a:r>
            <a:endParaRPr sz="225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2" name="text_7">
            <a:extLst>
              <a:ext uri="{FF2B5EF4-FFF2-40B4-BE49-F238E27FC236}">
                <a16:creationId xmlns:a16="http://schemas.microsoft.com/office/drawing/2014/main" id="{2A19541B-FDC5-4CD8-8B2A-F3F79E885869}"/>
              </a:ext>
            </a:extLst>
          </p:cNvPr>
          <p:cNvSpPr>
            <a:spLocks/>
          </p:cNvSpPr>
          <p:nvPr/>
        </p:nvSpPr>
        <p:spPr>
          <a:xfrm>
            <a:off x="9315450" y="3476625"/>
            <a:ext cx="4048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AUC、</a:t>
            </a: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敏感度、特异度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4" name="text_9">
            <a:extLst>
              <a:ext uri="{FF2B5EF4-FFF2-40B4-BE49-F238E27FC236}">
                <a16:creationId xmlns:a16="http://schemas.microsoft.com/office/drawing/2014/main" id="{6F9D73D4-4332-4F30-9F55-A6D26AB32630}"/>
              </a:ext>
            </a:extLst>
          </p:cNvPr>
          <p:cNvSpPr>
            <a:spLocks/>
          </p:cNvSpPr>
          <p:nvPr/>
        </p:nvSpPr>
        <p:spPr>
          <a:xfrm>
            <a:off x="9315450" y="4391025"/>
            <a:ext cx="38004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32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阳性与阴性预测值</a:t>
            </a:r>
            <a:endParaRPr sz="232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8" name="text_10">
            <a:extLst>
              <a:ext uri="{FF2B5EF4-FFF2-40B4-BE49-F238E27FC236}">
                <a16:creationId xmlns:a16="http://schemas.microsoft.com/office/drawing/2014/main" id="{15638562-AA44-4E19-8E9F-7AFF483A21CC}"/>
              </a:ext>
            </a:extLst>
          </p:cNvPr>
          <p:cNvSpPr>
            <a:spLocks/>
          </p:cNvSpPr>
          <p:nvPr/>
        </p:nvSpPr>
        <p:spPr>
          <a:xfrm>
            <a:off x="2085975" y="5591175"/>
            <a:ext cx="7953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31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1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校准与模型比较</a:t>
            </a:r>
            <a:endParaRPr sz="31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0" name="text_12">
            <a:extLst>
              <a:ext uri="{FF2B5EF4-FFF2-40B4-BE49-F238E27FC236}">
                <a16:creationId xmlns:a16="http://schemas.microsoft.com/office/drawing/2014/main" id="{46093EB5-DB65-42FB-8A0B-6560BCEF4131}"/>
              </a:ext>
            </a:extLst>
          </p:cNvPr>
          <p:cNvSpPr>
            <a:spLocks/>
          </p:cNvSpPr>
          <p:nvPr/>
        </p:nvSpPr>
        <p:spPr>
          <a:xfrm>
            <a:off x="1171575" y="6591300"/>
            <a:ext cx="57626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校准曲线与相应</a:t>
            </a:r>
            <a:r>
              <a:rPr lang="en-US" altLang="zh-CN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Brier</a:t>
            </a:r>
            <a:r>
              <a:rPr lang="zh-CN" altLang="en-US" sz="2400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评分</a:t>
            </a:r>
            <a:endParaRPr sz="2400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2" name="text_14">
            <a:extLst>
              <a:ext uri="{FF2B5EF4-FFF2-40B4-BE49-F238E27FC236}">
                <a16:creationId xmlns:a16="http://schemas.microsoft.com/office/drawing/2014/main" id="{682E3EC2-EFEF-45EC-B5A0-C58F2678C2E5}"/>
              </a:ext>
            </a:extLst>
          </p:cNvPr>
          <p:cNvSpPr>
            <a:spLocks/>
          </p:cNvSpPr>
          <p:nvPr/>
        </p:nvSpPr>
        <p:spPr>
          <a:xfrm>
            <a:off x="1171575" y="7267575"/>
            <a:ext cx="67722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75" b="1">
                <a:solidFill>
                  <a:srgbClr val="3038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病例成对</a:t>
            </a:r>
            <a:r>
              <a:rPr 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Bootstrap：</a:t>
            </a:r>
            <a:r>
              <a:rPr lang="zh-CN" alt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模型差值</a:t>
            </a:r>
            <a:r>
              <a:rPr lang="en-US" altLang="zh-CN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95% </a:t>
            </a:r>
            <a:r>
              <a:rPr lang="en-US" sz="2175" b="1">
                <a:solidFill>
                  <a:srgbClr val="3038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CI</a:t>
            </a:r>
            <a:endParaRPr sz="2175" b="1">
              <a:solidFill>
                <a:srgbClr val="3038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9747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riority_quant_retina_image_backplate">
            <a:extLst>
              <a:ext uri="{FF2B5EF4-FFF2-40B4-BE49-F238E27FC236}">
                <a16:creationId xmlns:a16="http://schemas.microsoft.com/office/drawing/2014/main" id="{8B299759-EAF6-48EF-910D-00638F98A45E}"/>
              </a:ext>
            </a:extLst>
          </p:cNvPr>
          <p:cNvSpPr>
            <a:spLocks/>
          </p:cNvSpPr>
          <p:nvPr/>
        </p:nvSpPr>
        <p:spPr>
          <a:xfrm>
            <a:off x="964406" y="6329363"/>
            <a:ext cx="900113" cy="900113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" name="priority_retina_image_backplate">
            <a:extLst>
              <a:ext uri="{FF2B5EF4-FFF2-40B4-BE49-F238E27FC236}">
                <a16:creationId xmlns:a16="http://schemas.microsoft.com/office/drawing/2014/main" id="{B0F1C923-98DD-4860-ABD3-DB0C9CC3EC22}"/>
              </a:ext>
            </a:extLst>
          </p:cNvPr>
          <p:cNvSpPr>
            <a:spLocks/>
          </p:cNvSpPr>
          <p:nvPr/>
        </p:nvSpPr>
        <p:spPr>
          <a:xfrm>
            <a:off x="978694" y="3544253"/>
            <a:ext cx="1328738" cy="1328738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6" name="model_priority_header">
            <a:extLst>
              <a:ext uri="{FF2B5EF4-FFF2-40B4-BE49-F238E27FC236}">
                <a16:creationId xmlns:a16="http://schemas.microsoft.com/office/drawing/2014/main" id="{6616FBF4-CE19-48C4-94BC-58CC4E01CDF0}"/>
              </a:ext>
            </a:extLst>
          </p:cNvPr>
          <p:cNvSpPr>
            <a:spLocks/>
          </p:cNvSpPr>
          <p:nvPr/>
        </p:nvSpPr>
        <p:spPr>
          <a:xfrm>
            <a:off x="619125" y="1828800"/>
            <a:ext cx="8943975" cy="582930"/>
          </a:xfrm>
          <a:prstGeom prst="roundRect">
            <a:avLst>
              <a:gd name="adj" fmla="val 19608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11" name="priority_model_bg">
            <a:extLst>
              <a:ext uri="{FF2B5EF4-FFF2-40B4-BE49-F238E27FC236}">
                <a16:creationId xmlns:a16="http://schemas.microsoft.com/office/drawing/2014/main" id="{38F1AE15-BD25-421C-92AB-9B40F788BAB7}"/>
              </a:ext>
            </a:extLst>
          </p:cNvPr>
          <p:cNvSpPr>
            <a:spLocks/>
          </p:cNvSpPr>
          <p:nvPr/>
        </p:nvSpPr>
        <p:spPr>
          <a:xfrm>
            <a:off x="609600" y="2926080"/>
            <a:ext cx="8953500" cy="1954530"/>
          </a:xfrm>
          <a:prstGeom prst="roundRect">
            <a:avLst>
              <a:gd name="adj" fmla="val 5848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13" name="priority_net_plate">
            <a:extLst>
              <a:ext uri="{FF2B5EF4-FFF2-40B4-BE49-F238E27FC236}">
                <a16:creationId xmlns:a16="http://schemas.microsoft.com/office/drawing/2014/main" id="{9BBE8172-F406-4722-9813-EE9989C284C9}"/>
              </a:ext>
            </a:extLst>
          </p:cNvPr>
          <p:cNvSpPr>
            <a:spLocks/>
          </p:cNvSpPr>
          <p:nvPr/>
        </p:nvSpPr>
        <p:spPr>
          <a:xfrm>
            <a:off x="3476625" y="3414713"/>
            <a:ext cx="2609850" cy="1388745"/>
          </a:xfrm>
          <a:prstGeom prst="roundRect">
            <a:avLst>
              <a:gd name="adj" fmla="val 8230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22" name="dr_priority_bg">
            <a:extLst>
              <a:ext uri="{FF2B5EF4-FFF2-40B4-BE49-F238E27FC236}">
                <a16:creationId xmlns:a16="http://schemas.microsoft.com/office/drawing/2014/main" id="{19F6E6D6-F1DA-4610-B6D1-DDB82302608E}"/>
              </a:ext>
            </a:extLst>
          </p:cNvPr>
          <p:cNvSpPr>
            <a:spLocks/>
          </p:cNvSpPr>
          <p:nvPr/>
        </p:nvSpPr>
        <p:spPr>
          <a:xfrm>
            <a:off x="6791325" y="3166110"/>
            <a:ext cx="2495550" cy="745808"/>
          </a:xfrm>
          <a:prstGeom prst="roundRect">
            <a:avLst>
              <a:gd name="adj" fmla="val 15326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23" name="dkd_priority_bg">
            <a:extLst>
              <a:ext uri="{FF2B5EF4-FFF2-40B4-BE49-F238E27FC236}">
                <a16:creationId xmlns:a16="http://schemas.microsoft.com/office/drawing/2014/main" id="{056C9DCC-7C95-40D5-8AE5-51C6A2134E0E}"/>
              </a:ext>
            </a:extLst>
          </p:cNvPr>
          <p:cNvSpPr>
            <a:spLocks/>
          </p:cNvSpPr>
          <p:nvPr/>
        </p:nvSpPr>
        <p:spPr>
          <a:xfrm>
            <a:off x="6791325" y="4143375"/>
            <a:ext cx="2495550" cy="745808"/>
          </a:xfrm>
          <a:prstGeom prst="roundRect">
            <a:avLst>
              <a:gd name="adj" fmla="val 15326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26" name="quant_priority_header">
            <a:extLst>
              <a:ext uri="{FF2B5EF4-FFF2-40B4-BE49-F238E27FC236}">
                <a16:creationId xmlns:a16="http://schemas.microsoft.com/office/drawing/2014/main" id="{AF5AA603-9AA8-4AC9-BEF0-0C83CF3B113D}"/>
              </a:ext>
            </a:extLst>
          </p:cNvPr>
          <p:cNvSpPr>
            <a:spLocks/>
          </p:cNvSpPr>
          <p:nvPr/>
        </p:nvSpPr>
        <p:spPr>
          <a:xfrm>
            <a:off x="619125" y="5112068"/>
            <a:ext cx="8943975" cy="582930"/>
          </a:xfrm>
          <a:prstGeom prst="roundRect">
            <a:avLst>
              <a:gd name="adj" fmla="val 19608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31" name="priority_quant_bg">
            <a:extLst>
              <a:ext uri="{FF2B5EF4-FFF2-40B4-BE49-F238E27FC236}">
                <a16:creationId xmlns:a16="http://schemas.microsoft.com/office/drawing/2014/main" id="{70483D68-BDB5-4C6A-B575-A68A97E86AB3}"/>
              </a:ext>
            </a:extLst>
          </p:cNvPr>
          <p:cNvSpPr>
            <a:spLocks/>
          </p:cNvSpPr>
          <p:nvPr/>
        </p:nvSpPr>
        <p:spPr>
          <a:xfrm>
            <a:off x="609600" y="6192203"/>
            <a:ext cx="8953500" cy="1217295"/>
          </a:xfrm>
          <a:prstGeom prst="roundRect">
            <a:avLst>
              <a:gd name="adj" fmla="val 9390"/>
            </a:avLst>
          </a:prstGeom>
          <a:noFill/>
          <a:ln w="12383">
            <a:solidFill>
              <a:srgbClr val="81BEE7"/>
            </a:solidFill>
            <a:prstDash val="dash"/>
          </a:ln>
        </p:spPr>
      </p:sp>
      <p:sp>
        <p:nvSpPr>
          <p:cNvPr id="33" name="priority_analysis_plate">
            <a:extLst>
              <a:ext uri="{FF2B5EF4-FFF2-40B4-BE49-F238E27FC236}">
                <a16:creationId xmlns:a16="http://schemas.microsoft.com/office/drawing/2014/main" id="{A1489A11-EEA0-4F85-830D-86E8CA68B79F}"/>
              </a:ext>
            </a:extLst>
          </p:cNvPr>
          <p:cNvSpPr>
            <a:spLocks/>
          </p:cNvSpPr>
          <p:nvPr/>
        </p:nvSpPr>
        <p:spPr>
          <a:xfrm>
            <a:off x="3476625" y="6286500"/>
            <a:ext cx="3248025" cy="951548"/>
          </a:xfrm>
          <a:prstGeom prst="roundRect">
            <a:avLst>
              <a:gd name="adj" fmla="val 12012"/>
            </a:avLst>
          </a:prstGeom>
          <a:solidFill>
            <a:srgbClr val="EAF6FD"/>
          </a:solidFill>
          <a:ln w="0">
            <a:noFill/>
          </a:ln>
        </p:spPr>
      </p:sp>
      <p:sp>
        <p:nvSpPr>
          <p:cNvPr id="50" name="summary_bg">
            <a:extLst>
              <a:ext uri="{FF2B5EF4-FFF2-40B4-BE49-F238E27FC236}">
                <a16:creationId xmlns:a16="http://schemas.microsoft.com/office/drawing/2014/main" id="{FD47FCAD-3680-4CE3-A4BC-FF3F93F11CD6}"/>
              </a:ext>
            </a:extLst>
          </p:cNvPr>
          <p:cNvSpPr>
            <a:spLocks/>
          </p:cNvSpPr>
          <p:nvPr/>
        </p:nvSpPr>
        <p:spPr>
          <a:xfrm>
            <a:off x="428625" y="7667625"/>
            <a:ext cx="15049500" cy="657225"/>
          </a:xfrm>
          <a:prstGeom prst="roundRect">
            <a:avLst>
              <a:gd name="adj" fmla="val 17391"/>
            </a:avLst>
          </a:prstGeom>
          <a:gradFill flip="none" rotWithShape="1">
            <a:gsLst>
              <a:gs pos="0">
                <a:srgbClr val="EFF9FE"/>
              </a:gs>
              <a:gs pos="100000">
                <a:srgbClr val="DFF2FC"/>
              </a:gs>
            </a:gsLst>
            <a:lin ang="5400000" scaled="1"/>
            <a:tileRect/>
          </a:gradFill>
          <a:ln w="0">
            <a:noFill/>
          </a:ln>
        </p:spPr>
      </p:sp>
      <p:pic>
        <p:nvPicPr>
          <p:cNvPr id="120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54125" y="161925"/>
            <a:ext cx="1733550" cy="1628775"/>
          </a:xfrm>
          <a:prstGeom prst="rect">
            <a:avLst/>
          </a:prstGeom>
        </p:spPr>
      </p:pic>
      <p:pic>
        <p:nvPicPr>
          <p:cNvPr id="121" name="priority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978694" y="3544252"/>
            <a:ext cx="1328738" cy="1328738"/>
          </a:xfrm>
          <a:prstGeom prst="ellipse">
            <a:avLst/>
          </a:prstGeom>
        </p:spPr>
      </p:pic>
      <p:pic>
        <p:nvPicPr>
          <p:cNvPr id="122" name="priority_quant_retina"/>
          <p:cNvPicPr>
            <a:picLocks noChangeAspect="1"/>
          </p:cNvPicPr>
          <p:nvPr/>
        </p:nvPicPr>
        <p:blipFill>
          <a:blip r:embed="rId4"/>
          <a:srcRect l="3676" t="31373" r="23897" b="30000"/>
          <a:stretch/>
        </p:blipFill>
        <p:spPr>
          <a:xfrm>
            <a:off x="964406" y="6329362"/>
            <a:ext cx="900112" cy="900112"/>
          </a:xfrm>
          <a:prstGeom prst="ellipse">
            <a:avLst/>
          </a:prstGeom>
        </p:spPr>
      </p:pic>
      <p:grpSp>
        <p:nvGrpSpPr>
          <p:cNvPr id="141" name="module_priority_mininet_0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4FBB551-7399-3F7A-F810-A9A0122F966E}"/>
              </a:ext>
            </a:extLst>
          </p:cNvPr>
          <p:cNvGrpSpPr/>
          <p:nvPr/>
        </p:nvGrpSpPr>
        <p:grpSpPr>
          <a:xfrm>
            <a:off x="3743325" y="4014788"/>
            <a:ext cx="199890" cy="754380"/>
            <a:chOff x="3743325" y="4014788"/>
            <a:chExt cx="199890" cy="754380"/>
          </a:xfrm>
        </p:grpSpPr>
        <p:sp>
          <p:nvSpPr>
            <p:cNvPr id="15" name="priority_mininet_0_bg">
              <a:extLst>
                <a:ext uri="{FF2B5EF4-FFF2-40B4-BE49-F238E27FC236}">
                  <a16:creationId xmlns:a16="http://schemas.microsoft.com/office/drawing/2014/main" id="{3C6260BD-9B3D-4C66-A4BB-182FAA6A3692}"/>
                </a:ext>
              </a:extLst>
            </p:cNvPr>
            <p:cNvSpPr>
              <a:spLocks/>
            </p:cNvSpPr>
            <p:nvPr/>
          </p:nvSpPr>
          <p:spPr>
            <a:xfrm>
              <a:off x="3743325" y="4117658"/>
              <a:ext cx="85589" cy="65151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2" name="priority_mininet_0_out">
              <a:extLst>
                <a:ext uri="{FF2B5EF4-FFF2-40B4-BE49-F238E27FC236}">
                  <a16:creationId xmlns:a16="http://schemas.microsoft.com/office/drawing/2014/main" id="{5D9DBE9C-8038-4E95-AA04-83A7E6FBA371}"/>
                </a:ext>
              </a:extLst>
            </p:cNvPr>
            <p:cNvSpPr>
              <a:spLocks/>
            </p:cNvSpPr>
            <p:nvPr/>
          </p:nvSpPr>
          <p:spPr>
            <a:xfrm>
              <a:off x="3924164" y="44338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59" name="priority_mininet_0_top">
              <a:extLst>
                <a:ext uri="{FF2B5EF4-FFF2-40B4-BE49-F238E27FC236}">
                  <a16:creationId xmlns:a16="http://schemas.microsoft.com/office/drawing/2014/main" id="{7CA4B1D9-EA8C-B364-0C60-7A6695643D12}"/>
                </a:ext>
              </a:extLst>
            </p:cNvPr>
            <p:cNvSpPr/>
            <p:nvPr/>
          </p:nvSpPr>
          <p:spPr>
            <a:xfrm>
              <a:off x="3743325" y="4014788"/>
              <a:ext cx="199890" cy="102871"/>
            </a:xfrm>
            <a:custGeom>
              <a:avLst/>
              <a:gdLst/>
              <a:ahLst/>
              <a:cxnLst/>
              <a:rect l="0" t="0" r="0" b="0"/>
              <a:pathLst>
                <a:path w="199890" h="102871">
                  <a:moveTo>
                    <a:pt x="0" y="102870"/>
                  </a:moveTo>
                  <a:lnTo>
                    <a:pt x="114300" y="0"/>
                  </a:lnTo>
                  <a:lnTo>
                    <a:pt x="199889" y="0"/>
                  </a:lnTo>
                  <a:lnTo>
                    <a:pt x="85589" y="10287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priority_mininet_0_side">
              <a:extLst>
                <a:ext uri="{FF2B5EF4-FFF2-40B4-BE49-F238E27FC236}">
                  <a16:creationId xmlns:a16="http://schemas.microsoft.com/office/drawing/2014/main" id="{50A0116A-0BE0-6AC6-0293-D84DF0C65676}"/>
                </a:ext>
              </a:extLst>
            </p:cNvPr>
            <p:cNvSpPr/>
            <p:nvPr/>
          </p:nvSpPr>
          <p:spPr>
            <a:xfrm>
              <a:off x="3828914" y="4014788"/>
              <a:ext cx="114301" cy="754380"/>
            </a:xfrm>
            <a:custGeom>
              <a:avLst/>
              <a:gdLst/>
              <a:ahLst/>
              <a:cxnLst/>
              <a:rect l="0" t="0" r="0" b="0"/>
              <a:pathLst>
                <a:path w="114301" h="754380">
                  <a:moveTo>
                    <a:pt x="0" y="102870"/>
                  </a:moveTo>
                  <a:lnTo>
                    <a:pt x="114300" y="0"/>
                  </a:lnTo>
                  <a:lnTo>
                    <a:pt x="114300" y="651509"/>
                  </a:lnTo>
                  <a:lnTo>
                    <a:pt x="0" y="754379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2" name="module_priority_mininet_1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D4C90D2D-B959-D34C-4A4C-C2E560598823}"/>
              </a:ext>
            </a:extLst>
          </p:cNvPr>
          <p:cNvGrpSpPr/>
          <p:nvPr/>
        </p:nvGrpSpPr>
        <p:grpSpPr>
          <a:xfrm>
            <a:off x="4050846" y="4097769"/>
            <a:ext cx="199891" cy="588418"/>
            <a:chOff x="4050846" y="4097769"/>
            <a:chExt cx="199891" cy="588418"/>
          </a:xfrm>
        </p:grpSpPr>
        <p:sp>
          <p:nvSpPr>
            <p:cNvPr id="16" name="priority_mininet_1_bg">
              <a:extLst>
                <a:ext uri="{FF2B5EF4-FFF2-40B4-BE49-F238E27FC236}">
                  <a16:creationId xmlns:a16="http://schemas.microsoft.com/office/drawing/2014/main" id="{9D3251EF-0CC3-4B3D-B9BC-AF26B292B8F4}"/>
                </a:ext>
              </a:extLst>
            </p:cNvPr>
            <p:cNvSpPr>
              <a:spLocks/>
            </p:cNvSpPr>
            <p:nvPr/>
          </p:nvSpPr>
          <p:spPr>
            <a:xfrm>
              <a:off x="4050846" y="4200639"/>
              <a:ext cx="85589" cy="485546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3" name="priority_mininet_1_out">
              <a:extLst>
                <a:ext uri="{FF2B5EF4-FFF2-40B4-BE49-F238E27FC236}">
                  <a16:creationId xmlns:a16="http://schemas.microsoft.com/office/drawing/2014/main" id="{9A4DABAB-10B2-43F1-B5B6-D68C2265B6E1}"/>
                </a:ext>
              </a:extLst>
            </p:cNvPr>
            <p:cNvSpPr>
              <a:spLocks/>
            </p:cNvSpPr>
            <p:nvPr/>
          </p:nvSpPr>
          <p:spPr>
            <a:xfrm>
              <a:off x="4231685" y="44338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1" name="priority_mininet_1_top">
              <a:extLst>
                <a:ext uri="{FF2B5EF4-FFF2-40B4-BE49-F238E27FC236}">
                  <a16:creationId xmlns:a16="http://schemas.microsoft.com/office/drawing/2014/main" id="{51CE6302-B2A7-E520-A7C2-921BB562CE14}"/>
                </a:ext>
              </a:extLst>
            </p:cNvPr>
            <p:cNvSpPr/>
            <p:nvPr/>
          </p:nvSpPr>
          <p:spPr>
            <a:xfrm>
              <a:off x="4050847" y="4097769"/>
              <a:ext cx="199890" cy="102871"/>
            </a:xfrm>
            <a:custGeom>
              <a:avLst/>
              <a:gdLst/>
              <a:ahLst/>
              <a:cxnLst/>
              <a:rect l="0" t="0" r="0" b="0"/>
              <a:pathLst>
                <a:path w="199890" h="102871">
                  <a:moveTo>
                    <a:pt x="0" y="102870"/>
                  </a:moveTo>
                  <a:lnTo>
                    <a:pt x="114300" y="0"/>
                  </a:lnTo>
                  <a:lnTo>
                    <a:pt x="199889" y="0"/>
                  </a:lnTo>
                  <a:lnTo>
                    <a:pt x="85589" y="10287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priority_mininet_1_side">
              <a:extLst>
                <a:ext uri="{FF2B5EF4-FFF2-40B4-BE49-F238E27FC236}">
                  <a16:creationId xmlns:a16="http://schemas.microsoft.com/office/drawing/2014/main" id="{757D888A-9073-CC5A-EE9F-A16298C9014E}"/>
                </a:ext>
              </a:extLst>
            </p:cNvPr>
            <p:cNvSpPr/>
            <p:nvPr/>
          </p:nvSpPr>
          <p:spPr>
            <a:xfrm>
              <a:off x="4136436" y="4097769"/>
              <a:ext cx="114301" cy="588418"/>
            </a:xfrm>
            <a:custGeom>
              <a:avLst/>
              <a:gdLst/>
              <a:ahLst/>
              <a:cxnLst/>
              <a:rect l="0" t="0" r="0" b="0"/>
              <a:pathLst>
                <a:path w="114301" h="588418">
                  <a:moveTo>
                    <a:pt x="0" y="102870"/>
                  </a:moveTo>
                  <a:lnTo>
                    <a:pt x="114300" y="0"/>
                  </a:lnTo>
                  <a:lnTo>
                    <a:pt x="114300" y="485547"/>
                  </a:lnTo>
                  <a:lnTo>
                    <a:pt x="0" y="588417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3" name="module_priority_mininet_2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3929A29A-5AB2-5C95-7713-AA7036EC8626}"/>
              </a:ext>
            </a:extLst>
          </p:cNvPr>
          <p:cNvGrpSpPr/>
          <p:nvPr/>
        </p:nvGrpSpPr>
        <p:grpSpPr>
          <a:xfrm>
            <a:off x="4358368" y="4173207"/>
            <a:ext cx="199890" cy="437542"/>
            <a:chOff x="4358368" y="4173207"/>
            <a:chExt cx="199890" cy="437542"/>
          </a:xfrm>
        </p:grpSpPr>
        <p:sp>
          <p:nvSpPr>
            <p:cNvPr id="17" name="priority_mininet_2_bg">
              <a:extLst>
                <a:ext uri="{FF2B5EF4-FFF2-40B4-BE49-F238E27FC236}">
                  <a16:creationId xmlns:a16="http://schemas.microsoft.com/office/drawing/2014/main" id="{35ED921A-036F-425C-AE06-C46D3161B6F5}"/>
                </a:ext>
              </a:extLst>
            </p:cNvPr>
            <p:cNvSpPr>
              <a:spLocks/>
            </p:cNvSpPr>
            <p:nvPr/>
          </p:nvSpPr>
          <p:spPr>
            <a:xfrm>
              <a:off x="4358368" y="4276077"/>
              <a:ext cx="85589" cy="33467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4" name="priority_mininet_2_out">
              <a:extLst>
                <a:ext uri="{FF2B5EF4-FFF2-40B4-BE49-F238E27FC236}">
                  <a16:creationId xmlns:a16="http://schemas.microsoft.com/office/drawing/2014/main" id="{E1EAB90C-34DE-4EE3-BB17-CFFC7431051B}"/>
                </a:ext>
              </a:extLst>
            </p:cNvPr>
            <p:cNvSpPr>
              <a:spLocks/>
            </p:cNvSpPr>
            <p:nvPr/>
          </p:nvSpPr>
          <p:spPr>
            <a:xfrm>
              <a:off x="4539207" y="44338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4" name="priority_mininet_2_top">
              <a:extLst>
                <a:ext uri="{FF2B5EF4-FFF2-40B4-BE49-F238E27FC236}">
                  <a16:creationId xmlns:a16="http://schemas.microsoft.com/office/drawing/2014/main" id="{ED8AD26D-0B97-C332-77E5-B8BCD32AEAB2}"/>
                </a:ext>
              </a:extLst>
            </p:cNvPr>
            <p:cNvSpPr/>
            <p:nvPr/>
          </p:nvSpPr>
          <p:spPr>
            <a:xfrm>
              <a:off x="4358368" y="4173207"/>
              <a:ext cx="199890" cy="102871"/>
            </a:xfrm>
            <a:custGeom>
              <a:avLst/>
              <a:gdLst/>
              <a:ahLst/>
              <a:cxnLst/>
              <a:rect l="0" t="0" r="0" b="0"/>
              <a:pathLst>
                <a:path w="199890" h="102871">
                  <a:moveTo>
                    <a:pt x="0" y="102870"/>
                  </a:moveTo>
                  <a:lnTo>
                    <a:pt x="114300" y="0"/>
                  </a:lnTo>
                  <a:lnTo>
                    <a:pt x="199889" y="0"/>
                  </a:lnTo>
                  <a:lnTo>
                    <a:pt x="85589" y="10287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priority_mininet_2_side">
              <a:extLst>
                <a:ext uri="{FF2B5EF4-FFF2-40B4-BE49-F238E27FC236}">
                  <a16:creationId xmlns:a16="http://schemas.microsoft.com/office/drawing/2014/main" id="{69C006D2-ADD2-6FAA-9CF4-46E11595DAA5}"/>
                </a:ext>
              </a:extLst>
            </p:cNvPr>
            <p:cNvSpPr/>
            <p:nvPr/>
          </p:nvSpPr>
          <p:spPr>
            <a:xfrm>
              <a:off x="4443957" y="4173207"/>
              <a:ext cx="114301" cy="437542"/>
            </a:xfrm>
            <a:custGeom>
              <a:avLst/>
              <a:gdLst/>
              <a:ahLst/>
              <a:cxnLst/>
              <a:rect l="0" t="0" r="0" b="0"/>
              <a:pathLst>
                <a:path w="114301" h="437542">
                  <a:moveTo>
                    <a:pt x="0" y="102870"/>
                  </a:moveTo>
                  <a:lnTo>
                    <a:pt x="114300" y="0"/>
                  </a:lnTo>
                  <a:lnTo>
                    <a:pt x="114300" y="334671"/>
                  </a:lnTo>
                  <a:lnTo>
                    <a:pt x="0" y="437541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4" name="module_priority_mininet_3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54F0A80-BED5-F259-17BF-027C7A527B10}"/>
              </a:ext>
            </a:extLst>
          </p:cNvPr>
          <p:cNvGrpSpPr/>
          <p:nvPr/>
        </p:nvGrpSpPr>
        <p:grpSpPr>
          <a:xfrm>
            <a:off x="4665889" y="4248645"/>
            <a:ext cx="199890" cy="286666"/>
            <a:chOff x="4665889" y="4248645"/>
            <a:chExt cx="199890" cy="286666"/>
          </a:xfrm>
        </p:grpSpPr>
        <p:sp>
          <p:nvSpPr>
            <p:cNvPr id="18" name="priority_mininet_3_bg">
              <a:extLst>
                <a:ext uri="{FF2B5EF4-FFF2-40B4-BE49-F238E27FC236}">
                  <a16:creationId xmlns:a16="http://schemas.microsoft.com/office/drawing/2014/main" id="{78C9C32A-9AFE-4715-AB49-1BB7DBE60E55}"/>
                </a:ext>
              </a:extLst>
            </p:cNvPr>
            <p:cNvSpPr>
              <a:spLocks/>
            </p:cNvSpPr>
            <p:nvPr/>
          </p:nvSpPr>
          <p:spPr>
            <a:xfrm>
              <a:off x="4665889" y="4351515"/>
              <a:ext cx="85589" cy="183794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5" name="priority_mininet_3_out">
              <a:extLst>
                <a:ext uri="{FF2B5EF4-FFF2-40B4-BE49-F238E27FC236}">
                  <a16:creationId xmlns:a16="http://schemas.microsoft.com/office/drawing/2014/main" id="{BB09A541-DECF-4C20-9161-F97F2A293C10}"/>
                </a:ext>
              </a:extLst>
            </p:cNvPr>
            <p:cNvSpPr>
              <a:spLocks/>
            </p:cNvSpPr>
            <p:nvPr/>
          </p:nvSpPr>
          <p:spPr>
            <a:xfrm>
              <a:off x="4846728" y="44338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6" name="priority_mininet_3_top">
              <a:extLst>
                <a:ext uri="{FF2B5EF4-FFF2-40B4-BE49-F238E27FC236}">
                  <a16:creationId xmlns:a16="http://schemas.microsoft.com/office/drawing/2014/main" id="{0496F315-CDE3-8074-8918-004906385650}"/>
                </a:ext>
              </a:extLst>
            </p:cNvPr>
            <p:cNvSpPr/>
            <p:nvPr/>
          </p:nvSpPr>
          <p:spPr>
            <a:xfrm>
              <a:off x="4665889" y="4248645"/>
              <a:ext cx="199890" cy="102871"/>
            </a:xfrm>
            <a:custGeom>
              <a:avLst/>
              <a:gdLst/>
              <a:ahLst/>
              <a:cxnLst/>
              <a:rect l="0" t="0" r="0" b="0"/>
              <a:pathLst>
                <a:path w="199890" h="102871">
                  <a:moveTo>
                    <a:pt x="0" y="102870"/>
                  </a:moveTo>
                  <a:lnTo>
                    <a:pt x="114300" y="0"/>
                  </a:lnTo>
                  <a:lnTo>
                    <a:pt x="199889" y="0"/>
                  </a:lnTo>
                  <a:lnTo>
                    <a:pt x="85589" y="10287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priority_mininet_3_side">
              <a:extLst>
                <a:ext uri="{FF2B5EF4-FFF2-40B4-BE49-F238E27FC236}">
                  <a16:creationId xmlns:a16="http://schemas.microsoft.com/office/drawing/2014/main" id="{51A839C2-C00C-C194-379C-063C7ADA389B}"/>
                </a:ext>
              </a:extLst>
            </p:cNvPr>
            <p:cNvSpPr/>
            <p:nvPr/>
          </p:nvSpPr>
          <p:spPr>
            <a:xfrm>
              <a:off x="4751478" y="4248645"/>
              <a:ext cx="114301" cy="286666"/>
            </a:xfrm>
            <a:custGeom>
              <a:avLst/>
              <a:gdLst/>
              <a:ahLst/>
              <a:cxnLst/>
              <a:rect l="0" t="0" r="0" b="0"/>
              <a:pathLst>
                <a:path w="114301" h="286666">
                  <a:moveTo>
                    <a:pt x="0" y="102870"/>
                  </a:moveTo>
                  <a:lnTo>
                    <a:pt x="114300" y="0"/>
                  </a:lnTo>
                  <a:lnTo>
                    <a:pt x="114300" y="183795"/>
                  </a:lnTo>
                  <a:lnTo>
                    <a:pt x="0" y="286665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5" name="module_priority_mininet_4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74FD9AF5-7A43-DB08-68AD-F2C7E6D42969}"/>
              </a:ext>
            </a:extLst>
          </p:cNvPr>
          <p:cNvGrpSpPr/>
          <p:nvPr/>
        </p:nvGrpSpPr>
        <p:grpSpPr>
          <a:xfrm>
            <a:off x="4973411" y="4173207"/>
            <a:ext cx="199890" cy="437542"/>
            <a:chOff x="4973411" y="4173207"/>
            <a:chExt cx="199890" cy="437542"/>
          </a:xfrm>
        </p:grpSpPr>
        <p:sp>
          <p:nvSpPr>
            <p:cNvPr id="19" name="priority_mininet_4_bg">
              <a:extLst>
                <a:ext uri="{FF2B5EF4-FFF2-40B4-BE49-F238E27FC236}">
                  <a16:creationId xmlns:a16="http://schemas.microsoft.com/office/drawing/2014/main" id="{608CF649-8193-4ECA-A0CB-DBC743D76D1F}"/>
                </a:ext>
              </a:extLst>
            </p:cNvPr>
            <p:cNvSpPr>
              <a:spLocks/>
            </p:cNvSpPr>
            <p:nvPr/>
          </p:nvSpPr>
          <p:spPr>
            <a:xfrm>
              <a:off x="4973411" y="4276077"/>
              <a:ext cx="85589" cy="33467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6" name="priority_mininet_4_out">
              <a:extLst>
                <a:ext uri="{FF2B5EF4-FFF2-40B4-BE49-F238E27FC236}">
                  <a16:creationId xmlns:a16="http://schemas.microsoft.com/office/drawing/2014/main" id="{969CAFA1-ACE5-43FF-95A5-A72AE986AED2}"/>
                </a:ext>
              </a:extLst>
            </p:cNvPr>
            <p:cNvSpPr>
              <a:spLocks/>
            </p:cNvSpPr>
            <p:nvPr/>
          </p:nvSpPr>
          <p:spPr>
            <a:xfrm>
              <a:off x="5154250" y="44338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68" name="priority_mininet_4_top">
              <a:extLst>
                <a:ext uri="{FF2B5EF4-FFF2-40B4-BE49-F238E27FC236}">
                  <a16:creationId xmlns:a16="http://schemas.microsoft.com/office/drawing/2014/main" id="{9CE672A1-2C92-EAD2-DBD1-D8F8C87B2B3A}"/>
                </a:ext>
              </a:extLst>
            </p:cNvPr>
            <p:cNvSpPr/>
            <p:nvPr/>
          </p:nvSpPr>
          <p:spPr>
            <a:xfrm>
              <a:off x="4973411" y="4173207"/>
              <a:ext cx="199890" cy="102871"/>
            </a:xfrm>
            <a:custGeom>
              <a:avLst/>
              <a:gdLst/>
              <a:ahLst/>
              <a:cxnLst/>
              <a:rect l="0" t="0" r="0" b="0"/>
              <a:pathLst>
                <a:path w="199890" h="102871">
                  <a:moveTo>
                    <a:pt x="0" y="102870"/>
                  </a:moveTo>
                  <a:lnTo>
                    <a:pt x="114300" y="0"/>
                  </a:lnTo>
                  <a:lnTo>
                    <a:pt x="199889" y="0"/>
                  </a:lnTo>
                  <a:lnTo>
                    <a:pt x="85589" y="10287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priority_mininet_4_side">
              <a:extLst>
                <a:ext uri="{FF2B5EF4-FFF2-40B4-BE49-F238E27FC236}">
                  <a16:creationId xmlns:a16="http://schemas.microsoft.com/office/drawing/2014/main" id="{54CFCFCB-D227-AE15-8E46-EA2683651F53}"/>
                </a:ext>
              </a:extLst>
            </p:cNvPr>
            <p:cNvSpPr/>
            <p:nvPr/>
          </p:nvSpPr>
          <p:spPr>
            <a:xfrm>
              <a:off x="5059000" y="4173207"/>
              <a:ext cx="114301" cy="437542"/>
            </a:xfrm>
            <a:custGeom>
              <a:avLst/>
              <a:gdLst/>
              <a:ahLst/>
              <a:cxnLst/>
              <a:rect l="0" t="0" r="0" b="0"/>
              <a:pathLst>
                <a:path w="114301" h="437542">
                  <a:moveTo>
                    <a:pt x="0" y="102870"/>
                  </a:moveTo>
                  <a:lnTo>
                    <a:pt x="114300" y="0"/>
                  </a:lnTo>
                  <a:lnTo>
                    <a:pt x="114300" y="334671"/>
                  </a:lnTo>
                  <a:lnTo>
                    <a:pt x="0" y="437541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6" name="module_priority_mininet_5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A4668493-A727-6DBB-AB1E-015730DE48ED}"/>
              </a:ext>
            </a:extLst>
          </p:cNvPr>
          <p:cNvGrpSpPr/>
          <p:nvPr/>
        </p:nvGrpSpPr>
        <p:grpSpPr>
          <a:xfrm>
            <a:off x="5280932" y="4097769"/>
            <a:ext cx="199890" cy="588418"/>
            <a:chOff x="5280932" y="4097769"/>
            <a:chExt cx="199890" cy="588418"/>
          </a:xfrm>
        </p:grpSpPr>
        <p:sp>
          <p:nvSpPr>
            <p:cNvPr id="20" name="priority_mininet_5_bg">
              <a:extLst>
                <a:ext uri="{FF2B5EF4-FFF2-40B4-BE49-F238E27FC236}">
                  <a16:creationId xmlns:a16="http://schemas.microsoft.com/office/drawing/2014/main" id="{2F9AD653-781B-41E3-AA7C-28D3E2357D47}"/>
                </a:ext>
              </a:extLst>
            </p:cNvPr>
            <p:cNvSpPr>
              <a:spLocks/>
            </p:cNvSpPr>
            <p:nvPr/>
          </p:nvSpPr>
          <p:spPr>
            <a:xfrm>
              <a:off x="5280932" y="4200639"/>
              <a:ext cx="85589" cy="485546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7" name="priority_mininet_5_out">
              <a:extLst>
                <a:ext uri="{FF2B5EF4-FFF2-40B4-BE49-F238E27FC236}">
                  <a16:creationId xmlns:a16="http://schemas.microsoft.com/office/drawing/2014/main" id="{BF5EC89E-7E2E-4245-8BA8-1F55F8D2D12A}"/>
                </a:ext>
              </a:extLst>
            </p:cNvPr>
            <p:cNvSpPr>
              <a:spLocks/>
            </p:cNvSpPr>
            <p:nvPr/>
          </p:nvSpPr>
          <p:spPr>
            <a:xfrm>
              <a:off x="5461771" y="44338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0" name="priority_mininet_5_top">
              <a:extLst>
                <a:ext uri="{FF2B5EF4-FFF2-40B4-BE49-F238E27FC236}">
                  <a16:creationId xmlns:a16="http://schemas.microsoft.com/office/drawing/2014/main" id="{251E682C-36F7-9CB4-57FE-D455A29803AC}"/>
                </a:ext>
              </a:extLst>
            </p:cNvPr>
            <p:cNvSpPr/>
            <p:nvPr/>
          </p:nvSpPr>
          <p:spPr>
            <a:xfrm>
              <a:off x="5280932" y="4097769"/>
              <a:ext cx="199890" cy="102871"/>
            </a:xfrm>
            <a:custGeom>
              <a:avLst/>
              <a:gdLst/>
              <a:ahLst/>
              <a:cxnLst/>
              <a:rect l="0" t="0" r="0" b="0"/>
              <a:pathLst>
                <a:path w="199890" h="102871">
                  <a:moveTo>
                    <a:pt x="0" y="102870"/>
                  </a:moveTo>
                  <a:lnTo>
                    <a:pt x="114300" y="0"/>
                  </a:lnTo>
                  <a:lnTo>
                    <a:pt x="199889" y="0"/>
                  </a:lnTo>
                  <a:lnTo>
                    <a:pt x="85589" y="10287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priority_mininet_5_side">
              <a:extLst>
                <a:ext uri="{FF2B5EF4-FFF2-40B4-BE49-F238E27FC236}">
                  <a16:creationId xmlns:a16="http://schemas.microsoft.com/office/drawing/2014/main" id="{B475DF9F-1AE8-7916-0EF0-E7E02DC4E062}"/>
                </a:ext>
              </a:extLst>
            </p:cNvPr>
            <p:cNvSpPr/>
            <p:nvPr/>
          </p:nvSpPr>
          <p:spPr>
            <a:xfrm>
              <a:off x="5366521" y="4097769"/>
              <a:ext cx="114301" cy="588418"/>
            </a:xfrm>
            <a:custGeom>
              <a:avLst/>
              <a:gdLst/>
              <a:ahLst/>
              <a:cxnLst/>
              <a:rect l="0" t="0" r="0" b="0"/>
              <a:pathLst>
                <a:path w="114301" h="588418">
                  <a:moveTo>
                    <a:pt x="0" y="102870"/>
                  </a:moveTo>
                  <a:lnTo>
                    <a:pt x="114300" y="0"/>
                  </a:lnTo>
                  <a:lnTo>
                    <a:pt x="114300" y="485547"/>
                  </a:lnTo>
                  <a:lnTo>
                    <a:pt x="0" y="588417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7" name="module_priority_mininet_6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6F1804FC-2ABD-7687-A0BA-53D1820946C0}"/>
              </a:ext>
            </a:extLst>
          </p:cNvPr>
          <p:cNvGrpSpPr/>
          <p:nvPr/>
        </p:nvGrpSpPr>
        <p:grpSpPr>
          <a:xfrm>
            <a:off x="5588453" y="4014788"/>
            <a:ext cx="199890" cy="754380"/>
            <a:chOff x="5588453" y="4014788"/>
            <a:chExt cx="199890" cy="754380"/>
          </a:xfrm>
        </p:grpSpPr>
        <p:sp>
          <p:nvSpPr>
            <p:cNvPr id="21" name="priority_mininet_6_bg">
              <a:extLst>
                <a:ext uri="{FF2B5EF4-FFF2-40B4-BE49-F238E27FC236}">
                  <a16:creationId xmlns:a16="http://schemas.microsoft.com/office/drawing/2014/main" id="{5CFFD052-9D97-445E-9CFA-0746C2E74426}"/>
                </a:ext>
              </a:extLst>
            </p:cNvPr>
            <p:cNvSpPr>
              <a:spLocks/>
            </p:cNvSpPr>
            <p:nvPr/>
          </p:nvSpPr>
          <p:spPr>
            <a:xfrm>
              <a:off x="5588454" y="4117658"/>
              <a:ext cx="85589" cy="651510"/>
            </a:xfrm>
            <a:prstGeom prst="rect">
              <a:avLst/>
            </a:prstGeom>
            <a:gradFill flip="none" rotWithShape="1">
              <a:gsLst>
                <a:gs pos="0">
                  <a:srgbClr val="82BFF7"/>
                </a:gs>
                <a:gs pos="100000">
                  <a:srgbClr val="327EC2"/>
                </a:gs>
              </a:gsLst>
              <a:lin ang="5400000" scaled="1"/>
              <a:tileRect/>
            </a:gradFill>
            <a:ln w="12383">
              <a:solidFill>
                <a:srgbClr val="1C5A9A"/>
              </a:solidFill>
            </a:ln>
          </p:spPr>
        </p:sp>
        <p:sp>
          <p:nvSpPr>
            <p:cNvPr id="58" name="priority_mininet_6_out">
              <a:extLst>
                <a:ext uri="{FF2B5EF4-FFF2-40B4-BE49-F238E27FC236}">
                  <a16:creationId xmlns:a16="http://schemas.microsoft.com/office/drawing/2014/main" id="{BD2E99E8-D9C3-447B-9FB6-0E19DEA8A546}"/>
                </a:ext>
              </a:extLst>
            </p:cNvPr>
            <p:cNvSpPr>
              <a:spLocks/>
            </p:cNvSpPr>
            <p:nvPr/>
          </p:nvSpPr>
          <p:spPr>
            <a:xfrm>
              <a:off x="5769293" y="4433888"/>
              <a:ext cx="19050" cy="19050"/>
            </a:xfrm>
            <a:prstGeom prst="rect">
              <a:avLst/>
            </a:prstGeom>
            <a:noFill/>
            <a:ln w="0">
              <a:noFill/>
            </a:ln>
          </p:spPr>
        </p:sp>
        <p:sp>
          <p:nvSpPr>
            <p:cNvPr id="72" name="priority_mininet_6_top">
              <a:extLst>
                <a:ext uri="{FF2B5EF4-FFF2-40B4-BE49-F238E27FC236}">
                  <a16:creationId xmlns:a16="http://schemas.microsoft.com/office/drawing/2014/main" id="{D638EB69-FCBF-1E6B-F043-99020784F9DB}"/>
                </a:ext>
              </a:extLst>
            </p:cNvPr>
            <p:cNvSpPr/>
            <p:nvPr/>
          </p:nvSpPr>
          <p:spPr>
            <a:xfrm>
              <a:off x="5588453" y="4014788"/>
              <a:ext cx="199890" cy="102871"/>
            </a:xfrm>
            <a:custGeom>
              <a:avLst/>
              <a:gdLst/>
              <a:ahLst/>
              <a:cxnLst/>
              <a:rect l="0" t="0" r="0" b="0"/>
              <a:pathLst>
                <a:path w="199890" h="102871">
                  <a:moveTo>
                    <a:pt x="0" y="102870"/>
                  </a:moveTo>
                  <a:lnTo>
                    <a:pt x="114300" y="0"/>
                  </a:lnTo>
                  <a:lnTo>
                    <a:pt x="199889" y="0"/>
                  </a:lnTo>
                  <a:lnTo>
                    <a:pt x="85589" y="102870"/>
                  </a:lnTo>
                  <a:close/>
                </a:path>
              </a:pathLst>
            </a:custGeom>
            <a:solidFill>
              <a:srgbClr val="82BFF7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priority_mininet_6_side">
              <a:extLst>
                <a:ext uri="{FF2B5EF4-FFF2-40B4-BE49-F238E27FC236}">
                  <a16:creationId xmlns:a16="http://schemas.microsoft.com/office/drawing/2014/main" id="{B09C11F6-57A9-A962-57AE-208F408E3123}"/>
                </a:ext>
              </a:extLst>
            </p:cNvPr>
            <p:cNvSpPr/>
            <p:nvPr/>
          </p:nvSpPr>
          <p:spPr>
            <a:xfrm>
              <a:off x="5674042" y="4014788"/>
              <a:ext cx="114301" cy="754380"/>
            </a:xfrm>
            <a:custGeom>
              <a:avLst/>
              <a:gdLst/>
              <a:ahLst/>
              <a:cxnLst/>
              <a:rect l="0" t="0" r="0" b="0"/>
              <a:pathLst>
                <a:path w="114301" h="754380">
                  <a:moveTo>
                    <a:pt x="0" y="102870"/>
                  </a:moveTo>
                  <a:lnTo>
                    <a:pt x="114300" y="0"/>
                  </a:lnTo>
                  <a:lnTo>
                    <a:pt x="114300" y="651509"/>
                  </a:lnTo>
                  <a:lnTo>
                    <a:pt x="0" y="754379"/>
                  </a:lnTo>
                  <a:close/>
                </a:path>
              </a:pathLst>
            </a:custGeom>
            <a:solidFill>
              <a:srgbClr val="1C5A9A"/>
            </a:solidFill>
            <a:ln w="11430">
              <a:solidFill>
                <a:srgbClr val="1C5A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4" name="deliverable_bg_0">
            <a:extLst>
              <a:ext uri="{FF2B5EF4-FFF2-40B4-BE49-F238E27FC236}">
                <a16:creationId xmlns:a16="http://schemas.microsoft.com/office/drawing/2014/main" id="{E8B4A7A7-A046-BAF3-2BAE-B2C91B3C0FDE}"/>
              </a:ext>
            </a:extLst>
          </p:cNvPr>
          <p:cNvSpPr/>
          <p:nvPr/>
        </p:nvSpPr>
        <p:spPr>
          <a:xfrm>
            <a:off x="10306050" y="2968942"/>
            <a:ext cx="5210176" cy="831534"/>
          </a:xfrm>
          <a:custGeom>
            <a:avLst/>
            <a:gdLst/>
            <a:ahLst/>
            <a:cxnLst/>
            <a:rect l="0" t="0" r="0" b="0"/>
            <a:pathLst>
              <a:path w="5210176" h="831534">
                <a:moveTo>
                  <a:pt x="0" y="0"/>
                </a:moveTo>
                <a:lnTo>
                  <a:pt x="4876800" y="0"/>
                </a:lnTo>
                <a:lnTo>
                  <a:pt x="5210175" y="415767"/>
                </a:lnTo>
                <a:lnTo>
                  <a:pt x="4876800" y="831533"/>
                </a:lnTo>
                <a:lnTo>
                  <a:pt x="0" y="831533"/>
                </a:lnTo>
                <a:close/>
              </a:path>
            </a:pathLst>
          </a:cu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deliverable_bg_1">
            <a:extLst>
              <a:ext uri="{FF2B5EF4-FFF2-40B4-BE49-F238E27FC236}">
                <a16:creationId xmlns:a16="http://schemas.microsoft.com/office/drawing/2014/main" id="{559FC3C9-1B59-508C-FF73-6D9AA85DD54B}"/>
              </a:ext>
            </a:extLst>
          </p:cNvPr>
          <p:cNvSpPr/>
          <p:nvPr/>
        </p:nvSpPr>
        <p:spPr>
          <a:xfrm>
            <a:off x="10306050" y="4040505"/>
            <a:ext cx="5210176" cy="831534"/>
          </a:xfrm>
          <a:custGeom>
            <a:avLst/>
            <a:gdLst/>
            <a:ahLst/>
            <a:cxnLst/>
            <a:rect l="0" t="0" r="0" b="0"/>
            <a:pathLst>
              <a:path w="5210176" h="831534">
                <a:moveTo>
                  <a:pt x="0" y="0"/>
                </a:moveTo>
                <a:lnTo>
                  <a:pt x="4876800" y="0"/>
                </a:lnTo>
                <a:lnTo>
                  <a:pt x="5210175" y="415766"/>
                </a:lnTo>
                <a:lnTo>
                  <a:pt x="4876800" y="831533"/>
                </a:lnTo>
                <a:lnTo>
                  <a:pt x="0" y="831533"/>
                </a:lnTo>
                <a:close/>
              </a:path>
            </a:pathLst>
          </a:cu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deliverable_bg_2">
            <a:extLst>
              <a:ext uri="{FF2B5EF4-FFF2-40B4-BE49-F238E27FC236}">
                <a16:creationId xmlns:a16="http://schemas.microsoft.com/office/drawing/2014/main" id="{B9BF48F8-1FFC-F2F2-93EE-397284ADF2D3}"/>
              </a:ext>
            </a:extLst>
          </p:cNvPr>
          <p:cNvSpPr/>
          <p:nvPr/>
        </p:nvSpPr>
        <p:spPr>
          <a:xfrm>
            <a:off x="10306050" y="5112067"/>
            <a:ext cx="5210176" cy="831534"/>
          </a:xfrm>
          <a:custGeom>
            <a:avLst/>
            <a:gdLst/>
            <a:ahLst/>
            <a:cxnLst/>
            <a:rect l="0" t="0" r="0" b="0"/>
            <a:pathLst>
              <a:path w="5210176" h="831534">
                <a:moveTo>
                  <a:pt x="0" y="0"/>
                </a:moveTo>
                <a:lnTo>
                  <a:pt x="4876800" y="0"/>
                </a:lnTo>
                <a:lnTo>
                  <a:pt x="5210175" y="415767"/>
                </a:lnTo>
                <a:lnTo>
                  <a:pt x="4876800" y="831533"/>
                </a:lnTo>
                <a:lnTo>
                  <a:pt x="0" y="831533"/>
                </a:lnTo>
                <a:close/>
              </a:path>
            </a:pathLst>
          </a:cu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deliverable_bg_3">
            <a:extLst>
              <a:ext uri="{FF2B5EF4-FFF2-40B4-BE49-F238E27FC236}">
                <a16:creationId xmlns:a16="http://schemas.microsoft.com/office/drawing/2014/main" id="{FB30253B-F2C7-10A5-BB3E-5EAB2E69E0BF}"/>
              </a:ext>
            </a:extLst>
          </p:cNvPr>
          <p:cNvSpPr/>
          <p:nvPr/>
        </p:nvSpPr>
        <p:spPr>
          <a:xfrm>
            <a:off x="10306050" y="6183630"/>
            <a:ext cx="5210176" cy="831534"/>
          </a:xfrm>
          <a:custGeom>
            <a:avLst/>
            <a:gdLst/>
            <a:ahLst/>
            <a:cxnLst/>
            <a:rect l="0" t="0" r="0" b="0"/>
            <a:pathLst>
              <a:path w="5210176" h="831534">
                <a:moveTo>
                  <a:pt x="0" y="0"/>
                </a:moveTo>
                <a:lnTo>
                  <a:pt x="4876800" y="0"/>
                </a:lnTo>
                <a:lnTo>
                  <a:pt x="5210175" y="415766"/>
                </a:lnTo>
                <a:lnTo>
                  <a:pt x="4876800" y="831533"/>
                </a:lnTo>
                <a:lnTo>
                  <a:pt x="0" y="831533"/>
                </a:lnTo>
                <a:close/>
              </a:path>
            </a:pathLst>
          </a:custGeom>
          <a:gradFill flip="none" rotWithShape="1">
            <a:gsLst>
              <a:gs pos="0">
                <a:srgbClr val="E9F6FE"/>
              </a:gs>
              <a:gs pos="100000">
                <a:srgbClr val="D7EEFA"/>
              </a:gs>
            </a:gsLst>
            <a:lin ang="540000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riorities_footer_corner">
            <a:extLst>
              <a:ext uri="{FF2B5EF4-FFF2-40B4-BE49-F238E27FC236}">
                <a16:creationId xmlns:a16="http://schemas.microsoft.com/office/drawing/2014/main" id="{C51E6DEC-96F8-3351-7FEA-DA19566CA9A2}"/>
              </a:ext>
            </a:extLst>
          </p:cNvPr>
          <p:cNvSpPr/>
          <p:nvPr/>
        </p:nvSpPr>
        <p:spPr>
          <a:xfrm>
            <a:off x="428625" y="7667625"/>
            <a:ext cx="2600326" cy="657226"/>
          </a:xfrm>
          <a:custGeom>
            <a:avLst/>
            <a:gdLst/>
            <a:ahLst/>
            <a:cxnLst/>
            <a:rect l="0" t="0" r="0" b="0"/>
            <a:pathLst>
              <a:path w="2600326" h="657226">
                <a:moveTo>
                  <a:pt x="0" y="0"/>
                </a:moveTo>
                <a:lnTo>
                  <a:pt x="2266950" y="0"/>
                </a:lnTo>
                <a:lnTo>
                  <a:pt x="2600325" y="328613"/>
                </a:lnTo>
                <a:lnTo>
                  <a:pt x="2266950" y="657225"/>
                </a:lnTo>
                <a:lnTo>
                  <a:pt x="0" y="657225"/>
                </a:lnTo>
                <a:close/>
              </a:path>
            </a:pathLst>
          </a:custGeom>
          <a:gradFill flip="none" rotWithShape="1">
            <a:gsLst>
              <a:gs pos="0">
                <a:srgbClr val="057FDF"/>
              </a:gs>
              <a:gs pos="100000">
                <a:srgbClr val="064A9D"/>
              </a:gs>
            </a:gsLst>
            <a:lin ang="540000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model_priority_number_bg">
            <a:extLst>
              <a:ext uri="{FF2B5EF4-FFF2-40B4-BE49-F238E27FC236}">
                <a16:creationId xmlns:a16="http://schemas.microsoft.com/office/drawing/2014/main" id="{232694E5-BF68-4A36-BEFC-C820DF5246C1}"/>
              </a:ext>
            </a:extLst>
          </p:cNvPr>
          <p:cNvSpPr>
            <a:spLocks/>
          </p:cNvSpPr>
          <p:nvPr/>
        </p:nvSpPr>
        <p:spPr>
          <a:xfrm>
            <a:off x="718661" y="1837373"/>
            <a:ext cx="591503" cy="591503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sp>
        <p:nvSpPr>
          <p:cNvPr id="27" name="quant_priority_number_bg">
            <a:extLst>
              <a:ext uri="{FF2B5EF4-FFF2-40B4-BE49-F238E27FC236}">
                <a16:creationId xmlns:a16="http://schemas.microsoft.com/office/drawing/2014/main" id="{6A60B490-202C-4D79-8B54-A3913C7AC522}"/>
              </a:ext>
            </a:extLst>
          </p:cNvPr>
          <p:cNvSpPr>
            <a:spLocks/>
          </p:cNvSpPr>
          <p:nvPr/>
        </p:nvSpPr>
        <p:spPr>
          <a:xfrm>
            <a:off x="718661" y="5120640"/>
            <a:ext cx="591503" cy="591503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sp>
        <p:nvSpPr>
          <p:cNvPr id="38" name="deliverable_icon_bg_0">
            <a:extLst>
              <a:ext uri="{FF2B5EF4-FFF2-40B4-BE49-F238E27FC236}">
                <a16:creationId xmlns:a16="http://schemas.microsoft.com/office/drawing/2014/main" id="{C5C56D5A-DD55-481C-A6AB-031A40F35411}"/>
              </a:ext>
            </a:extLst>
          </p:cNvPr>
          <p:cNvSpPr>
            <a:spLocks/>
          </p:cNvSpPr>
          <p:nvPr/>
        </p:nvSpPr>
        <p:spPr>
          <a:xfrm>
            <a:off x="10526554" y="3028950"/>
            <a:ext cx="711518" cy="711518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sp>
        <p:nvSpPr>
          <p:cNvPr id="41" name="deliverable_icon_bg_1">
            <a:extLst>
              <a:ext uri="{FF2B5EF4-FFF2-40B4-BE49-F238E27FC236}">
                <a16:creationId xmlns:a16="http://schemas.microsoft.com/office/drawing/2014/main" id="{20B16F25-4FE7-4CB8-B5FA-485D607EC9E0}"/>
              </a:ext>
            </a:extLst>
          </p:cNvPr>
          <p:cNvSpPr>
            <a:spLocks/>
          </p:cNvSpPr>
          <p:nvPr/>
        </p:nvSpPr>
        <p:spPr>
          <a:xfrm>
            <a:off x="10526554" y="4100513"/>
            <a:ext cx="711518" cy="711518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sp>
        <p:nvSpPr>
          <p:cNvPr id="44" name="deliverable_icon_bg_2">
            <a:extLst>
              <a:ext uri="{FF2B5EF4-FFF2-40B4-BE49-F238E27FC236}">
                <a16:creationId xmlns:a16="http://schemas.microsoft.com/office/drawing/2014/main" id="{30A99C95-DF1A-436F-A8D1-AF57FD6DB8C7}"/>
              </a:ext>
            </a:extLst>
          </p:cNvPr>
          <p:cNvSpPr>
            <a:spLocks/>
          </p:cNvSpPr>
          <p:nvPr/>
        </p:nvSpPr>
        <p:spPr>
          <a:xfrm>
            <a:off x="10526554" y="5172075"/>
            <a:ext cx="711518" cy="711518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sp>
        <p:nvSpPr>
          <p:cNvPr id="47" name="deliverable_icon_bg_3">
            <a:extLst>
              <a:ext uri="{FF2B5EF4-FFF2-40B4-BE49-F238E27FC236}">
                <a16:creationId xmlns:a16="http://schemas.microsoft.com/office/drawing/2014/main" id="{6F62729D-2933-4E0E-90FF-0F2AC220DE73}"/>
              </a:ext>
            </a:extLst>
          </p:cNvPr>
          <p:cNvSpPr>
            <a:spLocks/>
          </p:cNvSpPr>
          <p:nvPr/>
        </p:nvSpPr>
        <p:spPr>
          <a:xfrm>
            <a:off x="10526554" y="6243638"/>
            <a:ext cx="711518" cy="711518"/>
          </a:xfrm>
          <a:prstGeom prst="ellipse">
            <a:avLst/>
          </a:prstGeom>
          <a:solidFill>
            <a:srgbClr val="064A9D"/>
          </a:solidFill>
          <a:ln w="0">
            <a:noFill/>
          </a:ln>
        </p:spPr>
      </p:sp>
      <p:grpSp>
        <p:nvGrpSpPr>
          <p:cNvPr id="81" name="icon_priority_eye" descr="原生矢量组件，可取消组合编辑各个形状">
            <a:extLst>
              <a:ext uri="{FF2B5EF4-FFF2-40B4-BE49-F238E27FC236}">
                <a16:creationId xmlns:a16="http://schemas.microsoft.com/office/drawing/2014/main" id="{F8ABB8F4-32C8-0436-752D-99F8457FBD6E}"/>
              </a:ext>
            </a:extLst>
          </p:cNvPr>
          <p:cNvGrpSpPr/>
          <p:nvPr/>
        </p:nvGrpSpPr>
        <p:grpSpPr>
          <a:xfrm>
            <a:off x="7001580" y="3370993"/>
            <a:ext cx="465316" cy="394507"/>
            <a:chOff x="7001580" y="3370993"/>
            <a:chExt cx="465316" cy="394507"/>
          </a:xfrm>
        </p:grpSpPr>
        <p:sp>
          <p:nvSpPr>
            <p:cNvPr id="79" name="priority_eye_part_0">
              <a:extLst>
                <a:ext uri="{FF2B5EF4-FFF2-40B4-BE49-F238E27FC236}">
                  <a16:creationId xmlns:a16="http://schemas.microsoft.com/office/drawing/2014/main" id="{5FBD9C70-FDAB-77B4-3399-2180AF658F35}"/>
                </a:ext>
              </a:extLst>
            </p:cNvPr>
            <p:cNvSpPr/>
            <p:nvPr/>
          </p:nvSpPr>
          <p:spPr>
            <a:xfrm>
              <a:off x="7001580" y="3370993"/>
              <a:ext cx="465316" cy="394507"/>
            </a:xfrm>
            <a:custGeom>
              <a:avLst/>
              <a:gdLst/>
              <a:ahLst/>
              <a:cxnLst/>
              <a:rect l="0" t="0" r="0" b="0"/>
              <a:pathLst>
                <a:path w="465316" h="394507">
                  <a:moveTo>
                    <a:pt x="0" y="202311"/>
                  </a:moveTo>
                  <a:cubicBezTo>
                    <a:pt x="101155" y="35404"/>
                    <a:pt x="333813" y="0"/>
                    <a:pt x="465315" y="202311"/>
                  </a:cubicBezTo>
                  <a:cubicBezTo>
                    <a:pt x="333813" y="384391"/>
                    <a:pt x="111271" y="394506"/>
                    <a:pt x="0" y="202311"/>
                  </a:cubicBezTo>
                  <a:close/>
                </a:path>
              </a:pathLst>
            </a:custGeom>
            <a:noFill/>
            <a:ln w="20231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priority_eye_part_1">
              <a:extLst>
                <a:ext uri="{FF2B5EF4-FFF2-40B4-BE49-F238E27FC236}">
                  <a16:creationId xmlns:a16="http://schemas.microsoft.com/office/drawing/2014/main" id="{D014C5F3-A3DD-90B4-3735-E854DCB8312F}"/>
                </a:ext>
              </a:extLst>
            </p:cNvPr>
            <p:cNvSpPr/>
            <p:nvPr/>
          </p:nvSpPr>
          <p:spPr>
            <a:xfrm>
              <a:off x="7153313" y="3477206"/>
              <a:ext cx="166907" cy="192196"/>
            </a:xfrm>
            <a:prstGeom prst="ellipse">
              <a:avLst/>
            </a:prstGeom>
            <a:noFill/>
            <a:ln w="30347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" name="icon_priority_kidney" descr="原生矢量组件，可取消组合编辑各个形状">
            <a:extLst>
              <a:ext uri="{FF2B5EF4-FFF2-40B4-BE49-F238E27FC236}">
                <a16:creationId xmlns:a16="http://schemas.microsoft.com/office/drawing/2014/main" id="{4AC6C7D7-F3EE-48F9-489B-240DDBBBFBCC}"/>
              </a:ext>
            </a:extLst>
          </p:cNvPr>
          <p:cNvGrpSpPr/>
          <p:nvPr/>
        </p:nvGrpSpPr>
        <p:grpSpPr>
          <a:xfrm>
            <a:off x="7011695" y="4266905"/>
            <a:ext cx="450144" cy="470373"/>
            <a:chOff x="7011695" y="4266905"/>
            <a:chExt cx="450144" cy="470373"/>
          </a:xfrm>
        </p:grpSpPr>
        <p:sp>
          <p:nvSpPr>
            <p:cNvPr id="82" name="priority_kidney_part_0">
              <a:extLst>
                <a:ext uri="{FF2B5EF4-FFF2-40B4-BE49-F238E27FC236}">
                  <a16:creationId xmlns:a16="http://schemas.microsoft.com/office/drawing/2014/main" id="{79816720-3CB4-6C60-3288-C3F0418D121B}"/>
                </a:ext>
              </a:extLst>
            </p:cNvPr>
            <p:cNvSpPr/>
            <p:nvPr/>
          </p:nvSpPr>
          <p:spPr>
            <a:xfrm>
              <a:off x="7011695" y="4266905"/>
              <a:ext cx="202312" cy="389449"/>
            </a:xfrm>
            <a:custGeom>
              <a:avLst/>
              <a:gdLst/>
              <a:ahLst/>
              <a:cxnLst/>
              <a:rect l="0" t="0" r="0" b="0"/>
              <a:pathLst>
                <a:path w="202312" h="389449">
                  <a:moveTo>
                    <a:pt x="171965" y="65751"/>
                  </a:moveTo>
                  <a:cubicBezTo>
                    <a:pt x="45521" y="0"/>
                    <a:pt x="0" y="111271"/>
                    <a:pt x="15174" y="217484"/>
                  </a:cubicBezTo>
                  <a:cubicBezTo>
                    <a:pt x="30347" y="364160"/>
                    <a:pt x="106214" y="389448"/>
                    <a:pt x="156791" y="343928"/>
                  </a:cubicBezTo>
                  <a:cubicBezTo>
                    <a:pt x="202311" y="288293"/>
                    <a:pt x="70809" y="242773"/>
                    <a:pt x="116330" y="177022"/>
                  </a:cubicBezTo>
                  <a:cubicBezTo>
                    <a:pt x="166907" y="151733"/>
                    <a:pt x="192196" y="126444"/>
                    <a:pt x="171965" y="65751"/>
                  </a:cubicBezTo>
                  <a:close/>
                </a:path>
              </a:pathLst>
            </a:custGeom>
            <a:noFill/>
            <a:ln w="20231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priority_kidney_part_1">
              <a:extLst>
                <a:ext uri="{FF2B5EF4-FFF2-40B4-BE49-F238E27FC236}">
                  <a16:creationId xmlns:a16="http://schemas.microsoft.com/office/drawing/2014/main" id="{EFF41B0A-7B2C-69BC-ED1C-241EC10E65F6}"/>
                </a:ext>
              </a:extLst>
            </p:cNvPr>
            <p:cNvSpPr/>
            <p:nvPr/>
          </p:nvSpPr>
          <p:spPr>
            <a:xfrm>
              <a:off x="7259527" y="4266905"/>
              <a:ext cx="202312" cy="389449"/>
            </a:xfrm>
            <a:custGeom>
              <a:avLst/>
              <a:gdLst/>
              <a:ahLst/>
              <a:cxnLst/>
              <a:rect l="0" t="0" r="0" b="0"/>
              <a:pathLst>
                <a:path w="202312" h="389449">
                  <a:moveTo>
                    <a:pt x="30346" y="65751"/>
                  </a:moveTo>
                  <a:cubicBezTo>
                    <a:pt x="156790" y="0"/>
                    <a:pt x="202311" y="111271"/>
                    <a:pt x="187137" y="217484"/>
                  </a:cubicBezTo>
                  <a:cubicBezTo>
                    <a:pt x="171964" y="364160"/>
                    <a:pt x="96097" y="389448"/>
                    <a:pt x="45519" y="343928"/>
                  </a:cubicBezTo>
                  <a:cubicBezTo>
                    <a:pt x="0" y="288293"/>
                    <a:pt x="131502" y="242773"/>
                    <a:pt x="85981" y="177022"/>
                  </a:cubicBezTo>
                  <a:cubicBezTo>
                    <a:pt x="35404" y="151733"/>
                    <a:pt x="10115" y="126444"/>
                    <a:pt x="30346" y="65751"/>
                  </a:cubicBezTo>
                  <a:close/>
                </a:path>
              </a:pathLst>
            </a:custGeom>
            <a:noFill/>
            <a:ln w="20231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4" name="priority_kidney_part_2">
              <a:extLst>
                <a:ext uri="{FF2B5EF4-FFF2-40B4-BE49-F238E27FC236}">
                  <a16:creationId xmlns:a16="http://schemas.microsoft.com/office/drawing/2014/main" id="{BB9D435A-65F1-15EB-2432-1CDB3E2D01A1}"/>
                </a:ext>
              </a:extLst>
            </p:cNvPr>
            <p:cNvCxnSpPr/>
            <p:nvPr/>
          </p:nvCxnSpPr>
          <p:spPr>
            <a:xfrm>
              <a:off x="7203891" y="4469216"/>
              <a:ext cx="0" cy="268062"/>
            </a:xfrm>
            <a:prstGeom prst="line">
              <a:avLst/>
            </a:prstGeom>
            <a:ln w="15173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priority_kidney_part_3">
              <a:extLst>
                <a:ext uri="{FF2B5EF4-FFF2-40B4-BE49-F238E27FC236}">
                  <a16:creationId xmlns:a16="http://schemas.microsoft.com/office/drawing/2014/main" id="{C1CF644E-7ED1-9D86-FAD1-F909C92844F7}"/>
                </a:ext>
              </a:extLst>
            </p:cNvPr>
            <p:cNvCxnSpPr/>
            <p:nvPr/>
          </p:nvCxnSpPr>
          <p:spPr>
            <a:xfrm>
              <a:off x="7269642" y="4469216"/>
              <a:ext cx="0" cy="268062"/>
            </a:xfrm>
            <a:prstGeom prst="line">
              <a:avLst/>
            </a:prstGeom>
            <a:ln w="15173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priority_kidney_part_4">
              <a:extLst>
                <a:ext uri="{FF2B5EF4-FFF2-40B4-BE49-F238E27FC236}">
                  <a16:creationId xmlns:a16="http://schemas.microsoft.com/office/drawing/2014/main" id="{9EFBCD1C-AED1-B796-127C-9C7E6F9CF8A7}"/>
                </a:ext>
              </a:extLst>
            </p:cNvPr>
            <p:cNvCxnSpPr/>
            <p:nvPr/>
          </p:nvCxnSpPr>
          <p:spPr>
            <a:xfrm flipV="1">
              <a:off x="7148255" y="4469216"/>
              <a:ext cx="55636" cy="15173"/>
            </a:xfrm>
            <a:prstGeom prst="line">
              <a:avLst/>
            </a:prstGeom>
            <a:ln w="15173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priority_kidney_part_5">
              <a:extLst>
                <a:ext uri="{FF2B5EF4-FFF2-40B4-BE49-F238E27FC236}">
                  <a16:creationId xmlns:a16="http://schemas.microsoft.com/office/drawing/2014/main" id="{6A87298B-2F6F-981A-DF72-A482CC7780B0}"/>
                </a:ext>
              </a:extLst>
            </p:cNvPr>
            <p:cNvCxnSpPr/>
            <p:nvPr/>
          </p:nvCxnSpPr>
          <p:spPr>
            <a:xfrm flipH="1" flipV="1">
              <a:off x="7269642" y="4469216"/>
              <a:ext cx="50578" cy="15173"/>
            </a:xfrm>
            <a:prstGeom prst="line">
              <a:avLst/>
            </a:prstGeom>
            <a:ln w="15173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icon_priority_analysis_report" descr="原生矢量组件，可取消组合编辑各个形状">
            <a:extLst>
              <a:ext uri="{FF2B5EF4-FFF2-40B4-BE49-F238E27FC236}">
                <a16:creationId xmlns:a16="http://schemas.microsoft.com/office/drawing/2014/main" id="{5367FFBA-DDD4-0B6B-F7C0-D9C6DAE5593D}"/>
              </a:ext>
            </a:extLst>
          </p:cNvPr>
          <p:cNvGrpSpPr/>
          <p:nvPr/>
        </p:nvGrpSpPr>
        <p:grpSpPr>
          <a:xfrm>
            <a:off x="3747440" y="6439776"/>
            <a:ext cx="462915" cy="555499"/>
            <a:chOff x="3747440" y="6439776"/>
            <a:chExt cx="462915" cy="555499"/>
          </a:xfrm>
        </p:grpSpPr>
        <p:sp>
          <p:nvSpPr>
            <p:cNvPr id="89" name="priority_analysis_report_part_0">
              <a:extLst>
                <a:ext uri="{FF2B5EF4-FFF2-40B4-BE49-F238E27FC236}">
                  <a16:creationId xmlns:a16="http://schemas.microsoft.com/office/drawing/2014/main" id="{98F2604F-CFC5-A852-4278-4EC02CB9FCC3}"/>
                </a:ext>
              </a:extLst>
            </p:cNvPr>
            <p:cNvSpPr/>
            <p:nvPr/>
          </p:nvSpPr>
          <p:spPr>
            <a:xfrm>
              <a:off x="3747440" y="6439776"/>
              <a:ext cx="462915" cy="555499"/>
            </a:xfrm>
            <a:prstGeom prst="roundRect">
              <a:avLst/>
            </a:prstGeom>
            <a:noFill/>
            <a:ln w="24689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0" name="priority_analysis_report_part_1">
              <a:extLst>
                <a:ext uri="{FF2B5EF4-FFF2-40B4-BE49-F238E27FC236}">
                  <a16:creationId xmlns:a16="http://schemas.microsoft.com/office/drawing/2014/main" id="{1EF0268A-7527-DEDC-6F7B-5597CF4B0432}"/>
                </a:ext>
              </a:extLst>
            </p:cNvPr>
            <p:cNvCxnSpPr/>
            <p:nvPr/>
          </p:nvCxnSpPr>
          <p:spPr>
            <a:xfrm>
              <a:off x="3833850" y="6550876"/>
              <a:ext cx="283922" cy="0"/>
            </a:xfrm>
            <a:prstGeom prst="line">
              <a:avLst/>
            </a:prstGeom>
            <a:ln w="2468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priority_analysis_report_part_2">
              <a:extLst>
                <a:ext uri="{FF2B5EF4-FFF2-40B4-BE49-F238E27FC236}">
                  <a16:creationId xmlns:a16="http://schemas.microsoft.com/office/drawing/2014/main" id="{AFE95324-4C74-81CD-7C9A-22D80F72B6C7}"/>
                </a:ext>
              </a:extLst>
            </p:cNvPr>
            <p:cNvCxnSpPr/>
            <p:nvPr/>
          </p:nvCxnSpPr>
          <p:spPr>
            <a:xfrm>
              <a:off x="3833850" y="6643459"/>
              <a:ext cx="283922" cy="0"/>
            </a:xfrm>
            <a:prstGeom prst="line">
              <a:avLst/>
            </a:prstGeom>
            <a:ln w="2468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priority_analysis_report_part_3">
              <a:extLst>
                <a:ext uri="{FF2B5EF4-FFF2-40B4-BE49-F238E27FC236}">
                  <a16:creationId xmlns:a16="http://schemas.microsoft.com/office/drawing/2014/main" id="{31DF8797-92A8-7131-6681-0B866CBBCF0F}"/>
                </a:ext>
              </a:extLst>
            </p:cNvPr>
            <p:cNvCxnSpPr/>
            <p:nvPr/>
          </p:nvCxnSpPr>
          <p:spPr>
            <a:xfrm>
              <a:off x="3833850" y="6736042"/>
              <a:ext cx="160478" cy="0"/>
            </a:xfrm>
            <a:prstGeom prst="line">
              <a:avLst/>
            </a:prstGeom>
            <a:ln w="24689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priority_analysis_report_part_4">
              <a:extLst>
                <a:ext uri="{FF2B5EF4-FFF2-40B4-BE49-F238E27FC236}">
                  <a16:creationId xmlns:a16="http://schemas.microsoft.com/office/drawing/2014/main" id="{6A5C727C-A1F9-4918-567E-BFC7CAA17AE3}"/>
                </a:ext>
              </a:extLst>
            </p:cNvPr>
            <p:cNvSpPr/>
            <p:nvPr/>
          </p:nvSpPr>
          <p:spPr>
            <a:xfrm>
              <a:off x="3864712" y="6871830"/>
              <a:ext cx="61722" cy="80239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priority_analysis_report_part_5">
              <a:extLst>
                <a:ext uri="{FF2B5EF4-FFF2-40B4-BE49-F238E27FC236}">
                  <a16:creationId xmlns:a16="http://schemas.microsoft.com/office/drawing/2014/main" id="{7B7BB3DD-35F7-FCF6-8724-E36C2C4899F7}"/>
                </a:ext>
              </a:extLst>
            </p:cNvPr>
            <p:cNvSpPr/>
            <p:nvPr/>
          </p:nvSpPr>
          <p:spPr>
            <a:xfrm>
              <a:off x="3975811" y="6797764"/>
              <a:ext cx="61722" cy="154305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priority_analysis_report_part_6">
              <a:extLst>
                <a:ext uri="{FF2B5EF4-FFF2-40B4-BE49-F238E27FC236}">
                  <a16:creationId xmlns:a16="http://schemas.microsoft.com/office/drawing/2014/main" id="{E268E8DE-F734-B750-D247-E23637C73694}"/>
                </a:ext>
              </a:extLst>
            </p:cNvPr>
            <p:cNvSpPr/>
            <p:nvPr/>
          </p:nvSpPr>
          <p:spPr>
            <a:xfrm>
              <a:off x="4086911" y="6717526"/>
              <a:ext cx="61721" cy="234543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9" name="icon_priority_analysis_search" descr="原生矢量组件，可取消组合编辑各个形状">
            <a:extLst>
              <a:ext uri="{FF2B5EF4-FFF2-40B4-BE49-F238E27FC236}">
                <a16:creationId xmlns:a16="http://schemas.microsoft.com/office/drawing/2014/main" id="{1CD443AC-D541-4A00-36E9-EC69CACDEB1C}"/>
              </a:ext>
            </a:extLst>
          </p:cNvPr>
          <p:cNvGrpSpPr/>
          <p:nvPr/>
        </p:nvGrpSpPr>
        <p:grpSpPr>
          <a:xfrm>
            <a:off x="4246778" y="6816966"/>
            <a:ext cx="337414" cy="349759"/>
            <a:chOff x="4246778" y="6816966"/>
            <a:chExt cx="337414" cy="349759"/>
          </a:xfrm>
        </p:grpSpPr>
        <p:sp>
          <p:nvSpPr>
            <p:cNvPr id="97" name="priority_analysis_search_part_0">
              <a:extLst>
                <a:ext uri="{FF2B5EF4-FFF2-40B4-BE49-F238E27FC236}">
                  <a16:creationId xmlns:a16="http://schemas.microsoft.com/office/drawing/2014/main" id="{195DFF4A-53DE-6238-7E6F-5CD953372718}"/>
                </a:ext>
              </a:extLst>
            </p:cNvPr>
            <p:cNvSpPr/>
            <p:nvPr/>
          </p:nvSpPr>
          <p:spPr>
            <a:xfrm>
              <a:off x="4246778" y="6816966"/>
              <a:ext cx="242774" cy="242774"/>
            </a:xfrm>
            <a:prstGeom prst="ellipse">
              <a:avLst/>
            </a:prstGeom>
            <a:noFill/>
            <a:ln w="28804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8" name="priority_analysis_search_part_1">
              <a:extLst>
                <a:ext uri="{FF2B5EF4-FFF2-40B4-BE49-F238E27FC236}">
                  <a16:creationId xmlns:a16="http://schemas.microsoft.com/office/drawing/2014/main" id="{934DD152-758E-8739-833C-3CB85454E180}"/>
                </a:ext>
              </a:extLst>
            </p:cNvPr>
            <p:cNvCxnSpPr/>
            <p:nvPr/>
          </p:nvCxnSpPr>
          <p:spPr>
            <a:xfrm>
              <a:off x="4448404" y="7026821"/>
              <a:ext cx="135788" cy="139904"/>
            </a:xfrm>
            <a:prstGeom prst="line">
              <a:avLst/>
            </a:prstGeom>
            <a:ln w="45263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icon_priority_database" descr="原生矢量组件，可取消组合编辑各个形状">
            <a:extLst>
              <a:ext uri="{FF2B5EF4-FFF2-40B4-BE49-F238E27FC236}">
                <a16:creationId xmlns:a16="http://schemas.microsoft.com/office/drawing/2014/main" id="{603A8DF6-53A3-761A-00AD-F8F62D824874}"/>
              </a:ext>
            </a:extLst>
          </p:cNvPr>
          <p:cNvGrpSpPr/>
          <p:nvPr/>
        </p:nvGrpSpPr>
        <p:grpSpPr>
          <a:xfrm>
            <a:off x="7304484" y="6545818"/>
            <a:ext cx="450058" cy="552926"/>
            <a:chOff x="7304484" y="6545818"/>
            <a:chExt cx="450058" cy="552926"/>
          </a:xfrm>
        </p:grpSpPr>
        <p:sp>
          <p:nvSpPr>
            <p:cNvPr id="100" name="priority_database_part_0">
              <a:extLst>
                <a:ext uri="{FF2B5EF4-FFF2-40B4-BE49-F238E27FC236}">
                  <a16:creationId xmlns:a16="http://schemas.microsoft.com/office/drawing/2014/main" id="{5FCE655C-B2A7-DDB9-34E8-C0008DEE9013}"/>
                </a:ext>
              </a:extLst>
            </p:cNvPr>
            <p:cNvSpPr/>
            <p:nvPr/>
          </p:nvSpPr>
          <p:spPr>
            <a:xfrm>
              <a:off x="7304484" y="6622971"/>
              <a:ext cx="450057" cy="398621"/>
            </a:xfrm>
            <a:prstGeom prst="rect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priority_database_part_1">
              <a:extLst>
                <a:ext uri="{FF2B5EF4-FFF2-40B4-BE49-F238E27FC236}">
                  <a16:creationId xmlns:a16="http://schemas.microsoft.com/office/drawing/2014/main" id="{4B6E6200-4378-A68E-4933-BCDBB657BB86}"/>
                </a:ext>
              </a:extLst>
            </p:cNvPr>
            <p:cNvSpPr/>
            <p:nvPr/>
          </p:nvSpPr>
          <p:spPr>
            <a:xfrm>
              <a:off x="7304484" y="6545818"/>
              <a:ext cx="450057" cy="160735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priority_database_part_2">
              <a:extLst>
                <a:ext uri="{FF2B5EF4-FFF2-40B4-BE49-F238E27FC236}">
                  <a16:creationId xmlns:a16="http://schemas.microsoft.com/office/drawing/2014/main" id="{303105AD-9A80-06F4-1053-19B561E1C6D6}"/>
                </a:ext>
              </a:extLst>
            </p:cNvPr>
            <p:cNvSpPr/>
            <p:nvPr/>
          </p:nvSpPr>
          <p:spPr>
            <a:xfrm>
              <a:off x="7304484" y="6938010"/>
              <a:ext cx="450057" cy="160734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priority_database_part_3">
              <a:extLst>
                <a:ext uri="{FF2B5EF4-FFF2-40B4-BE49-F238E27FC236}">
                  <a16:creationId xmlns:a16="http://schemas.microsoft.com/office/drawing/2014/main" id="{036EAB79-440A-A983-6ABB-D2E79CFC268E}"/>
                </a:ext>
              </a:extLst>
            </p:cNvPr>
            <p:cNvSpPr/>
            <p:nvPr/>
          </p:nvSpPr>
          <p:spPr>
            <a:xfrm>
              <a:off x="7304484" y="6712982"/>
              <a:ext cx="450058" cy="115729"/>
            </a:xfrm>
            <a:custGeom>
              <a:avLst/>
              <a:gdLst/>
              <a:ahLst/>
              <a:cxnLst/>
              <a:rect l="0" t="0" r="0" b="0"/>
              <a:pathLst>
                <a:path w="450058" h="115729">
                  <a:moveTo>
                    <a:pt x="0" y="0"/>
                  </a:moveTo>
                  <a:cubicBezTo>
                    <a:pt x="77153" y="115728"/>
                    <a:pt x="379334" y="115728"/>
                    <a:pt x="450057" y="0"/>
                  </a:cubicBezTo>
                </a:path>
              </a:pathLst>
            </a:custGeom>
            <a:ln w="2571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priority_database_part_4">
              <a:extLst>
                <a:ext uri="{FF2B5EF4-FFF2-40B4-BE49-F238E27FC236}">
                  <a16:creationId xmlns:a16="http://schemas.microsoft.com/office/drawing/2014/main" id="{7A995B62-84F1-2837-DD68-BF47B34ACABF}"/>
                </a:ext>
              </a:extLst>
            </p:cNvPr>
            <p:cNvSpPr/>
            <p:nvPr/>
          </p:nvSpPr>
          <p:spPr>
            <a:xfrm>
              <a:off x="7304484" y="6835140"/>
              <a:ext cx="450058" cy="115730"/>
            </a:xfrm>
            <a:custGeom>
              <a:avLst/>
              <a:gdLst/>
              <a:ahLst/>
              <a:cxnLst/>
              <a:rect l="0" t="0" r="0" b="0"/>
              <a:pathLst>
                <a:path w="450058" h="115730">
                  <a:moveTo>
                    <a:pt x="0" y="0"/>
                  </a:moveTo>
                  <a:cubicBezTo>
                    <a:pt x="77153" y="115729"/>
                    <a:pt x="379334" y="115729"/>
                    <a:pt x="450057" y="0"/>
                  </a:cubicBezTo>
                </a:path>
              </a:pathLst>
            </a:custGeom>
            <a:ln w="25718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9" name="icon_deliverable_icon_0" descr="原生矢量组件，可取消组合编辑各个形状">
            <a:extLst>
              <a:ext uri="{FF2B5EF4-FFF2-40B4-BE49-F238E27FC236}">
                <a16:creationId xmlns:a16="http://schemas.microsoft.com/office/drawing/2014/main" id="{3B5F1BA1-BF70-601F-1928-A5D3E65E7CEA}"/>
              </a:ext>
            </a:extLst>
          </p:cNvPr>
          <p:cNvGrpSpPr/>
          <p:nvPr/>
        </p:nvGrpSpPr>
        <p:grpSpPr>
          <a:xfrm>
            <a:off x="10720121" y="3254492"/>
            <a:ext cx="320697" cy="239602"/>
            <a:chOff x="10720121" y="3254492"/>
            <a:chExt cx="320697" cy="239602"/>
          </a:xfrm>
        </p:grpSpPr>
        <p:sp>
          <p:nvSpPr>
            <p:cNvPr id="106" name="deliverable_icon_0_part_0">
              <a:extLst>
                <a:ext uri="{FF2B5EF4-FFF2-40B4-BE49-F238E27FC236}">
                  <a16:creationId xmlns:a16="http://schemas.microsoft.com/office/drawing/2014/main" id="{D1D4562C-F317-3E79-3413-82F2B8FDD507}"/>
                </a:ext>
              </a:extLst>
            </p:cNvPr>
            <p:cNvSpPr/>
            <p:nvPr/>
          </p:nvSpPr>
          <p:spPr>
            <a:xfrm>
              <a:off x="10720121" y="3254492"/>
              <a:ext cx="320697" cy="239602"/>
            </a:xfrm>
            <a:prstGeom prst="roundRect">
              <a:avLst/>
            </a:prstGeom>
            <a:noFill/>
            <a:ln w="14745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deliverable_icon_0_part_1">
              <a:extLst>
                <a:ext uri="{FF2B5EF4-FFF2-40B4-BE49-F238E27FC236}">
                  <a16:creationId xmlns:a16="http://schemas.microsoft.com/office/drawing/2014/main" id="{E31D6BD3-8C3E-83E1-54C7-649F6B046AFF}"/>
                </a:ext>
              </a:extLst>
            </p:cNvPr>
            <p:cNvSpPr/>
            <p:nvPr/>
          </p:nvSpPr>
          <p:spPr>
            <a:xfrm>
              <a:off x="10937605" y="3302413"/>
              <a:ext cx="51606" cy="51606"/>
            </a:xfrm>
            <a:prstGeom prst="ellipse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deliverable_icon_0_part_2">
              <a:extLst>
                <a:ext uri="{FF2B5EF4-FFF2-40B4-BE49-F238E27FC236}">
                  <a16:creationId xmlns:a16="http://schemas.microsoft.com/office/drawing/2014/main" id="{7A0F1E00-7B07-483F-D017-3D5BB34F929B}"/>
                </a:ext>
              </a:extLst>
            </p:cNvPr>
            <p:cNvSpPr/>
            <p:nvPr/>
          </p:nvSpPr>
          <p:spPr>
            <a:xfrm>
              <a:off x="10738552" y="3365078"/>
              <a:ext cx="283836" cy="95841"/>
            </a:xfrm>
            <a:custGeom>
              <a:avLst/>
              <a:gdLst/>
              <a:ahLst/>
              <a:cxnLst/>
              <a:rect l="0" t="0" r="0" b="0"/>
              <a:pathLst>
                <a:path w="283836" h="95841">
                  <a:moveTo>
                    <a:pt x="0" y="95840"/>
                  </a:moveTo>
                  <a:lnTo>
                    <a:pt x="88468" y="0"/>
                  </a:lnTo>
                  <a:lnTo>
                    <a:pt x="147446" y="58979"/>
                  </a:lnTo>
                  <a:lnTo>
                    <a:pt x="199053" y="7372"/>
                  </a:lnTo>
                  <a:lnTo>
                    <a:pt x="283835" y="9584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icon_deliverable_icon_1" descr="原生矢量组件，可取消组合编辑各个形状">
            <a:extLst>
              <a:ext uri="{FF2B5EF4-FFF2-40B4-BE49-F238E27FC236}">
                <a16:creationId xmlns:a16="http://schemas.microsoft.com/office/drawing/2014/main" id="{34F4D865-DF1A-98D1-DEB7-43B6EBCAF80C}"/>
              </a:ext>
            </a:extLst>
          </p:cNvPr>
          <p:cNvGrpSpPr/>
          <p:nvPr/>
        </p:nvGrpSpPr>
        <p:grpSpPr>
          <a:xfrm>
            <a:off x="10714199" y="4279585"/>
            <a:ext cx="336228" cy="336228"/>
            <a:chOff x="10714199" y="4279585"/>
            <a:chExt cx="336228" cy="336228"/>
          </a:xfrm>
        </p:grpSpPr>
        <p:sp>
          <p:nvSpPr>
            <p:cNvPr id="110" name="deliverable_icon_1_part_0">
              <a:extLst>
                <a:ext uri="{FF2B5EF4-FFF2-40B4-BE49-F238E27FC236}">
                  <a16:creationId xmlns:a16="http://schemas.microsoft.com/office/drawing/2014/main" id="{E8558F69-BEDC-7B7A-8610-D66B8346CF5D}"/>
                </a:ext>
              </a:extLst>
            </p:cNvPr>
            <p:cNvSpPr/>
            <p:nvPr/>
          </p:nvSpPr>
          <p:spPr>
            <a:xfrm>
              <a:off x="10714199" y="4279585"/>
              <a:ext cx="336228" cy="336228"/>
            </a:xfrm>
            <a:custGeom>
              <a:avLst/>
              <a:gdLst/>
              <a:ahLst/>
              <a:cxnLst/>
              <a:rect l="0" t="0" r="0" b="0"/>
              <a:pathLst>
                <a:path w="336228" h="336228">
                  <a:moveTo>
                    <a:pt x="168114" y="39098"/>
                  </a:moveTo>
                  <a:lnTo>
                    <a:pt x="190246" y="0"/>
                  </a:lnTo>
                  <a:lnTo>
                    <a:pt x="212000" y="4328"/>
                  </a:lnTo>
                  <a:lnTo>
                    <a:pt x="233003" y="11457"/>
                  </a:lnTo>
                  <a:lnTo>
                    <a:pt x="232621" y="56383"/>
                  </a:lnTo>
                  <a:lnTo>
                    <a:pt x="246654" y="65758"/>
                  </a:lnTo>
                  <a:lnTo>
                    <a:pt x="259342" y="76886"/>
                  </a:lnTo>
                  <a:lnTo>
                    <a:pt x="302638" y="64890"/>
                  </a:lnTo>
                  <a:lnTo>
                    <a:pt x="314960" y="83332"/>
                  </a:lnTo>
                  <a:lnTo>
                    <a:pt x="324771" y="103224"/>
                  </a:lnTo>
                  <a:lnTo>
                    <a:pt x="292734" y="134722"/>
                  </a:lnTo>
                  <a:lnTo>
                    <a:pt x="296026" y="151274"/>
                  </a:lnTo>
                  <a:lnTo>
                    <a:pt x="297130" y="168114"/>
                  </a:lnTo>
                  <a:lnTo>
                    <a:pt x="336227" y="190246"/>
                  </a:lnTo>
                  <a:lnTo>
                    <a:pt x="331900" y="212000"/>
                  </a:lnTo>
                  <a:lnTo>
                    <a:pt x="324771" y="233003"/>
                  </a:lnTo>
                  <a:lnTo>
                    <a:pt x="279845" y="232622"/>
                  </a:lnTo>
                  <a:lnTo>
                    <a:pt x="270468" y="246654"/>
                  </a:lnTo>
                  <a:lnTo>
                    <a:pt x="259342" y="259342"/>
                  </a:lnTo>
                  <a:lnTo>
                    <a:pt x="271337" y="302638"/>
                  </a:lnTo>
                  <a:lnTo>
                    <a:pt x="252895" y="314961"/>
                  </a:lnTo>
                  <a:lnTo>
                    <a:pt x="233003" y="324770"/>
                  </a:lnTo>
                  <a:lnTo>
                    <a:pt x="201505" y="292734"/>
                  </a:lnTo>
                  <a:lnTo>
                    <a:pt x="184954" y="296026"/>
                  </a:lnTo>
                  <a:lnTo>
                    <a:pt x="168114" y="297130"/>
                  </a:lnTo>
                  <a:lnTo>
                    <a:pt x="145981" y="336227"/>
                  </a:lnTo>
                  <a:lnTo>
                    <a:pt x="124227" y="331900"/>
                  </a:lnTo>
                  <a:lnTo>
                    <a:pt x="103224" y="324770"/>
                  </a:lnTo>
                  <a:lnTo>
                    <a:pt x="103606" y="279845"/>
                  </a:lnTo>
                  <a:lnTo>
                    <a:pt x="89573" y="270469"/>
                  </a:lnTo>
                  <a:lnTo>
                    <a:pt x="76885" y="259342"/>
                  </a:lnTo>
                  <a:lnTo>
                    <a:pt x="33589" y="271338"/>
                  </a:lnTo>
                  <a:lnTo>
                    <a:pt x="21267" y="252896"/>
                  </a:lnTo>
                  <a:lnTo>
                    <a:pt x="11456" y="233003"/>
                  </a:lnTo>
                  <a:lnTo>
                    <a:pt x="43493" y="201505"/>
                  </a:lnTo>
                  <a:lnTo>
                    <a:pt x="40201" y="184954"/>
                  </a:lnTo>
                  <a:lnTo>
                    <a:pt x="39097" y="168114"/>
                  </a:lnTo>
                  <a:lnTo>
                    <a:pt x="0" y="145981"/>
                  </a:lnTo>
                  <a:lnTo>
                    <a:pt x="4327" y="124227"/>
                  </a:lnTo>
                  <a:lnTo>
                    <a:pt x="11456" y="103224"/>
                  </a:lnTo>
                  <a:lnTo>
                    <a:pt x="56382" y="103606"/>
                  </a:lnTo>
                  <a:lnTo>
                    <a:pt x="65759" y="89574"/>
                  </a:lnTo>
                  <a:lnTo>
                    <a:pt x="76885" y="76886"/>
                  </a:lnTo>
                  <a:lnTo>
                    <a:pt x="64890" y="33590"/>
                  </a:lnTo>
                  <a:lnTo>
                    <a:pt x="83332" y="21267"/>
                  </a:lnTo>
                  <a:lnTo>
                    <a:pt x="103224" y="11457"/>
                  </a:lnTo>
                  <a:lnTo>
                    <a:pt x="134722" y="43494"/>
                  </a:lnTo>
                  <a:lnTo>
                    <a:pt x="151273" y="40201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deliverable_icon_1_part_1">
              <a:extLst>
                <a:ext uri="{FF2B5EF4-FFF2-40B4-BE49-F238E27FC236}">
                  <a16:creationId xmlns:a16="http://schemas.microsoft.com/office/drawing/2014/main" id="{C6FD917E-DE7B-2502-A2C8-B8CC738AF35F}"/>
                </a:ext>
              </a:extLst>
            </p:cNvPr>
            <p:cNvSpPr/>
            <p:nvPr/>
          </p:nvSpPr>
          <p:spPr>
            <a:xfrm>
              <a:off x="10819647" y="4385034"/>
              <a:ext cx="125330" cy="125330"/>
            </a:xfrm>
            <a:prstGeom prst="ellipse">
              <a:avLst/>
            </a:prstGeom>
            <a:solidFill>
              <a:srgbClr val="064A9D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9" name="icon_deliverable_icon_2" descr="原生矢量组件，可取消组合编辑各个形状">
            <a:extLst>
              <a:ext uri="{FF2B5EF4-FFF2-40B4-BE49-F238E27FC236}">
                <a16:creationId xmlns:a16="http://schemas.microsoft.com/office/drawing/2014/main" id="{0F7C92B5-9D93-4DE3-7C2B-0B2D6A3C1DB7}"/>
              </a:ext>
            </a:extLst>
          </p:cNvPr>
          <p:cNvGrpSpPr/>
          <p:nvPr/>
        </p:nvGrpSpPr>
        <p:grpSpPr>
          <a:xfrm>
            <a:off x="10768041" y="5357070"/>
            <a:ext cx="239603" cy="320698"/>
            <a:chOff x="10768041" y="5357070"/>
            <a:chExt cx="239603" cy="320698"/>
          </a:xfrm>
        </p:grpSpPr>
        <p:sp>
          <p:nvSpPr>
            <p:cNvPr id="113" name="deliverable_icon_2_part_0">
              <a:extLst>
                <a:ext uri="{FF2B5EF4-FFF2-40B4-BE49-F238E27FC236}">
                  <a16:creationId xmlns:a16="http://schemas.microsoft.com/office/drawing/2014/main" id="{87414E0A-084A-F705-9782-EF69BDAB360E}"/>
                </a:ext>
              </a:extLst>
            </p:cNvPr>
            <p:cNvSpPr/>
            <p:nvPr/>
          </p:nvSpPr>
          <p:spPr>
            <a:xfrm>
              <a:off x="10768041" y="5357070"/>
              <a:ext cx="239603" cy="320698"/>
            </a:xfrm>
            <a:custGeom>
              <a:avLst/>
              <a:gdLst/>
              <a:ahLst/>
              <a:cxnLst/>
              <a:rect l="0" t="0" r="0" b="0"/>
              <a:pathLst>
                <a:path w="239603" h="320698">
                  <a:moveTo>
                    <a:pt x="0" y="0"/>
                  </a:moveTo>
                  <a:lnTo>
                    <a:pt x="162192" y="0"/>
                  </a:lnTo>
                  <a:lnTo>
                    <a:pt x="239602" y="81095"/>
                  </a:lnTo>
                  <a:lnTo>
                    <a:pt x="239602" y="320697"/>
                  </a:lnTo>
                  <a:lnTo>
                    <a:pt x="0" y="320697"/>
                  </a:lnTo>
                  <a:close/>
                </a:path>
              </a:pathLst>
            </a:custGeom>
            <a:noFill/>
            <a:ln w="14745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4" name="deliverable_icon_2_part_1">
              <a:extLst>
                <a:ext uri="{FF2B5EF4-FFF2-40B4-BE49-F238E27FC236}">
                  <a16:creationId xmlns:a16="http://schemas.microsoft.com/office/drawing/2014/main" id="{2D21CE3A-FFF8-9C09-3EE2-CE0740716AE1}"/>
                </a:ext>
              </a:extLst>
            </p:cNvPr>
            <p:cNvCxnSpPr/>
            <p:nvPr/>
          </p:nvCxnSpPr>
          <p:spPr>
            <a:xfrm>
              <a:off x="10930233" y="5357070"/>
              <a:ext cx="0" cy="84782"/>
            </a:xfrm>
            <a:prstGeom prst="line">
              <a:avLst/>
            </a:prstGeom>
            <a:ln w="1474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deliverable_icon_2_part_2">
              <a:extLst>
                <a:ext uri="{FF2B5EF4-FFF2-40B4-BE49-F238E27FC236}">
                  <a16:creationId xmlns:a16="http://schemas.microsoft.com/office/drawing/2014/main" id="{955AD7BB-33C9-DEC9-6021-C20C72AD4AD8}"/>
                </a:ext>
              </a:extLst>
            </p:cNvPr>
            <p:cNvCxnSpPr/>
            <p:nvPr/>
          </p:nvCxnSpPr>
          <p:spPr>
            <a:xfrm>
              <a:off x="10930233" y="5441852"/>
              <a:ext cx="77410" cy="0"/>
            </a:xfrm>
            <a:prstGeom prst="line">
              <a:avLst/>
            </a:prstGeom>
            <a:ln w="1474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deliverable_icon_2_part_3">
              <a:extLst>
                <a:ext uri="{FF2B5EF4-FFF2-40B4-BE49-F238E27FC236}">
                  <a16:creationId xmlns:a16="http://schemas.microsoft.com/office/drawing/2014/main" id="{6BA90675-C349-ACA7-FA49-DF5ADAA28E15}"/>
                </a:ext>
              </a:extLst>
            </p:cNvPr>
            <p:cNvCxnSpPr/>
            <p:nvPr/>
          </p:nvCxnSpPr>
          <p:spPr>
            <a:xfrm>
              <a:off x="10815962" y="5493458"/>
              <a:ext cx="140074" cy="0"/>
            </a:xfrm>
            <a:prstGeom prst="line">
              <a:avLst/>
            </a:prstGeom>
            <a:ln w="1474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deliverable_icon_2_part_4">
              <a:extLst>
                <a:ext uri="{FF2B5EF4-FFF2-40B4-BE49-F238E27FC236}">
                  <a16:creationId xmlns:a16="http://schemas.microsoft.com/office/drawing/2014/main" id="{91C1C90D-B67C-A65A-4F5A-0AD5FECDA7F5}"/>
                </a:ext>
              </a:extLst>
            </p:cNvPr>
            <p:cNvCxnSpPr/>
            <p:nvPr/>
          </p:nvCxnSpPr>
          <p:spPr>
            <a:xfrm>
              <a:off x="10815962" y="5548750"/>
              <a:ext cx="140074" cy="0"/>
            </a:xfrm>
            <a:prstGeom prst="line">
              <a:avLst/>
            </a:prstGeom>
            <a:ln w="1474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deliverable_icon_2_part_5">
              <a:extLst>
                <a:ext uri="{FF2B5EF4-FFF2-40B4-BE49-F238E27FC236}">
                  <a16:creationId xmlns:a16="http://schemas.microsoft.com/office/drawing/2014/main" id="{86E4D381-A35D-D58F-104E-A59EEC55D3E1}"/>
                </a:ext>
              </a:extLst>
            </p:cNvPr>
            <p:cNvCxnSpPr/>
            <p:nvPr/>
          </p:nvCxnSpPr>
          <p:spPr>
            <a:xfrm>
              <a:off x="10815962" y="5604043"/>
              <a:ext cx="140074" cy="0"/>
            </a:xfrm>
            <a:prstGeom prst="line">
              <a:avLst/>
            </a:prstGeom>
            <a:ln w="1474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icon_deliverable_icon_3" descr="原生矢量组件，可取消组合编辑各个形状">
            <a:extLst>
              <a:ext uri="{FF2B5EF4-FFF2-40B4-BE49-F238E27FC236}">
                <a16:creationId xmlns:a16="http://schemas.microsoft.com/office/drawing/2014/main" id="{28A5865A-EE62-9590-E862-EEFD7F8342A8}"/>
              </a:ext>
            </a:extLst>
          </p:cNvPr>
          <p:cNvGrpSpPr/>
          <p:nvPr/>
        </p:nvGrpSpPr>
        <p:grpSpPr>
          <a:xfrm>
            <a:off x="10727493" y="6439691"/>
            <a:ext cx="317011" cy="291207"/>
            <a:chOff x="10727493" y="6439691"/>
            <a:chExt cx="317011" cy="291207"/>
          </a:xfrm>
        </p:grpSpPr>
        <p:cxnSp>
          <p:nvCxnSpPr>
            <p:cNvPr id="123" name="deliverable_icon_3_part_0">
              <a:extLst>
                <a:ext uri="{FF2B5EF4-FFF2-40B4-BE49-F238E27FC236}">
                  <a16:creationId xmlns:a16="http://schemas.microsoft.com/office/drawing/2014/main" id="{70BB3399-7407-5617-53FB-13FA31318D50}"/>
                </a:ext>
              </a:extLst>
            </p:cNvPr>
            <p:cNvCxnSpPr/>
            <p:nvPr/>
          </p:nvCxnSpPr>
          <p:spPr>
            <a:xfrm flipV="1">
              <a:off x="10727493" y="6443377"/>
              <a:ext cx="0" cy="287521"/>
            </a:xfrm>
            <a:prstGeom prst="line">
              <a:avLst/>
            </a:prstGeom>
            <a:ln w="1105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deliverable_icon_3_part_1">
              <a:extLst>
                <a:ext uri="{FF2B5EF4-FFF2-40B4-BE49-F238E27FC236}">
                  <a16:creationId xmlns:a16="http://schemas.microsoft.com/office/drawing/2014/main" id="{5E7A8B0A-59F2-D5EC-9BA2-472F553AF03A}"/>
                </a:ext>
              </a:extLst>
            </p:cNvPr>
            <p:cNvCxnSpPr/>
            <p:nvPr/>
          </p:nvCxnSpPr>
          <p:spPr>
            <a:xfrm>
              <a:off x="10727493" y="6730898"/>
              <a:ext cx="317011" cy="0"/>
            </a:xfrm>
            <a:prstGeom prst="line">
              <a:avLst/>
            </a:prstGeom>
            <a:ln w="1105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eliverable_icon_3_part_2">
              <a:extLst>
                <a:ext uri="{FF2B5EF4-FFF2-40B4-BE49-F238E27FC236}">
                  <a16:creationId xmlns:a16="http://schemas.microsoft.com/office/drawing/2014/main" id="{20D22CB6-EC91-700A-111D-20EE1FC05A84}"/>
                </a:ext>
              </a:extLst>
            </p:cNvPr>
            <p:cNvSpPr/>
            <p:nvPr/>
          </p:nvSpPr>
          <p:spPr>
            <a:xfrm>
              <a:off x="10768041" y="6624000"/>
              <a:ext cx="47921" cy="106898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deliverable_icon_3_part_3">
              <a:extLst>
                <a:ext uri="{FF2B5EF4-FFF2-40B4-BE49-F238E27FC236}">
                  <a16:creationId xmlns:a16="http://schemas.microsoft.com/office/drawing/2014/main" id="{94C6BC26-F1A9-59F4-020C-C963E95AC456}"/>
                </a:ext>
              </a:extLst>
            </p:cNvPr>
            <p:cNvSpPr/>
            <p:nvPr/>
          </p:nvSpPr>
          <p:spPr>
            <a:xfrm>
              <a:off x="10841765" y="6561334"/>
              <a:ext cx="47920" cy="169564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deliverable_icon_3_part_4">
              <a:extLst>
                <a:ext uri="{FF2B5EF4-FFF2-40B4-BE49-F238E27FC236}">
                  <a16:creationId xmlns:a16="http://schemas.microsoft.com/office/drawing/2014/main" id="{80532A56-2DFF-62B9-34EC-F793BADD54C4}"/>
                </a:ext>
              </a:extLst>
            </p:cNvPr>
            <p:cNvSpPr/>
            <p:nvPr/>
          </p:nvSpPr>
          <p:spPr>
            <a:xfrm>
              <a:off x="10915488" y="6502355"/>
              <a:ext cx="47920" cy="228543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deliverable_icon_3_part_5">
              <a:extLst>
                <a:ext uri="{FF2B5EF4-FFF2-40B4-BE49-F238E27FC236}">
                  <a16:creationId xmlns:a16="http://schemas.microsoft.com/office/drawing/2014/main" id="{021C16E3-DD11-3356-8369-668004D59D23}"/>
                </a:ext>
              </a:extLst>
            </p:cNvPr>
            <p:cNvSpPr/>
            <p:nvPr/>
          </p:nvSpPr>
          <p:spPr>
            <a:xfrm>
              <a:off x="10989211" y="6439691"/>
              <a:ext cx="47921" cy="291207"/>
            </a:xfrm>
            <a:prstGeom prst="rect">
              <a:avLst/>
            </a:prstGeom>
            <a:solidFill>
              <a:srgbClr val="FFFFFF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0" name="header_rule">
            <a:extLst>
              <a:ext uri="{FF2B5EF4-FFF2-40B4-BE49-F238E27FC236}">
                <a16:creationId xmlns:a16="http://schemas.microsoft.com/office/drawing/2014/main" id="{055986CC-31C0-CC5B-27B8-C4253D514FB3}"/>
              </a:ext>
            </a:extLst>
          </p:cNvPr>
          <p:cNvCxnSpPr/>
          <p:nvPr/>
        </p:nvCxnSpPr>
        <p:spPr>
          <a:xfrm>
            <a:off x="523875" y="1638300"/>
            <a:ext cx="14878050" cy="0"/>
          </a:xfrm>
          <a:prstGeom prst="line">
            <a:avLst/>
          </a:prstGeom>
          <a:ln w="19050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header_accent">
            <a:extLst>
              <a:ext uri="{FF2B5EF4-FFF2-40B4-BE49-F238E27FC236}">
                <a16:creationId xmlns:a16="http://schemas.microsoft.com/office/drawing/2014/main" id="{3798C96B-1BF7-B0CB-97C5-12FF8A5E35BB}"/>
              </a:ext>
            </a:extLst>
          </p:cNvPr>
          <p:cNvCxnSpPr/>
          <p:nvPr/>
        </p:nvCxnSpPr>
        <p:spPr>
          <a:xfrm>
            <a:off x="523875" y="1638300"/>
            <a:ext cx="1190625" cy="0"/>
          </a:xfrm>
          <a:prstGeom prst="line">
            <a:avLst/>
          </a:prstGeom>
          <a:ln w="47625">
            <a:solidFill>
              <a:srgbClr val="0878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footer_rule">
            <a:extLst>
              <a:ext uri="{FF2B5EF4-FFF2-40B4-BE49-F238E27FC236}">
                <a16:creationId xmlns:a16="http://schemas.microsoft.com/office/drawing/2014/main" id="{7ED333B9-9877-2766-B32B-8633E404543E}"/>
              </a:ext>
            </a:extLst>
          </p:cNvPr>
          <p:cNvCxnSpPr/>
          <p:nvPr/>
        </p:nvCxnSpPr>
        <p:spPr>
          <a:xfrm>
            <a:off x="523875" y="8343900"/>
            <a:ext cx="14878050" cy="0"/>
          </a:xfrm>
          <a:prstGeom prst="line">
            <a:avLst/>
          </a:prstGeom>
          <a:ln w="9525">
            <a:solidFill>
              <a:srgbClr val="63A9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priority_model_arrow">
            <a:extLst>
              <a:ext uri="{FF2B5EF4-FFF2-40B4-BE49-F238E27FC236}">
                <a16:creationId xmlns:a16="http://schemas.microsoft.com/office/drawing/2014/main" id="{E481F0A3-11D8-5DD1-496C-C2913AD21FFB}"/>
              </a:ext>
            </a:extLst>
          </p:cNvPr>
          <p:cNvCxnSpPr/>
          <p:nvPr/>
        </p:nvCxnSpPr>
        <p:spPr>
          <a:xfrm>
            <a:off x="2619375" y="4186238"/>
            <a:ext cx="762000" cy="0"/>
          </a:xfrm>
          <a:prstGeom prst="line">
            <a:avLst/>
          </a:prstGeom>
          <a:ln w="4762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priority_dr_branch_1">
            <a:extLst>
              <a:ext uri="{FF2B5EF4-FFF2-40B4-BE49-F238E27FC236}">
                <a16:creationId xmlns:a16="http://schemas.microsoft.com/office/drawing/2014/main" id="{2187CAE4-25B1-FEB7-A416-A61FE297F364}"/>
              </a:ext>
            </a:extLst>
          </p:cNvPr>
          <p:cNvCxnSpPr/>
          <p:nvPr/>
        </p:nvCxnSpPr>
        <p:spPr>
          <a:xfrm>
            <a:off x="6086475" y="4186238"/>
            <a:ext cx="276225" cy="0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priority_dr_branch_2">
            <a:extLst>
              <a:ext uri="{FF2B5EF4-FFF2-40B4-BE49-F238E27FC236}">
                <a16:creationId xmlns:a16="http://schemas.microsoft.com/office/drawing/2014/main" id="{4D23D284-4C35-650B-ED15-6008137BCC78}"/>
              </a:ext>
            </a:extLst>
          </p:cNvPr>
          <p:cNvCxnSpPr/>
          <p:nvPr/>
        </p:nvCxnSpPr>
        <p:spPr>
          <a:xfrm flipV="1">
            <a:off x="6362700" y="3586163"/>
            <a:ext cx="0" cy="600075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priority_dr_branch_3">
            <a:extLst>
              <a:ext uri="{FF2B5EF4-FFF2-40B4-BE49-F238E27FC236}">
                <a16:creationId xmlns:a16="http://schemas.microsoft.com/office/drawing/2014/main" id="{183FFED6-169A-6FA1-F5D3-7EB5F7C24B5B}"/>
              </a:ext>
            </a:extLst>
          </p:cNvPr>
          <p:cNvCxnSpPr/>
          <p:nvPr/>
        </p:nvCxnSpPr>
        <p:spPr>
          <a:xfrm>
            <a:off x="6362700" y="3586163"/>
            <a:ext cx="428625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priority_dkd_branch_1">
            <a:extLst>
              <a:ext uri="{FF2B5EF4-FFF2-40B4-BE49-F238E27FC236}">
                <a16:creationId xmlns:a16="http://schemas.microsoft.com/office/drawing/2014/main" id="{91BE9E33-BA46-F524-9F55-7C4CC7F2929F}"/>
              </a:ext>
            </a:extLst>
          </p:cNvPr>
          <p:cNvCxnSpPr/>
          <p:nvPr/>
        </p:nvCxnSpPr>
        <p:spPr>
          <a:xfrm>
            <a:off x="6362700" y="4186238"/>
            <a:ext cx="0" cy="385762"/>
          </a:xfrm>
          <a:prstGeom prst="line">
            <a:avLst/>
          </a:prstGeom>
          <a:ln w="28575">
            <a:solidFill>
              <a:srgbClr val="086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priority_dkd_branch_2">
            <a:extLst>
              <a:ext uri="{FF2B5EF4-FFF2-40B4-BE49-F238E27FC236}">
                <a16:creationId xmlns:a16="http://schemas.microsoft.com/office/drawing/2014/main" id="{879BBE28-0353-5FFB-EFF1-D75363EA4874}"/>
              </a:ext>
            </a:extLst>
          </p:cNvPr>
          <p:cNvCxnSpPr/>
          <p:nvPr/>
        </p:nvCxnSpPr>
        <p:spPr>
          <a:xfrm>
            <a:off x="6362700" y="4572000"/>
            <a:ext cx="428625" cy="0"/>
          </a:xfrm>
          <a:prstGeom prst="line">
            <a:avLst/>
          </a:prstGeom>
          <a:ln w="28575">
            <a:solidFill>
              <a:srgbClr val="0865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priority_quant_arrow">
            <a:extLst>
              <a:ext uri="{FF2B5EF4-FFF2-40B4-BE49-F238E27FC236}">
                <a16:creationId xmlns:a16="http://schemas.microsoft.com/office/drawing/2014/main" id="{D4107F18-7F57-197C-1992-8F81D29A4E51}"/>
              </a:ext>
            </a:extLst>
          </p:cNvPr>
          <p:cNvCxnSpPr/>
          <p:nvPr/>
        </p:nvCxnSpPr>
        <p:spPr>
          <a:xfrm>
            <a:off x="2514600" y="6766560"/>
            <a:ext cx="866775" cy="0"/>
          </a:xfrm>
          <a:prstGeom prst="line">
            <a:avLst/>
          </a:prstGeom>
          <a:ln w="4762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priority_quant_arrow2">
            <a:extLst>
              <a:ext uri="{FF2B5EF4-FFF2-40B4-BE49-F238E27FC236}">
                <a16:creationId xmlns:a16="http://schemas.microsoft.com/office/drawing/2014/main" id="{7E780190-B448-1499-24DE-5884AEE06313}"/>
              </a:ext>
            </a:extLst>
          </p:cNvPr>
          <p:cNvCxnSpPr/>
          <p:nvPr/>
        </p:nvCxnSpPr>
        <p:spPr>
          <a:xfrm>
            <a:off x="6724650" y="6766560"/>
            <a:ext cx="371475" cy="0"/>
          </a:xfrm>
          <a:prstGeom prst="line">
            <a:avLst/>
          </a:prstGeom>
          <a:ln w="28575">
            <a:solidFill>
              <a:srgbClr val="0878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_title">
            <a:extLst>
              <a:ext uri="{FF2B5EF4-FFF2-40B4-BE49-F238E27FC236}">
                <a16:creationId xmlns:a16="http://schemas.microsoft.com/office/drawing/2014/main" id="{BA4AC37C-2315-48C4-9BCD-E1E2E0183576}"/>
              </a:ext>
            </a:extLst>
          </p:cNvPr>
          <p:cNvSpPr>
            <a:spLocks/>
          </p:cNvSpPr>
          <p:nvPr/>
        </p:nvSpPr>
        <p:spPr>
          <a:xfrm>
            <a:off x="571500" y="381000"/>
            <a:ext cx="13049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5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05 </a:t>
            </a:r>
            <a:r>
              <a:rPr lang="zh-CN" altLang="en-US" sz="5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研究重点与预期交付</a:t>
            </a:r>
            <a:endParaRPr sz="5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" name="footer_text">
            <a:extLst>
              <a:ext uri="{FF2B5EF4-FFF2-40B4-BE49-F238E27FC236}">
                <a16:creationId xmlns:a16="http://schemas.microsoft.com/office/drawing/2014/main" id="{896C2C21-8B50-44FA-BAE9-32B8665A401B}"/>
              </a:ext>
            </a:extLst>
          </p:cNvPr>
          <p:cNvSpPr>
            <a:spLocks/>
          </p:cNvSpPr>
          <p:nvPr/>
        </p:nvSpPr>
        <p:spPr>
          <a:xfrm>
            <a:off x="523875" y="848677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586B7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 </a:t>
            </a:r>
            <a:r>
              <a:rPr lang="en-US" altLang="zh-CN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· DR–DKD</a:t>
            </a:r>
            <a:r>
              <a:rPr lang="zh-CN" altLang="en-US" sz="1650">
                <a:solidFill>
                  <a:srgbClr val="586B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双筛研究</a:t>
            </a:r>
            <a:endParaRPr sz="1650">
              <a:solidFill>
                <a:srgbClr val="586B7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" name="page_number">
            <a:extLst>
              <a:ext uri="{FF2B5EF4-FFF2-40B4-BE49-F238E27FC236}">
                <a16:creationId xmlns:a16="http://schemas.microsoft.com/office/drawing/2014/main" id="{20E52DF9-C804-4E0A-B44D-6D3434FC37CB}"/>
              </a:ext>
            </a:extLst>
          </p:cNvPr>
          <p:cNvSpPr>
            <a:spLocks/>
          </p:cNvSpPr>
          <p:nvPr/>
        </p:nvSpPr>
        <p:spPr>
          <a:xfrm>
            <a:off x="15049500" y="8486775"/>
            <a:ext cx="5619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725" b="0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24</a:t>
            </a:r>
            <a:endParaRPr sz="1725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8" name="model_priority_number">
            <a:extLst>
              <a:ext uri="{FF2B5EF4-FFF2-40B4-BE49-F238E27FC236}">
                <a16:creationId xmlns:a16="http://schemas.microsoft.com/office/drawing/2014/main" id="{E93221E1-5EED-4E6D-9504-B3EC4ACADE8B}"/>
              </a:ext>
            </a:extLst>
          </p:cNvPr>
          <p:cNvSpPr>
            <a:spLocks/>
          </p:cNvSpPr>
          <p:nvPr/>
        </p:nvSpPr>
        <p:spPr>
          <a:xfrm>
            <a:off x="685800" y="1888808"/>
            <a:ext cx="657225" cy="480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9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29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</a:t>
            </a:r>
            <a:endParaRPr sz="229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9" name="text_0">
            <a:extLst>
              <a:ext uri="{FF2B5EF4-FFF2-40B4-BE49-F238E27FC236}">
                <a16:creationId xmlns:a16="http://schemas.microsoft.com/office/drawing/2014/main" id="{FA77AB01-CB66-4AC4-B86D-08D92403039A}"/>
              </a:ext>
            </a:extLst>
          </p:cNvPr>
          <p:cNvSpPr>
            <a:spLocks/>
          </p:cNvSpPr>
          <p:nvPr/>
        </p:nvSpPr>
        <p:spPr>
          <a:xfrm>
            <a:off x="1771650" y="1905953"/>
            <a:ext cx="7324725" cy="471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633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33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双任务模型研究</a:t>
            </a:r>
            <a:endParaRPr sz="2633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0" name="text_1">
            <a:extLst>
              <a:ext uri="{FF2B5EF4-FFF2-40B4-BE49-F238E27FC236}">
                <a16:creationId xmlns:a16="http://schemas.microsoft.com/office/drawing/2014/main" id="{669EC28B-E473-49AF-AEB5-173D788A60EE}"/>
              </a:ext>
            </a:extLst>
          </p:cNvPr>
          <p:cNvSpPr>
            <a:spLocks/>
          </p:cNvSpPr>
          <p:nvPr/>
        </p:nvSpPr>
        <p:spPr>
          <a:xfrm>
            <a:off x="1714500" y="2497455"/>
            <a:ext cx="752475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0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任务专属残差适配与四状态辅助学习结合</a:t>
            </a:r>
            <a:endParaRPr sz="20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2" name="text_2">
            <a:extLst>
              <a:ext uri="{FF2B5EF4-FFF2-40B4-BE49-F238E27FC236}">
                <a16:creationId xmlns:a16="http://schemas.microsoft.com/office/drawing/2014/main" id="{EA9CF464-BC6B-40FE-B604-93D781F4BD32}"/>
              </a:ext>
            </a:extLst>
          </p:cNvPr>
          <p:cNvSpPr>
            <a:spLocks/>
          </p:cNvSpPr>
          <p:nvPr/>
        </p:nvSpPr>
        <p:spPr>
          <a:xfrm>
            <a:off x="895350" y="2951798"/>
            <a:ext cx="2152650" cy="6257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8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8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彩色眼底图像</a:t>
            </a:r>
          </a:p>
          <a:p>
            <a:pPr algn="ctr">
              <a:defRPr sz="168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8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（仅使用眼底彩照）</a:t>
            </a:r>
            <a:endParaRPr sz="168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4" name="text_3">
            <a:extLst>
              <a:ext uri="{FF2B5EF4-FFF2-40B4-BE49-F238E27FC236}">
                <a16:creationId xmlns:a16="http://schemas.microsoft.com/office/drawing/2014/main" id="{88587652-F7F9-4804-9982-00C5BA90CE0C}"/>
              </a:ext>
            </a:extLst>
          </p:cNvPr>
          <p:cNvSpPr>
            <a:spLocks/>
          </p:cNvSpPr>
          <p:nvPr/>
        </p:nvSpPr>
        <p:spPr>
          <a:xfrm>
            <a:off x="3524250" y="3457575"/>
            <a:ext cx="2514600" cy="5229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5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5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175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与</a:t>
            </a:r>
            <a:r>
              <a:rPr lang="en-US" altLang="zh-CN" sz="175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</a:p>
          <a:p>
            <a:pPr algn="ctr">
              <a:defRPr sz="175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5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双任务模型</a:t>
            </a:r>
            <a:endParaRPr sz="175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4" name="text_4">
            <a:extLst>
              <a:ext uri="{FF2B5EF4-FFF2-40B4-BE49-F238E27FC236}">
                <a16:creationId xmlns:a16="http://schemas.microsoft.com/office/drawing/2014/main" id="{7DC2112E-4B46-4E35-8BBB-91B2615B738E}"/>
              </a:ext>
            </a:extLst>
          </p:cNvPr>
          <p:cNvSpPr>
            <a:spLocks/>
          </p:cNvSpPr>
          <p:nvPr/>
        </p:nvSpPr>
        <p:spPr>
          <a:xfrm>
            <a:off x="7629525" y="3294698"/>
            <a:ext cx="1581150" cy="471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23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23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DR</a:t>
            </a:r>
            <a:r>
              <a:rPr lang="zh-CN" altLang="en-US" sz="1823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筛查任务</a:t>
            </a:r>
            <a:endParaRPr sz="1823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5" name="text_5">
            <a:extLst>
              <a:ext uri="{FF2B5EF4-FFF2-40B4-BE49-F238E27FC236}">
                <a16:creationId xmlns:a16="http://schemas.microsoft.com/office/drawing/2014/main" id="{39DDE865-5A8C-4B7D-AAB7-7DCAC384EA7C}"/>
              </a:ext>
            </a:extLst>
          </p:cNvPr>
          <p:cNvSpPr>
            <a:spLocks/>
          </p:cNvSpPr>
          <p:nvPr/>
        </p:nvSpPr>
        <p:spPr>
          <a:xfrm>
            <a:off x="7562850" y="4271963"/>
            <a:ext cx="1657350" cy="471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2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2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DKD</a:t>
            </a:r>
            <a:r>
              <a:rPr lang="zh-CN" altLang="en-US" sz="162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筛查任务</a:t>
            </a:r>
            <a:endParaRPr sz="162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8" name="quant_priority_number">
            <a:extLst>
              <a:ext uri="{FF2B5EF4-FFF2-40B4-BE49-F238E27FC236}">
                <a16:creationId xmlns:a16="http://schemas.microsoft.com/office/drawing/2014/main" id="{AC8491D7-A3A3-422B-B952-73204578CD59}"/>
              </a:ext>
            </a:extLst>
          </p:cNvPr>
          <p:cNvSpPr>
            <a:spLocks/>
          </p:cNvSpPr>
          <p:nvPr/>
        </p:nvSpPr>
        <p:spPr>
          <a:xfrm>
            <a:off x="685800" y="5172075"/>
            <a:ext cx="657225" cy="480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9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29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</a:t>
            </a:r>
            <a:endParaRPr sz="2295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9" name="text_6">
            <a:extLst>
              <a:ext uri="{FF2B5EF4-FFF2-40B4-BE49-F238E27FC236}">
                <a16:creationId xmlns:a16="http://schemas.microsoft.com/office/drawing/2014/main" id="{2FF52076-0169-4CD7-94E0-F33DAF789D4C}"/>
              </a:ext>
            </a:extLst>
          </p:cNvPr>
          <p:cNvSpPr>
            <a:spLocks/>
          </p:cNvSpPr>
          <p:nvPr/>
        </p:nvSpPr>
        <p:spPr>
          <a:xfrm>
            <a:off x="1771650" y="5189220"/>
            <a:ext cx="7324725" cy="471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633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33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定量融合研究</a:t>
            </a:r>
            <a:endParaRPr sz="2633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0" name="text_7">
            <a:extLst>
              <a:ext uri="{FF2B5EF4-FFF2-40B4-BE49-F238E27FC236}">
                <a16:creationId xmlns:a16="http://schemas.microsoft.com/office/drawing/2014/main" id="{05525BFD-0D92-4666-A4D8-C85172831E76}"/>
              </a:ext>
            </a:extLst>
          </p:cNvPr>
          <p:cNvSpPr>
            <a:spLocks/>
          </p:cNvSpPr>
          <p:nvPr/>
        </p:nvSpPr>
        <p:spPr>
          <a:xfrm>
            <a:off x="1714500" y="5763578"/>
            <a:ext cx="7524750" cy="38576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025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筛选结构定量指标，验证其增量价值</a:t>
            </a:r>
            <a:endParaRPr sz="2025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2" name="text_8">
            <a:extLst>
              <a:ext uri="{FF2B5EF4-FFF2-40B4-BE49-F238E27FC236}">
                <a16:creationId xmlns:a16="http://schemas.microsoft.com/office/drawing/2014/main" id="{BD2A9DC5-BFE0-4D80-AE65-23A5BCB5CACD}"/>
              </a:ext>
            </a:extLst>
          </p:cNvPr>
          <p:cNvSpPr>
            <a:spLocks/>
          </p:cNvSpPr>
          <p:nvPr/>
        </p:nvSpPr>
        <p:spPr>
          <a:xfrm>
            <a:off x="790575" y="7229475"/>
            <a:ext cx="1381125" cy="3000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2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2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眼底图像</a:t>
            </a:r>
            <a:endParaRPr sz="162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4" name="text_9">
            <a:extLst>
              <a:ext uri="{FF2B5EF4-FFF2-40B4-BE49-F238E27FC236}">
                <a16:creationId xmlns:a16="http://schemas.microsoft.com/office/drawing/2014/main" id="{A052096E-3A08-4A2F-B1E7-A29668447C1F}"/>
              </a:ext>
            </a:extLst>
          </p:cNvPr>
          <p:cNvSpPr>
            <a:spLocks/>
          </p:cNvSpPr>
          <p:nvPr/>
        </p:nvSpPr>
        <p:spPr>
          <a:xfrm>
            <a:off x="4581525" y="6440805"/>
            <a:ext cx="2038350" cy="6257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23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23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结构定量指标</a:t>
            </a:r>
          </a:p>
          <a:p>
            <a:pPr>
              <a:defRPr sz="1823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23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筛选与融合</a:t>
            </a:r>
            <a:endParaRPr sz="1823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35" name="text_10">
            <a:extLst>
              <a:ext uri="{FF2B5EF4-FFF2-40B4-BE49-F238E27FC236}">
                <a16:creationId xmlns:a16="http://schemas.microsoft.com/office/drawing/2014/main" id="{DD42B0F6-84C7-4230-9202-9B4EB2939708}"/>
              </a:ext>
            </a:extLst>
          </p:cNvPr>
          <p:cNvSpPr>
            <a:spLocks/>
          </p:cNvSpPr>
          <p:nvPr/>
        </p:nvSpPr>
        <p:spPr>
          <a:xfrm>
            <a:off x="7905750" y="6372225"/>
            <a:ext cx="1600200" cy="8829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● 定量指标筛选</a:t>
            </a:r>
          </a:p>
          <a:p>
            <a:pPr>
              <a:defRPr sz="13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● 指标组合构建</a:t>
            </a:r>
          </a:p>
          <a:p>
            <a:pPr>
              <a:defRPr sz="13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● 增量价值验证</a:t>
            </a:r>
            <a:endParaRPr sz="13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grpSp>
        <p:nvGrpSpPr>
          <p:cNvPr id="148" name="module_deliverable_heading" descr="原生组件；背景、立体面和文字为独立子对象，可取消组合分别编辑">
            <a:extLst>
              <a:ext uri="{FF2B5EF4-FFF2-40B4-BE49-F238E27FC236}">
                <a16:creationId xmlns:a16="http://schemas.microsoft.com/office/drawing/2014/main" id="{597087BA-CA36-33CB-B1BE-D0FFB935E2E5}"/>
              </a:ext>
            </a:extLst>
          </p:cNvPr>
          <p:cNvGrpSpPr/>
          <p:nvPr/>
        </p:nvGrpSpPr>
        <p:grpSpPr>
          <a:xfrm>
            <a:off x="10153650" y="1845945"/>
            <a:ext cx="5353050" cy="745808"/>
            <a:chOff x="10153650" y="1845945"/>
            <a:chExt cx="5353050" cy="745808"/>
          </a:xfrm>
        </p:grpSpPr>
        <p:sp>
          <p:nvSpPr>
            <p:cNvPr id="36" name="deliverable_heading_bg">
              <a:extLst>
                <a:ext uri="{FF2B5EF4-FFF2-40B4-BE49-F238E27FC236}">
                  <a16:creationId xmlns:a16="http://schemas.microsoft.com/office/drawing/2014/main" id="{AF10F175-D226-4EA4-8603-CAF2A6314647}"/>
                </a:ext>
              </a:extLst>
            </p:cNvPr>
            <p:cNvSpPr>
              <a:spLocks/>
            </p:cNvSpPr>
            <p:nvPr/>
          </p:nvSpPr>
          <p:spPr>
            <a:xfrm>
              <a:off x="10153650" y="1845945"/>
              <a:ext cx="5353050" cy="745808"/>
            </a:xfrm>
            <a:prstGeom prst="roundRect">
              <a:avLst>
                <a:gd name="adj" fmla="val 15326"/>
              </a:avLst>
            </a:prstGeom>
            <a:gradFill flip="none" rotWithShape="1">
              <a:gsLst>
                <a:gs pos="0">
                  <a:srgbClr val="047EE8"/>
                </a:gs>
                <a:gs pos="100000">
                  <a:srgbClr val="074A9D"/>
                </a:gs>
              </a:gsLst>
              <a:lin ang="5400000" scaled="1"/>
              <a:tileRect/>
            </a:gradFill>
            <a:ln w="0">
              <a:noFill/>
            </a:ln>
          </p:spPr>
        </p:sp>
        <p:sp>
          <p:nvSpPr>
            <p:cNvPr id="37" name="deliverable_heading_text">
              <a:extLst>
                <a:ext uri="{FF2B5EF4-FFF2-40B4-BE49-F238E27FC236}">
                  <a16:creationId xmlns:a16="http://schemas.microsoft.com/office/drawing/2014/main" id="{170C1650-C1CD-4156-AF63-FA249D6974DA}"/>
                </a:ext>
              </a:extLst>
            </p:cNvPr>
            <p:cNvSpPr>
              <a:spLocks/>
            </p:cNvSpPr>
            <p:nvPr/>
          </p:nvSpPr>
          <p:spPr>
            <a:xfrm>
              <a:off x="10248900" y="1880235"/>
              <a:ext cx="5162550" cy="6772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903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902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预期交付</a:t>
              </a:r>
              <a:endParaRPr sz="2902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  <p:sp>
        <p:nvSpPr>
          <p:cNvPr id="39" name="deliverable_num_0">
            <a:extLst>
              <a:ext uri="{FF2B5EF4-FFF2-40B4-BE49-F238E27FC236}">
                <a16:creationId xmlns:a16="http://schemas.microsoft.com/office/drawing/2014/main" id="{B0CA7A13-9B99-4F1F-89B3-3728CA5FCD6F}"/>
              </a:ext>
            </a:extLst>
          </p:cNvPr>
          <p:cNvSpPr>
            <a:spLocks/>
          </p:cNvSpPr>
          <p:nvPr/>
        </p:nvSpPr>
        <p:spPr>
          <a:xfrm>
            <a:off x="11420475" y="3157538"/>
            <a:ext cx="676275" cy="48863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93" b="1">
                <a:solidFill>
                  <a:srgbClr val="0878D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92" b="1">
                <a:solidFill>
                  <a:srgbClr val="0878D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01</a:t>
            </a:r>
            <a:endParaRPr sz="2092" b="1">
              <a:solidFill>
                <a:srgbClr val="0878D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0" name="text_11">
            <a:extLst>
              <a:ext uri="{FF2B5EF4-FFF2-40B4-BE49-F238E27FC236}">
                <a16:creationId xmlns:a16="http://schemas.microsoft.com/office/drawing/2014/main" id="{0E01FC9A-EB21-4225-AED3-9BF4D042D643}"/>
              </a:ext>
            </a:extLst>
          </p:cNvPr>
          <p:cNvSpPr>
            <a:spLocks/>
          </p:cNvSpPr>
          <p:nvPr/>
        </p:nvSpPr>
        <p:spPr>
          <a:xfrm>
            <a:off x="12230100" y="3157538"/>
            <a:ext cx="29718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95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影像双筛基线</a:t>
            </a:r>
            <a:endParaRPr sz="195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2" name="deliverable_num_1">
            <a:extLst>
              <a:ext uri="{FF2B5EF4-FFF2-40B4-BE49-F238E27FC236}">
                <a16:creationId xmlns:a16="http://schemas.microsoft.com/office/drawing/2014/main" id="{68C453C5-1F3C-4437-85D8-BC6E303C9612}"/>
              </a:ext>
            </a:extLst>
          </p:cNvPr>
          <p:cNvSpPr>
            <a:spLocks/>
          </p:cNvSpPr>
          <p:nvPr/>
        </p:nvSpPr>
        <p:spPr>
          <a:xfrm>
            <a:off x="11420475" y="4229100"/>
            <a:ext cx="676275" cy="48863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93" b="1">
                <a:solidFill>
                  <a:srgbClr val="0878D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92" b="1">
                <a:solidFill>
                  <a:srgbClr val="0878D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02</a:t>
            </a:r>
            <a:endParaRPr sz="2092" b="1">
              <a:solidFill>
                <a:srgbClr val="0878D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3" name="text_12">
            <a:extLst>
              <a:ext uri="{FF2B5EF4-FFF2-40B4-BE49-F238E27FC236}">
                <a16:creationId xmlns:a16="http://schemas.microsoft.com/office/drawing/2014/main" id="{5DF7B608-E601-4C09-9425-7ADC7F54DD74}"/>
              </a:ext>
            </a:extLst>
          </p:cNvPr>
          <p:cNvSpPr>
            <a:spLocks/>
          </p:cNvSpPr>
          <p:nvPr/>
        </p:nvSpPr>
        <p:spPr>
          <a:xfrm>
            <a:off x="12230100" y="4229100"/>
            <a:ext cx="29718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95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两套分割与定量流程</a:t>
            </a:r>
            <a:endParaRPr sz="195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5" name="deliverable_num_2">
            <a:extLst>
              <a:ext uri="{FF2B5EF4-FFF2-40B4-BE49-F238E27FC236}">
                <a16:creationId xmlns:a16="http://schemas.microsoft.com/office/drawing/2014/main" id="{9D2B1BD0-6D30-4645-8DA1-C83EDBBD3B76}"/>
              </a:ext>
            </a:extLst>
          </p:cNvPr>
          <p:cNvSpPr>
            <a:spLocks/>
          </p:cNvSpPr>
          <p:nvPr/>
        </p:nvSpPr>
        <p:spPr>
          <a:xfrm>
            <a:off x="11420475" y="5300663"/>
            <a:ext cx="676275" cy="48863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93" b="1">
                <a:solidFill>
                  <a:srgbClr val="0878D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92" b="1">
                <a:solidFill>
                  <a:srgbClr val="0878D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03</a:t>
            </a:r>
            <a:endParaRPr sz="2092" b="1">
              <a:solidFill>
                <a:srgbClr val="0878D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6" name="text_13">
            <a:extLst>
              <a:ext uri="{FF2B5EF4-FFF2-40B4-BE49-F238E27FC236}">
                <a16:creationId xmlns:a16="http://schemas.microsoft.com/office/drawing/2014/main" id="{58FCCBDA-5DF4-423F-9453-E996146F4D2B}"/>
              </a:ext>
            </a:extLst>
          </p:cNvPr>
          <p:cNvSpPr>
            <a:spLocks/>
          </p:cNvSpPr>
          <p:nvPr/>
        </p:nvSpPr>
        <p:spPr>
          <a:xfrm>
            <a:off x="12230100" y="5300663"/>
            <a:ext cx="29718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958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8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固定指标组合</a:t>
            </a:r>
            <a:endParaRPr sz="1958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8" name="deliverable_num_3">
            <a:extLst>
              <a:ext uri="{FF2B5EF4-FFF2-40B4-BE49-F238E27FC236}">
                <a16:creationId xmlns:a16="http://schemas.microsoft.com/office/drawing/2014/main" id="{1938CB01-D607-443D-B7E7-16DFDA7C0927}"/>
              </a:ext>
            </a:extLst>
          </p:cNvPr>
          <p:cNvSpPr>
            <a:spLocks/>
          </p:cNvSpPr>
          <p:nvPr/>
        </p:nvSpPr>
        <p:spPr>
          <a:xfrm>
            <a:off x="11420475" y="6372225"/>
            <a:ext cx="676275" cy="48863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93" b="1">
                <a:solidFill>
                  <a:srgbClr val="0878D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92" b="1">
                <a:solidFill>
                  <a:srgbClr val="0878D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04</a:t>
            </a:r>
            <a:endParaRPr sz="2092" b="1">
              <a:solidFill>
                <a:srgbClr val="0878D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49" name="text_14">
            <a:extLst>
              <a:ext uri="{FF2B5EF4-FFF2-40B4-BE49-F238E27FC236}">
                <a16:creationId xmlns:a16="http://schemas.microsoft.com/office/drawing/2014/main" id="{2E3D2F5C-1600-4AFD-9C90-E1330B3F247E}"/>
              </a:ext>
            </a:extLst>
          </p:cNvPr>
          <p:cNvSpPr>
            <a:spLocks/>
          </p:cNvSpPr>
          <p:nvPr/>
        </p:nvSpPr>
        <p:spPr>
          <a:xfrm>
            <a:off x="12230100" y="6372225"/>
            <a:ext cx="29718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23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23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A–D</a:t>
            </a:r>
            <a:r>
              <a:rPr lang="zh-CN" altLang="en-US" sz="1823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比较与可靠性评价</a:t>
            </a:r>
            <a:endParaRPr sz="1823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51" name="summary_text">
            <a:extLst>
              <a:ext uri="{FF2B5EF4-FFF2-40B4-BE49-F238E27FC236}">
                <a16:creationId xmlns:a16="http://schemas.microsoft.com/office/drawing/2014/main" id="{55D20638-FDE4-4A64-8665-ACFC77FA618C}"/>
              </a:ext>
            </a:extLst>
          </p:cNvPr>
          <p:cNvSpPr>
            <a:spLocks/>
          </p:cNvSpPr>
          <p:nvPr/>
        </p:nvSpPr>
        <p:spPr>
          <a:xfrm>
            <a:off x="3419475" y="7705725"/>
            <a:ext cx="117538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依据</a:t>
            </a:r>
            <a:r>
              <a:rPr lang="zh-CN" altLang="en-US" sz="2550" b="1">
                <a:solidFill>
                  <a:srgbClr val="C9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性能、校准、稳定性与临床可核查性</a:t>
            </a:r>
            <a:r>
              <a:rPr lang="zh-CN" altLang="en-US" sz="255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选择方案</a:t>
            </a:r>
            <a:endParaRPr sz="255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39060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3500" y="0"/>
            <a:ext cx="3048000" cy="2857500"/>
          </a:xfrm>
          <a:prstGeom prst="rect">
            <a:avLst/>
          </a:prstGeom>
        </p:spPr>
      </p:pic>
      <p:sp>
        <p:nvSpPr>
          <p:cNvPr id="3" name="wave_deep">
            <a:extLst>
              <a:ext uri="{FF2B5EF4-FFF2-40B4-BE49-F238E27FC236}">
                <a16:creationId xmlns:a16="http://schemas.microsoft.com/office/drawing/2014/main" id="{3269FE77-00B6-6132-7921-E006DF4F8632}"/>
              </a:ext>
            </a:extLst>
          </p:cNvPr>
          <p:cNvSpPr/>
          <p:nvPr/>
        </p:nvSpPr>
        <p:spPr>
          <a:xfrm>
            <a:off x="0" y="7210425"/>
            <a:ext cx="15925801" cy="1752601"/>
          </a:xfrm>
          <a:custGeom>
            <a:avLst/>
            <a:gdLst/>
            <a:ahLst/>
            <a:cxnLst/>
            <a:rect l="0" t="0" r="0" b="0"/>
            <a:pathLst>
              <a:path w="15925801" h="1752601">
                <a:moveTo>
                  <a:pt x="0" y="552450"/>
                </a:moveTo>
                <a:cubicBezTo>
                  <a:pt x="4286250" y="1514475"/>
                  <a:pt x="10191750" y="1581150"/>
                  <a:pt x="15925800" y="0"/>
                </a:cubicBezTo>
                <a:lnTo>
                  <a:pt x="15925800" y="1752600"/>
                </a:lnTo>
                <a:lnTo>
                  <a:pt x="0" y="1752600"/>
                </a:lnTo>
                <a:close/>
              </a:path>
            </a:pathLst>
          </a:custGeom>
          <a:gradFill flip="none" rotWithShape="1">
            <a:gsLst>
              <a:gs pos="0">
                <a:srgbClr val="176CC5"/>
              </a:gs>
              <a:gs pos="100000">
                <a:srgbClr val="074C9F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wave_bright">
            <a:extLst>
              <a:ext uri="{FF2B5EF4-FFF2-40B4-BE49-F238E27FC236}">
                <a16:creationId xmlns:a16="http://schemas.microsoft.com/office/drawing/2014/main" id="{EA78BD1F-8990-A087-AF5D-D4B4811779B7}"/>
              </a:ext>
            </a:extLst>
          </p:cNvPr>
          <p:cNvSpPr/>
          <p:nvPr/>
        </p:nvSpPr>
        <p:spPr>
          <a:xfrm>
            <a:off x="0" y="6381750"/>
            <a:ext cx="15925801" cy="2333626"/>
          </a:xfrm>
          <a:custGeom>
            <a:avLst/>
            <a:gdLst/>
            <a:ahLst/>
            <a:cxnLst/>
            <a:rect l="0" t="0" r="0" b="0"/>
            <a:pathLst>
              <a:path w="15925801" h="2333626">
                <a:moveTo>
                  <a:pt x="0" y="952500"/>
                </a:moveTo>
                <a:cubicBezTo>
                  <a:pt x="4572000" y="2152650"/>
                  <a:pt x="10429875" y="2266950"/>
                  <a:pt x="15925800" y="0"/>
                </a:cubicBezTo>
                <a:lnTo>
                  <a:pt x="15925800" y="600075"/>
                </a:lnTo>
                <a:cubicBezTo>
                  <a:pt x="10191750" y="2333625"/>
                  <a:pt x="4286250" y="2333625"/>
                  <a:pt x="0" y="1381125"/>
                </a:cubicBezTo>
                <a:close/>
              </a:path>
            </a:pathLst>
          </a:custGeom>
          <a:gradFill flip="none" rotWithShape="1">
            <a:gsLst>
              <a:gs pos="0">
                <a:srgbClr val="278FEB"/>
              </a:gs>
              <a:gs pos="100000">
                <a:srgbClr val="057AE8"/>
              </a:gs>
            </a:gsLst>
            <a:lin ang="0" scaled="1"/>
            <a:tileRect/>
          </a:gra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losing_title">
            <a:extLst>
              <a:ext uri="{FF2B5EF4-FFF2-40B4-BE49-F238E27FC236}">
                <a16:creationId xmlns:a16="http://schemas.microsoft.com/office/drawing/2014/main" id="{04B7DC6F-E5A7-4C42-BEE0-2DFBFB86C591}"/>
              </a:ext>
            </a:extLst>
          </p:cNvPr>
          <p:cNvSpPr>
            <a:spLocks/>
          </p:cNvSpPr>
          <p:nvPr/>
        </p:nvSpPr>
        <p:spPr>
          <a:xfrm>
            <a:off x="1905000" y="2571750"/>
            <a:ext cx="121158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4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4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敬请各位专家批评指正</a:t>
            </a:r>
            <a:endParaRPr sz="84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2" name="closing_affiliation">
            <a:extLst>
              <a:ext uri="{FF2B5EF4-FFF2-40B4-BE49-F238E27FC236}">
                <a16:creationId xmlns:a16="http://schemas.microsoft.com/office/drawing/2014/main" id="{CF9FB97A-2565-4E56-8937-E69410278484}"/>
              </a:ext>
            </a:extLst>
          </p:cNvPr>
          <p:cNvSpPr>
            <a:spLocks/>
          </p:cNvSpPr>
          <p:nvPr/>
        </p:nvSpPr>
        <p:spPr>
          <a:xfrm>
            <a:off x="3333750" y="6429375"/>
            <a:ext cx="92583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600" b="1">
                <a:solidFill>
                  <a:srgbClr val="064A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600" b="1">
                <a:solidFill>
                  <a:srgbClr val="064A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河北工业大学</a:t>
            </a:r>
            <a:endParaRPr sz="3600" b="1">
              <a:solidFill>
                <a:srgbClr val="064A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627208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3175</Words>
  <Application>Microsoft Office PowerPoint</Application>
  <DocSecurity>0</DocSecurity>
  <PresentationFormat>自定义</PresentationFormat>
  <Paragraphs>590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Microsoft YaHei</vt:lpstr>
      <vt:lpstr>Calibri</vt:lpstr>
      <vt:lpstr>Cambria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wentao liu</cp:lastModifiedBy>
  <cp:revision>2</cp:revision>
  <dcterms:created xsi:type="dcterms:W3CDTF">2026-10-05T08:34:44Z</dcterms:created>
  <dcterms:modified xsi:type="dcterms:W3CDTF">2026-10-05T08:39:06Z</dcterms:modified>
</cp:coreProperties>
</file>