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D4772-EC4A-EC49-75DD-17F111EB2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68C5AE-53C0-22A0-CBE7-3A3986968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94D4E-B50C-1C5B-6C6C-F49910F5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4B63C-3A40-1B56-3135-6862A409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5995F-6D2C-DFDC-06B3-2D3873D8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1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57674-E941-275A-1F2B-7BA0DB55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47EBA-8448-46D4-4404-6EE4D633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0209A-2B50-B217-C0CC-27735E9E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893D6-881F-AF9A-358D-26E67A23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BDDCD-2040-A7E8-5E08-12F9628E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9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F7BEA-A867-A0D0-1DA2-5517B9DD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4ED63-00CB-BA2B-2390-2A97D5FEF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ABC9F-E877-8239-F82E-1AF2B852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B4BA6-FA1E-E9EA-6D1B-803EF04F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5ED8A-5C2B-94F7-F7DD-9BF38BD1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4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58CDC-8A83-E9FB-2D80-CDFF36D9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74135-BA40-3B4B-DCCB-06E0C32D8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155455-2FFB-AF9E-EA10-5772B1A74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1713F-C3A6-E989-1453-C399E182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75F6D-8845-2234-DDBC-D74A2A2D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16CC9-E983-B4D3-88C2-0B1D78B9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52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045F4-E2DA-44AE-7EC2-5376491D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19632C-8815-8ED7-CEE7-C7AF38BDA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1744D-5C66-0A48-6D6B-77E3BD097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AB1244-777F-E63C-B371-B01B03206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4AE350-448E-ECB2-66AF-FF00A1BA4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E8479D-99B7-C2CB-A691-2FE7893E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812A72-8E0C-162B-0062-FD51DE03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FFF513-0BFE-3D1C-412C-7C7ECF16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7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B628B-86B6-3C28-D74D-38477654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C8F4EC-94D4-C36D-907B-3E70286B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C85881-242D-7828-6694-EB8DFF42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CC47CF-B2B8-C42E-CBD5-E57E1110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75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4D65C7-75F9-8DE8-77CC-C3173701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5CC869-3691-EAA9-C059-C5ACDA5B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6EBC28-B973-2645-B89A-DAF4906C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8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4F728-7FFA-B4C3-29D0-96208095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1DE975-F64A-BBB6-6485-FFC1B80A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D6987-5724-543F-B6C9-B9CE2ABF6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033AEF-D003-EC9F-8588-E82E837B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47839C-CEAA-5C2F-C621-1D78995E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662440-DCA7-CB4C-5D64-DB316911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73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3E476-2C32-026B-A91A-CCDFD0D9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CBB618-5CE8-4A48-FBE4-8C398D897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69E2F3-E146-47F4-C39C-C3FF86486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53B0A5-A346-C41F-03D6-CA5F06EA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5EA1E0-7EC1-1823-C190-0AC55046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5A88C-C39F-9734-D1BC-4BA2A0E2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2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23A55-566C-428A-C5B3-DC8D8E4E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9608AA-8462-5336-5DFA-B102B60E3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479BC9-132F-918C-4893-1385B47D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930D2-A217-C3A7-3BED-8E428F11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413D1-B739-62C0-61DF-3DD57142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40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4045F2-1458-4F63-F7E3-271FE061B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C65C6D-5CC1-81B7-8110-21305EF8D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71726-85D0-5FAC-15EE-A0194E88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167D0C-609C-8E04-9D61-22A6ECCE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20EA8-91C3-C3EF-5867-E5234017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75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E323F7-FF28-F7DA-0D36-3DFD94D8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3619E0-5BBB-766C-BC73-A0319122A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1831A-CEB8-FDF7-96AC-7AEC15779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6BA9B-8375-4EE4-BD65-1E75AA7D63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4DF74-4268-6787-087F-D0F506804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A6EDB-F5E5-F82C-499D-38DD45F76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E410F-DA8E-4DDD-BAB9-EE4D3A0F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6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mponent_layered-footer-wave" descr="Reusable native component; source page 2">
            <a:extLst>
              <a:ext uri="{FF2B5EF4-FFF2-40B4-BE49-F238E27FC236}">
                <a16:creationId xmlns:a16="http://schemas.microsoft.com/office/drawing/2014/main" id="{23E882FC-8F84-22DC-EC84-C39F83C65DF2}"/>
              </a:ext>
            </a:extLst>
          </p:cNvPr>
          <p:cNvGrpSpPr>
            <a:grpSpLocks noChangeAspect="1"/>
          </p:cNvGrpSpPr>
          <p:nvPr/>
        </p:nvGrpSpPr>
        <p:grpSpPr>
          <a:xfrm>
            <a:off x="1751838" y="4136041"/>
            <a:ext cx="12422124" cy="690944"/>
            <a:chOff x="0" y="8077200"/>
            <a:chExt cx="15925801" cy="885826"/>
          </a:xfrm>
        </p:grpSpPr>
        <p:sp>
          <p:nvSpPr>
            <p:cNvPr id="2" name="wave_deep">
              <a:extLst>
                <a:ext uri="{FF2B5EF4-FFF2-40B4-BE49-F238E27FC236}">
                  <a16:creationId xmlns:a16="http://schemas.microsoft.com/office/drawing/2014/main" id="{CEEBD8B6-6F68-A139-DCC8-2B7F37BFACBA}"/>
                </a:ext>
              </a:extLst>
            </p:cNvPr>
            <p:cNvSpPr/>
            <p:nvPr/>
          </p:nvSpPr>
          <p:spPr>
            <a:xfrm>
              <a:off x="0" y="8362950"/>
              <a:ext cx="15925801" cy="600076"/>
            </a:xfrm>
            <a:custGeom>
              <a:avLst/>
              <a:gdLst/>
              <a:ahLst/>
              <a:cxnLst/>
              <a:rect l="0" t="0" r="0" b="0"/>
              <a:pathLst>
                <a:path w="15925801" h="600076">
                  <a:moveTo>
                    <a:pt x="0" y="0"/>
                  </a:moveTo>
                  <a:cubicBezTo>
                    <a:pt x="4286250" y="352425"/>
                    <a:pt x="10572750" y="342900"/>
                    <a:pt x="15925800" y="104775"/>
                  </a:cubicBezTo>
                  <a:lnTo>
                    <a:pt x="15925800" y="600075"/>
                  </a:lnTo>
                  <a:lnTo>
                    <a:pt x="0" y="60007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76CC5"/>
                </a:gs>
                <a:gs pos="100000">
                  <a:srgbClr val="074C9F"/>
                </a:gs>
              </a:gsLst>
              <a:lin ang="0" scaled="1"/>
              <a:tileRect/>
            </a:gra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wave_bright">
              <a:extLst>
                <a:ext uri="{FF2B5EF4-FFF2-40B4-BE49-F238E27FC236}">
                  <a16:creationId xmlns:a16="http://schemas.microsoft.com/office/drawing/2014/main" id="{93A13B5A-FD9C-AFCC-9EFF-A748C3A69360}"/>
                </a:ext>
              </a:extLst>
            </p:cNvPr>
            <p:cNvSpPr/>
            <p:nvPr/>
          </p:nvSpPr>
          <p:spPr>
            <a:xfrm>
              <a:off x="0" y="8077200"/>
              <a:ext cx="15925801" cy="609601"/>
            </a:xfrm>
            <a:custGeom>
              <a:avLst/>
              <a:gdLst/>
              <a:ahLst/>
              <a:cxnLst/>
              <a:rect l="0" t="0" r="0" b="0"/>
              <a:pathLst>
                <a:path w="15925801" h="609601">
                  <a:moveTo>
                    <a:pt x="0" y="0"/>
                  </a:moveTo>
                  <a:cubicBezTo>
                    <a:pt x="4286250" y="476250"/>
                    <a:pt x="10572750" y="409575"/>
                    <a:pt x="15925800" y="38100"/>
                  </a:cubicBezTo>
                  <a:lnTo>
                    <a:pt x="15925800" y="171450"/>
                  </a:lnTo>
                  <a:cubicBezTo>
                    <a:pt x="10572750" y="571500"/>
                    <a:pt x="4286250" y="609600"/>
                    <a:pt x="0" y="28575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78FEB"/>
                </a:gs>
                <a:gs pos="100000">
                  <a:srgbClr val="057AE8"/>
                </a:gs>
              </a:gsLst>
              <a:lin ang="0" scaled="1"/>
              <a:tileRect/>
            </a:gra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639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2026-10-05T11:24:32Z</dcterms:created>
  <dcterms:modified xsi:type="dcterms:W3CDTF">2026-10-05T11:24:32Z</dcterms:modified>
</cp:coreProperties>
</file>