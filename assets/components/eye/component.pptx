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5925800" cy="896302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4C09D3-5C36-C21B-BE35-E451257363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0725" y="1466866"/>
            <a:ext cx="11944350" cy="3120461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08FF903-8398-EE15-F104-78EA13F437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0725" y="4707664"/>
            <a:ext cx="11944350" cy="216398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AB3824-DA05-627B-16C5-C0472282F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F6414-8E51-4EC9-BBF7-88D6E5F37231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DAD261-2296-3AF5-D0D5-D64BF63D9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396FE0-8ED8-3515-A7E1-61C5E0610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295DC-6331-498A-93D2-526762A758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5574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448A44-84F5-B57A-6436-D38864678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959106-A388-DFA5-7F8A-C066AE028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2189ED-F4C0-40E6-7AE3-FE7F9A3B3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F6414-8E51-4EC9-BBF7-88D6E5F37231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5C84CF-F11C-8818-3C5C-8F049E311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4386F5-DDCF-2CD7-DFE8-EED94C163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295DC-6331-498A-93D2-526762A758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4101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E5AA80-209E-A9B7-FF48-ECF43F8FA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05" y="2234534"/>
            <a:ext cx="13736003" cy="372836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1C77305-7E7F-A2F4-F0D0-DDECF6F3E8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6605" y="5998175"/>
            <a:ext cx="13736003" cy="196066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95CBA5-32A3-BB17-7B43-901720ADB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F6414-8E51-4EC9-BBF7-88D6E5F37231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A383D5-A672-4E2B-F93C-19062E1C6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1292C7-2E21-EE2D-7187-EC4E40BAF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295DC-6331-498A-93D2-526762A758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9987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347387-43DB-AD48-B3FA-6867AE399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1DD80C-2C83-37E1-B7B5-36AF541DB9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4900" y="2385990"/>
            <a:ext cx="6768465" cy="568695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D394D45-0ADB-6452-C130-17929A9093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62437" y="2385990"/>
            <a:ext cx="6768465" cy="568695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2B6BEB8-DBC1-15A0-2C9C-6EA26270D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F6414-8E51-4EC9-BBF7-88D6E5F37231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998027F-F9A1-122C-FEB2-10AB45E6A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3ED1C8-0BEB-641D-90AC-2F6551D12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295DC-6331-498A-93D2-526762A758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3641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3B5635-AB9D-D9A0-046C-6F8B55244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73" y="477200"/>
            <a:ext cx="13736003" cy="17324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4F49DFB-447C-09FC-882A-F258F556AD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6975" y="2197187"/>
            <a:ext cx="6737359" cy="107680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B72BD6E-2A8A-3851-5014-FCFBD9E086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6975" y="3273994"/>
            <a:ext cx="6737359" cy="48155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0DD05B6-7631-8CBE-5729-8320DCBF68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062437" y="2197187"/>
            <a:ext cx="6770539" cy="107680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45FF63F-AEFD-5336-C487-A4CD06F146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062437" y="3273994"/>
            <a:ext cx="6770539" cy="48155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277839-80BB-C35E-31BF-266582A9A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F6414-8E51-4EC9-BBF7-88D6E5F37231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89A7B95-59D2-C9B1-2D98-29B1B4E9B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EDB7333-0A18-DAFD-9E2D-AF1C63668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295DC-6331-498A-93D2-526762A758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1120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509A18-74A3-3507-1927-79E5DDB8F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3036384-6EDA-AA9A-36BD-F5964D1C3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F6414-8E51-4EC9-BBF7-88D6E5F37231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E6A0938-433E-5B89-EBB2-081B8AA3A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EB2CF5C-C4ED-B48F-24B7-665C887DC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295DC-6331-498A-93D2-526762A758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3259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714EB3B-F985-BDDE-47DE-CD2B385AE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F6414-8E51-4EC9-BBF7-88D6E5F37231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2BEE1C2-F9C9-2F46-36B6-62393F24E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10CC770-C207-AC1D-0CDB-2615C7E52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295DC-6331-498A-93D2-526762A758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3627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961707-D23D-69A3-AAFC-8C4DC82AC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75" y="597535"/>
            <a:ext cx="5136485" cy="209137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7F6613-1773-09A4-D6A7-B8651BEDA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0539" y="1290512"/>
            <a:ext cx="8062436" cy="63695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18351FA-E999-63B4-DC79-65511FB3DD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6975" y="2688907"/>
            <a:ext cx="5136485" cy="498153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980B151-5803-2452-8B77-D1EDE00DC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F6414-8E51-4EC9-BBF7-88D6E5F37231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739121-6DF8-5468-8F06-AF0389917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1B38BF8-646D-3205-037B-8285BEB69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295DC-6331-498A-93D2-526762A758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5287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09E1DF-756A-1FE4-E4D0-51B1D4E67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75" y="597535"/>
            <a:ext cx="5136485" cy="209137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4DB882C-254A-685A-6554-68618BBA7F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70539" y="1290512"/>
            <a:ext cx="8062436" cy="63695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7498909-3501-76FB-B39E-FEF531648D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6975" y="2688907"/>
            <a:ext cx="5136485" cy="498153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1B1CFD0-7BC3-8D15-1997-CFDDBB5CA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F6414-8E51-4EC9-BBF7-88D6E5F37231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892E68-9572-09A5-A5AB-A433C3B24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B470C6B-1DC4-61D6-9C32-F08BB573D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295DC-6331-498A-93D2-526762A758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5973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A018E6-413E-6825-84A2-6C288FD32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1CA80E-F0AB-43A3-A434-2209219D83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BB06A0-5953-2600-2B08-7D1030F7F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F6414-8E51-4EC9-BBF7-88D6E5F37231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6D2FDB-D52F-0485-0AE6-AABB9E0BA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17D51D-FDE8-5CDE-056E-BFC1BEE48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295DC-6331-498A-93D2-526762A758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3863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85E6A46-849F-72D3-B12B-9DD6989653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396901" y="477198"/>
            <a:ext cx="3434001" cy="759574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7E069CF-2291-D52A-C25B-4243CAF557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94900" y="477198"/>
            <a:ext cx="10102929" cy="759574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07ADAC-3B1B-681F-4A78-DEC7797F0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F6414-8E51-4EC9-BBF7-88D6E5F37231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FA34BA-DDB3-47B9-31C7-8B264AAB4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333B84-196B-E8FD-BC6C-49A8C1623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295DC-6331-498A-93D2-526762A758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7344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BC5887F-B27F-DCC4-A1A1-C45C2A14E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899" y="477200"/>
            <a:ext cx="13736003" cy="17324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4B9A20E-09BA-B083-A925-1AD2AC01A8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4899" y="2385990"/>
            <a:ext cx="13736003" cy="5686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38D952-0CC7-72E4-A1E1-7F69406955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4900" y="8307398"/>
            <a:ext cx="3583305" cy="4771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1F6414-8E51-4EC9-BBF7-88D6E5F37231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8CBB2F-3D79-E06D-6F35-B68F325129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75421" y="8307398"/>
            <a:ext cx="5374958" cy="4771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17AD8B-3A70-8C2B-0CA3-CC25C98C59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47597" y="8307398"/>
            <a:ext cx="3583305" cy="4771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D295DC-6331-498A-93D2-526762A758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6303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omponent_eye" descr="Reusable native component; source page 3">
            <a:extLst>
              <a:ext uri="{FF2B5EF4-FFF2-40B4-BE49-F238E27FC236}">
                <a16:creationId xmlns:a16="http://schemas.microsoft.com/office/drawing/2014/main" id="{AFC6059A-4553-8195-4C06-B3548A54CB6B}"/>
              </a:ext>
            </a:extLst>
          </p:cNvPr>
          <p:cNvGrpSpPr>
            <a:grpSpLocks noChangeAspect="1"/>
          </p:cNvGrpSpPr>
          <p:nvPr/>
        </p:nvGrpSpPr>
        <p:grpSpPr>
          <a:xfrm>
            <a:off x="4527074" y="1568529"/>
            <a:ext cx="6871651" cy="5825966"/>
            <a:chOff x="4654296" y="2377440"/>
            <a:chExt cx="1016509" cy="861823"/>
          </a:xfrm>
        </p:grpSpPr>
        <p:sp>
          <p:nvSpPr>
            <p:cNvPr id="3" name="dr_eye_part_0">
              <a:extLst>
                <a:ext uri="{FF2B5EF4-FFF2-40B4-BE49-F238E27FC236}">
                  <a16:creationId xmlns:a16="http://schemas.microsoft.com/office/drawing/2014/main" id="{67A5C715-CAE7-A688-6930-BCAA3BD949AA}"/>
                </a:ext>
              </a:extLst>
            </p:cNvPr>
            <p:cNvSpPr/>
            <p:nvPr/>
          </p:nvSpPr>
          <p:spPr>
            <a:xfrm>
              <a:off x="4654296" y="2377440"/>
              <a:ext cx="1016509" cy="861823"/>
            </a:xfrm>
            <a:custGeom>
              <a:avLst/>
              <a:gdLst/>
              <a:ahLst/>
              <a:cxnLst/>
              <a:rect l="0" t="0" r="0" b="0"/>
              <a:pathLst>
                <a:path w="1016509" h="861823">
                  <a:moveTo>
                    <a:pt x="0" y="441960"/>
                  </a:moveTo>
                  <a:cubicBezTo>
                    <a:pt x="220980" y="77343"/>
                    <a:pt x="729234" y="0"/>
                    <a:pt x="1016508" y="441960"/>
                  </a:cubicBezTo>
                  <a:cubicBezTo>
                    <a:pt x="729234" y="839724"/>
                    <a:pt x="243078" y="861822"/>
                    <a:pt x="0" y="441960"/>
                  </a:cubicBezTo>
                  <a:close/>
                </a:path>
              </a:pathLst>
            </a:custGeom>
            <a:noFill/>
            <a:ln w="44196">
              <a:solidFill>
                <a:srgbClr val="064A9D"/>
              </a:solidFill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dr_eye_part_1">
              <a:extLst>
                <a:ext uri="{FF2B5EF4-FFF2-40B4-BE49-F238E27FC236}">
                  <a16:creationId xmlns:a16="http://schemas.microsoft.com/office/drawing/2014/main" id="{2BD2329C-0D0F-DA77-4984-530100D7DBC7}"/>
                </a:ext>
              </a:extLst>
            </p:cNvPr>
            <p:cNvSpPr/>
            <p:nvPr/>
          </p:nvSpPr>
          <p:spPr>
            <a:xfrm>
              <a:off x="4985766" y="2609469"/>
              <a:ext cx="364617" cy="419862"/>
            </a:xfrm>
            <a:prstGeom prst="ellipse">
              <a:avLst/>
            </a:prstGeom>
            <a:noFill/>
            <a:ln w="66294">
              <a:solidFill>
                <a:srgbClr val="064A9D"/>
              </a:solidFill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33145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wentao liu</dc:creator>
  <cp:lastModifiedBy>wentao liu</cp:lastModifiedBy>
  <cp:revision>1</cp:revision>
  <dcterms:created xsi:type="dcterms:W3CDTF">2026-10-05T11:24:36Z</dcterms:created>
  <dcterms:modified xsi:type="dcterms:W3CDTF">2026-10-05T11:24:36Z</dcterms:modified>
</cp:coreProperties>
</file>