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C45FE-57C4-F983-82F3-BE9C026C9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452C3C-02FA-C144-1A0C-30638705F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8A08A-A3C0-B982-85C5-F7396BC9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8A052-EC95-FD41-AC65-42E4C482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34E8B5-24FB-ED6C-201C-CB884460F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794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23AFF-4E6E-9FF2-0892-ADF0D0E9D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D69FA-75A6-3D36-87BD-B552E2D78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BF23CE-DE50-1196-2F35-B92DE6C5F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825C66-5D3E-F099-7154-7B33FDDF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5BC55E-090A-7834-F41A-B6D10B15C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194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AF15D-4B24-FB6D-2D84-7AA4BE00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C9AB79-BD24-7217-C0EC-BC0B5E289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F7DEB3-430A-2453-E0D3-78A147E2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ABED69-1F21-A333-08DC-4C3A14C0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F9235E-5DAA-B862-7A96-6AC43F73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18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ECFDE-7A02-7A39-54A7-9068157BD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7DFB8F-7D88-0662-ACB0-72484B9F4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6DC532-1269-0679-A273-F75EF993D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13C223-E23A-C169-A0E9-80B0DA267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84D612-FD65-CDDB-0967-61DEEDCF5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92FF02-6899-A9AD-5E78-55EDD621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11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25D5C-EE92-3013-35F6-9D81A83A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787C6D-CD3F-762A-6736-ED6C7427B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D888C8-17EB-BCB2-7A0A-73AA94F37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F2A26A-4971-4FA6-9998-A1C59565A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BFEDAF-4F4E-5C7B-F185-C7CCD826A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8736D2-95EB-6EE1-0A82-4A405BB3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7AAE65-26FC-DF75-1D17-CA2D3534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5017DE-242F-7C5A-319E-0A033132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75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3C11E-1231-E0AF-B244-DBFC71DB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E2B8A4-1453-9FCB-FFE1-A026F427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31036B-7EF8-2170-8126-EFBAAF64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EE9599-7532-619F-192F-E2CF19B0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91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E7FDFD-01C0-7A79-56B8-4A7EF626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452570-D989-9F98-886D-973F22EB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59D69F-EEF7-FC4F-198A-1179C837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86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DC0E3-501A-CAA7-7857-303924DB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5C1133-610D-ECAD-C316-B54DCECF2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4C740C-88CF-ABE0-10A7-7FB14A5DE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56C7D9-C1DB-18CE-C321-E5CA1DED1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F2DE5C-AFC6-84CF-5444-648B8926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7DF691-AF04-EF9F-814E-07DF46E7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55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07CCF-6C4A-1A99-7179-61AA5B97F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7366DC-BE5B-3B37-B884-EC9673838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03A62E-EC33-4371-F7FB-D25AE5D55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6DA966-41DB-1B41-99C3-C1328615B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E09882-CD8F-58B7-A065-37EF889C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D27B4F-82B6-497D-28BB-4931478A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818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DB641-DED9-09A3-2E9C-FCCCA45F2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D61984-60AB-E5D2-BDA1-76DEB03D5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B020BC-7331-615A-3A4F-0CF6A8986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F237D-19CF-6731-0D0E-12FC5D17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DFA2CA-B3EB-5F1D-13EA-2F00307B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89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08853C-A389-77D1-717F-83B9C60CF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05F59C-9306-1F14-85D3-C28E23D52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C03165-74B3-866D-C361-0D67237F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2F9F17-4A11-3019-A707-714813B8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E8A89F-0A35-0C56-A9D3-2720B3F9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71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9B4139-5ECC-BDD6-24F4-33F87BD6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41069C-2791-9BEA-B8EE-A462E6315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E9AA71-6154-FA82-92EE-33D486576E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039F3-824D-496C-86D4-E8BC4CF57713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36E022-6880-877D-467F-DAEDCEAFC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2858E7-E8FD-8CBC-DB78-FBCB72D28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F7D09-251B-45E8-A04C-A234B9183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08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component_conclusion-band" descr="Reusable native component; source page 19">
            <a:extLst>
              <a:ext uri="{FF2B5EF4-FFF2-40B4-BE49-F238E27FC236}">
                <a16:creationId xmlns:a16="http://schemas.microsoft.com/office/drawing/2014/main" id="{6F4D35DF-BD7D-56C5-3BF6-436FCBF1EB60}"/>
              </a:ext>
            </a:extLst>
          </p:cNvPr>
          <p:cNvGrpSpPr>
            <a:grpSpLocks noChangeAspect="1"/>
          </p:cNvGrpSpPr>
          <p:nvPr/>
        </p:nvGrpSpPr>
        <p:grpSpPr>
          <a:xfrm>
            <a:off x="1751838" y="4104132"/>
            <a:ext cx="12422124" cy="754762"/>
            <a:chOff x="428625" y="7353300"/>
            <a:chExt cx="15049500" cy="914400"/>
          </a:xfrm>
        </p:grpSpPr>
        <p:sp>
          <p:nvSpPr>
            <p:cNvPr id="2" name="summary_bg">
              <a:extLst>
                <a:ext uri="{FF2B5EF4-FFF2-40B4-BE49-F238E27FC236}">
                  <a16:creationId xmlns:a16="http://schemas.microsoft.com/office/drawing/2014/main" id="{B8B99F68-D470-0383-DC49-FB344FA53133}"/>
                </a:ext>
              </a:extLst>
            </p:cNvPr>
            <p:cNvSpPr>
              <a:spLocks/>
            </p:cNvSpPr>
            <p:nvPr/>
          </p:nvSpPr>
          <p:spPr>
            <a:xfrm>
              <a:off x="428625" y="7353300"/>
              <a:ext cx="15049500" cy="914400"/>
            </a:xfrm>
            <a:prstGeom prst="roundRect">
              <a:avLst>
                <a:gd name="adj" fmla="val 12500"/>
              </a:avLst>
            </a:prstGeom>
            <a:gradFill flip="none" rotWithShape="1">
              <a:gsLst>
                <a:gs pos="0">
                  <a:srgbClr val="EFF9FE"/>
                </a:gs>
                <a:gs pos="100000">
                  <a:srgbClr val="DFF2FC"/>
                </a:gs>
              </a:gsLst>
              <a:lin ang="5400000" scaled="1"/>
              <a:tileRect/>
            </a:gradFill>
            <a:ln w="0">
              <a:noFill/>
            </a:ln>
          </p:spPr>
        </p:sp>
        <p:grpSp>
          <p:nvGrpSpPr>
            <p:cNvPr id="3" name="icon_summary_icon" descr="原生矢量组件，可取消组合编辑各个形状">
              <a:extLst>
                <a:ext uri="{FF2B5EF4-FFF2-40B4-BE49-F238E27FC236}">
                  <a16:creationId xmlns:a16="http://schemas.microsoft.com/office/drawing/2014/main" id="{BF5D8008-382B-3951-FCFC-175836F11C6F}"/>
                </a:ext>
              </a:extLst>
            </p:cNvPr>
            <p:cNvGrpSpPr/>
            <p:nvPr/>
          </p:nvGrpSpPr>
          <p:grpSpPr>
            <a:xfrm>
              <a:off x="731520" y="7553325"/>
              <a:ext cx="497206" cy="445770"/>
              <a:chOff x="731520" y="7553325"/>
              <a:chExt cx="497206" cy="445770"/>
            </a:xfrm>
          </p:grpSpPr>
          <p:sp>
            <p:nvSpPr>
              <p:cNvPr id="4" name="summary_icon_part_0">
                <a:extLst>
                  <a:ext uri="{FF2B5EF4-FFF2-40B4-BE49-F238E27FC236}">
                    <a16:creationId xmlns:a16="http://schemas.microsoft.com/office/drawing/2014/main" id="{ABB3DD66-DF34-2004-5257-108698267440}"/>
                  </a:ext>
                </a:extLst>
              </p:cNvPr>
              <p:cNvSpPr/>
              <p:nvPr/>
            </p:nvSpPr>
            <p:spPr>
              <a:xfrm>
                <a:off x="731520" y="7599045"/>
                <a:ext cx="400050" cy="400050"/>
              </a:xfrm>
              <a:prstGeom prst="ellipse">
                <a:avLst/>
              </a:prstGeom>
              <a:noFill/>
              <a:ln w="22860">
                <a:solidFill>
                  <a:srgbClr val="064A9D"/>
                </a:solidFill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summary_icon_part_1">
                <a:extLst>
                  <a:ext uri="{FF2B5EF4-FFF2-40B4-BE49-F238E27FC236}">
                    <a16:creationId xmlns:a16="http://schemas.microsoft.com/office/drawing/2014/main" id="{DB27B04D-F2DD-15F5-FDB7-01EBEAFB0ED6}"/>
                  </a:ext>
                </a:extLst>
              </p:cNvPr>
              <p:cNvSpPr/>
              <p:nvPr/>
            </p:nvSpPr>
            <p:spPr>
              <a:xfrm>
                <a:off x="800100" y="7667625"/>
                <a:ext cx="262890" cy="262890"/>
              </a:xfrm>
              <a:prstGeom prst="ellipse">
                <a:avLst/>
              </a:prstGeom>
              <a:noFill/>
              <a:ln w="22860">
                <a:solidFill>
                  <a:srgbClr val="064A9D"/>
                </a:solidFill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summary_icon_part_2">
                <a:extLst>
                  <a:ext uri="{FF2B5EF4-FFF2-40B4-BE49-F238E27FC236}">
                    <a16:creationId xmlns:a16="http://schemas.microsoft.com/office/drawing/2014/main" id="{7EE3EFE3-178A-96AC-98B8-5D50C62C6C42}"/>
                  </a:ext>
                </a:extLst>
              </p:cNvPr>
              <p:cNvSpPr/>
              <p:nvPr/>
            </p:nvSpPr>
            <p:spPr>
              <a:xfrm>
                <a:off x="868680" y="7736205"/>
                <a:ext cx="125730" cy="125731"/>
              </a:xfrm>
              <a:prstGeom prst="ellipse">
                <a:avLst/>
              </a:prstGeom>
              <a:noFill/>
              <a:ln w="22860">
                <a:solidFill>
                  <a:srgbClr val="064A9D"/>
                </a:solidFill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" name="summary_icon_part_3">
                <a:extLst>
                  <a:ext uri="{FF2B5EF4-FFF2-40B4-BE49-F238E27FC236}">
                    <a16:creationId xmlns:a16="http://schemas.microsoft.com/office/drawing/2014/main" id="{721978F2-787C-D793-F484-224C1F9788E3}"/>
                  </a:ext>
                </a:extLst>
              </p:cNvPr>
              <p:cNvCxnSpPr/>
              <p:nvPr/>
            </p:nvCxnSpPr>
            <p:spPr>
              <a:xfrm flipV="1">
                <a:off x="937260" y="7576185"/>
                <a:ext cx="245745" cy="228600"/>
              </a:xfrm>
              <a:prstGeom prst="line">
                <a:avLst/>
              </a:prstGeom>
              <a:ln w="40005">
                <a:solidFill>
                  <a:srgbClr val="064A9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summary_icon_part_4">
                <a:extLst>
                  <a:ext uri="{FF2B5EF4-FFF2-40B4-BE49-F238E27FC236}">
                    <a16:creationId xmlns:a16="http://schemas.microsoft.com/office/drawing/2014/main" id="{642C74F6-1D06-AEE6-0FBB-0B133B910D7F}"/>
                  </a:ext>
                </a:extLst>
              </p:cNvPr>
              <p:cNvSpPr/>
              <p:nvPr/>
            </p:nvSpPr>
            <p:spPr>
              <a:xfrm>
                <a:off x="1131570" y="7553325"/>
                <a:ext cx="97156" cy="80011"/>
              </a:xfrm>
              <a:custGeom>
                <a:avLst/>
                <a:gdLst/>
                <a:ahLst/>
                <a:cxnLst/>
                <a:rect l="0" t="0" r="0" b="0"/>
                <a:pathLst>
                  <a:path w="97156" h="80011">
                    <a:moveTo>
                      <a:pt x="0" y="0"/>
                    </a:moveTo>
                    <a:lnTo>
                      <a:pt x="11430" y="80010"/>
                    </a:lnTo>
                    <a:lnTo>
                      <a:pt x="97155" y="80010"/>
                    </a:lnTo>
                    <a:lnTo>
                      <a:pt x="62865" y="17145"/>
                    </a:lnTo>
                    <a:close/>
                  </a:path>
                </a:pathLst>
              </a:custGeom>
              <a:solidFill>
                <a:srgbClr val="064A9D"/>
              </a:solidFill>
              <a:ln w="19050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accent1">
                        <a:shade val="15000"/>
                      </a:schemeClr>
                    </a:solidFill>
                    <a:prstDash val="solid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9" name="summary_divider">
              <a:extLst>
                <a:ext uri="{FF2B5EF4-FFF2-40B4-BE49-F238E27FC236}">
                  <a16:creationId xmlns:a16="http://schemas.microsoft.com/office/drawing/2014/main" id="{5839C0CC-B0F2-C050-11BE-0085E4813B2A}"/>
                </a:ext>
              </a:extLst>
            </p:cNvPr>
            <p:cNvCxnSpPr/>
            <p:nvPr/>
          </p:nvCxnSpPr>
          <p:spPr>
            <a:xfrm>
              <a:off x="1971675" y="7543800"/>
              <a:ext cx="0" cy="533400"/>
            </a:xfrm>
            <a:prstGeom prst="line">
              <a:avLst/>
            </a:prstGeom>
            <a:ln w="14288">
              <a:solidFill>
                <a:srgbClr val="73B5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summary_text">
              <a:extLst>
                <a:ext uri="{FF2B5EF4-FFF2-40B4-BE49-F238E27FC236}">
                  <a16:creationId xmlns:a16="http://schemas.microsoft.com/office/drawing/2014/main" id="{10AF2E8A-48F6-459D-C7FF-D20BA5B64A9C}"/>
                </a:ext>
              </a:extLst>
            </p:cNvPr>
            <p:cNvSpPr>
              <a:spLocks/>
            </p:cNvSpPr>
            <p:nvPr/>
          </p:nvSpPr>
          <p:spPr>
            <a:xfrm>
              <a:off x="2333625" y="7486650"/>
              <a:ext cx="12858750" cy="647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本页核心结论</a:t>
              </a:r>
              <a:endParaRPr sz="24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0618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2026-10-05T11:24:33Z</dcterms:created>
  <dcterms:modified xsi:type="dcterms:W3CDTF">2026-10-05T11:24:33Z</dcterms:modified>
</cp:coreProperties>
</file>