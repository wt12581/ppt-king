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7108B9-15D0-F9AF-5BB4-401C04113D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0725" y="1466866"/>
            <a:ext cx="11944350" cy="312046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14C95D-EE7F-9C11-EA58-188A91A1B6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0725" y="4707664"/>
            <a:ext cx="11944350" cy="216398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5AC5B7-E64D-4F45-5114-CA57A862D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0EAD0-70E3-4F15-942C-F07DDC4F876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55F4F-C5A1-2C56-188F-D4CC2DC3D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B3703C-B0C2-FE52-1C1A-0B535E88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813A-9F2A-49CE-B6A5-12A72CA464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026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DC1286-5412-C069-480E-6352F8248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FC1478-2A24-6320-8706-7C3C08788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072B00-A33F-6639-2EB8-77421977D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0EAD0-70E3-4F15-942C-F07DDC4F876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1500B4-34E2-2A30-259F-30C57686C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5E204D-480A-F5C9-F65D-69E5DA45C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813A-9F2A-49CE-B6A5-12A72CA464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742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7C9260-CE84-351A-07D0-0A5F98D39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05" y="2234534"/>
            <a:ext cx="13736003" cy="372836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86C905-CEB5-D252-8CAD-816069570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6605" y="5998175"/>
            <a:ext cx="13736003" cy="196066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5BCEC0-3D0B-40C1-A958-42FF70324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0EAD0-70E3-4F15-942C-F07DDC4F876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D3DE9D-AF8E-B2DD-4E59-211521DB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AEF240-59DF-1C20-14AA-8DD2374F1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813A-9F2A-49CE-B6A5-12A72CA464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332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2BB423-5E36-A661-CFE7-566DF2CCF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BAD561-F242-E76C-DA8E-A24DEBC13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4900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B08EB2-5962-B1B9-22BF-E10032ABC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62437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A9E2C5-A4B5-E281-50CA-C7C48E228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0EAD0-70E3-4F15-942C-F07DDC4F876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5D3CCA-4BF1-7FC5-C6D2-E72DF7A13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0BD85C-5F9A-FD72-3ACF-1B025B11D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813A-9F2A-49CE-B6A5-12A72CA464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0356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A3967F-89BB-FE2E-B612-53D503AB1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3" y="477200"/>
            <a:ext cx="13736003" cy="17324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83EC55-CB8D-6387-0BE8-0BF644B83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6975" y="2197187"/>
            <a:ext cx="673735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387880-941B-603B-6406-D90DD4F56A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75" y="3273994"/>
            <a:ext cx="673735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A1310D-BBC1-9333-65BC-B547F4F260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62437" y="2197187"/>
            <a:ext cx="677053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141268B-E85D-8C3D-CE52-5250D86F94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62437" y="3273994"/>
            <a:ext cx="677053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981857A-A07E-B09C-B801-45D8A3BF9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0EAD0-70E3-4F15-942C-F07DDC4F876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C5FE219-1AC1-97BD-B4F9-C30A9D829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A8A2DAD-9F51-BA91-EDDC-2883224AA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813A-9F2A-49CE-B6A5-12A72CA464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6005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4A686F-9414-4C81-2C47-856BD2BFB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D957B82-F4D2-5D52-56C2-35544CD80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0EAD0-70E3-4F15-942C-F07DDC4F876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43DF3B-01E8-1AC5-5F3C-1A1CC6F3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FDA5D4-DCA9-3F29-AC0A-1E62D057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813A-9F2A-49CE-B6A5-12A72CA464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345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4CE5174-C2AF-E3B1-5995-CC0AED94C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0EAD0-70E3-4F15-942C-F07DDC4F876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AC65B5-E490-DC7B-D5E8-BF280822E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7F0754-45B4-4B16-45A9-0FCF0E8B7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813A-9F2A-49CE-B6A5-12A72CA464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98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4C0B44-99E8-C4CB-14D5-ADEE35124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192024-B44B-2544-5541-845D46024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D5916C-AB4C-C15E-256E-D1E8B1563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FB5FB6-B238-2D4A-3231-52F17BE1A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0EAD0-70E3-4F15-942C-F07DDC4F876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505A2C-F18A-9ED2-BC8F-AF3DA31B4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8E7162-DC00-BD1F-146D-2565B6CE6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813A-9F2A-49CE-B6A5-12A72CA464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766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3ED7C6-70B7-7FCD-BA96-7D9B9BD99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11211F2-C2EF-4352-8D7E-B9BA55629C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9ACCFF-AF73-C231-A574-CA59B9E48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EC0198-7D07-7F3F-D122-C086CA870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0EAD0-70E3-4F15-942C-F07DDC4F876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C6D54B-9074-D1C8-DBD8-2FC642EAA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669867-7DE6-AD5B-8FC0-C140D9E9E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813A-9F2A-49CE-B6A5-12A72CA464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206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C7FD11-AA58-58F4-B99D-86ABBC25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40183F-9DCC-F37A-A080-06500E726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6E647A-F821-CA25-19C4-602CB27A9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0EAD0-70E3-4F15-942C-F07DDC4F876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E747C3-6CF3-C2E0-51FC-DF7D80043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2DF67-3235-8372-FEDE-83E863D95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813A-9F2A-49CE-B6A5-12A72CA464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913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FF9A94B-2F02-FDC1-62EC-A4645A2CF7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396901" y="477198"/>
            <a:ext cx="3434001" cy="75957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01A397-FB12-4145-E1A2-A394754A4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94900" y="477198"/>
            <a:ext cx="10102929" cy="75957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A2BBB0-F989-6E8B-3564-45ED08883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0EAD0-70E3-4F15-942C-F07DDC4F876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CD3EF1-F916-97AF-EB5B-5E1818D9C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53053A-5E55-9C17-EED7-73715E44D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813A-9F2A-49CE-B6A5-12A72CA464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830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4EBC69-708B-0209-A2FD-AAB892463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899" y="477200"/>
            <a:ext cx="13736003" cy="1732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27185D-A05B-A40D-D5B6-7C36E3729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4899" y="2385990"/>
            <a:ext cx="13736003" cy="5686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868514-2329-6C12-76ED-0064B1E0BF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4900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20EAD0-70E3-4F15-942C-F07DDC4F876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D61541-0328-A953-82E7-FD22B01D12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75421" y="8307398"/>
            <a:ext cx="5374958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4B3EC7-10F3-6530-82FB-ABD83825F0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597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44813A-9F2A-49CE-B6A5-12A72CA464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021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component_feature-stack" descr="Reusable native component; source page 13">
            <a:extLst>
              <a:ext uri="{FF2B5EF4-FFF2-40B4-BE49-F238E27FC236}">
                <a16:creationId xmlns:a16="http://schemas.microsoft.com/office/drawing/2014/main" id="{A945314C-B7CA-0EA7-F7B4-D3AACA08252E}"/>
              </a:ext>
            </a:extLst>
          </p:cNvPr>
          <p:cNvGrpSpPr>
            <a:grpSpLocks noChangeAspect="1"/>
          </p:cNvGrpSpPr>
          <p:nvPr/>
        </p:nvGrpSpPr>
        <p:grpSpPr>
          <a:xfrm>
            <a:off x="5010013" y="1568529"/>
            <a:ext cx="5905774" cy="5825966"/>
            <a:chOff x="10001250" y="3009900"/>
            <a:chExt cx="1409701" cy="1390651"/>
          </a:xfrm>
        </p:grpSpPr>
        <p:grpSp>
          <p:nvGrpSpPr>
            <p:cNvPr id="2" name="module_full_res_2" descr="原生组件；背景、立体面和文字为独立子对象，可取消组合分别编辑">
              <a:extLst>
                <a:ext uri="{FF2B5EF4-FFF2-40B4-BE49-F238E27FC236}">
                  <a16:creationId xmlns:a16="http://schemas.microsoft.com/office/drawing/2014/main" id="{10B828C4-02C5-5B89-01C8-ACA425D24491}"/>
                </a:ext>
              </a:extLst>
            </p:cNvPr>
            <p:cNvGrpSpPr/>
            <p:nvPr/>
          </p:nvGrpSpPr>
          <p:grpSpPr>
            <a:xfrm>
              <a:off x="10172700" y="3009900"/>
              <a:ext cx="1238251" cy="1295401"/>
              <a:chOff x="10172700" y="3009900"/>
              <a:chExt cx="1238251" cy="1295401"/>
            </a:xfrm>
          </p:grpSpPr>
          <p:sp>
            <p:nvSpPr>
              <p:cNvPr id="3" name="full_res_2_bg">
                <a:extLst>
                  <a:ext uri="{FF2B5EF4-FFF2-40B4-BE49-F238E27FC236}">
                    <a16:creationId xmlns:a16="http://schemas.microsoft.com/office/drawing/2014/main" id="{65CD2B64-B353-67B6-3838-29E56A1CE82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172700" y="3181350"/>
                <a:ext cx="1066800" cy="1123950"/>
              </a:xfrm>
              <a:prstGeom prst="rect">
                <a:avLst/>
              </a:prstGeom>
              <a:gradFill flip="none" rotWithShape="1">
                <a:gsLst>
                  <a:gs pos="0">
                    <a:srgbClr val="82BFF7"/>
                  </a:gs>
                  <a:gs pos="100000">
                    <a:srgbClr val="327EC2"/>
                  </a:gs>
                </a:gsLst>
                <a:lin ang="5400000" scaled="1"/>
                <a:tileRect/>
              </a:gradFill>
              <a:ln w="12383">
                <a:solidFill>
                  <a:srgbClr val="1C5A9A"/>
                </a:solidFill>
              </a:ln>
            </p:spPr>
          </p:sp>
          <p:sp>
            <p:nvSpPr>
              <p:cNvPr id="4" name="full_res_2_out">
                <a:extLst>
                  <a:ext uri="{FF2B5EF4-FFF2-40B4-BE49-F238E27FC236}">
                    <a16:creationId xmlns:a16="http://schemas.microsoft.com/office/drawing/2014/main" id="{D2FB9E58-2595-4BD2-4DD7-6DA5216D1DE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391900" y="3733800"/>
                <a:ext cx="19050" cy="19050"/>
              </a:xfrm>
              <a:prstGeom prst="rect">
                <a:avLst/>
              </a:prstGeom>
              <a:noFill/>
              <a:ln w="0">
                <a:noFill/>
              </a:ln>
            </p:spPr>
          </p:sp>
          <p:sp>
            <p:nvSpPr>
              <p:cNvPr id="5" name="full_res_2_top">
                <a:extLst>
                  <a:ext uri="{FF2B5EF4-FFF2-40B4-BE49-F238E27FC236}">
                    <a16:creationId xmlns:a16="http://schemas.microsoft.com/office/drawing/2014/main" id="{47EA99FB-181D-9A4A-FB09-5B6C92B5079A}"/>
                  </a:ext>
                </a:extLst>
              </p:cNvPr>
              <p:cNvSpPr/>
              <p:nvPr/>
            </p:nvSpPr>
            <p:spPr>
              <a:xfrm>
                <a:off x="10172700" y="3009900"/>
                <a:ext cx="1238251" cy="171451"/>
              </a:xfrm>
              <a:custGeom>
                <a:avLst/>
                <a:gdLst/>
                <a:ahLst/>
                <a:cxnLst/>
                <a:rect l="0" t="0" r="0" b="0"/>
                <a:pathLst>
                  <a:path w="1238251" h="171451">
                    <a:moveTo>
                      <a:pt x="0" y="171450"/>
                    </a:moveTo>
                    <a:lnTo>
                      <a:pt x="171450" y="0"/>
                    </a:lnTo>
                    <a:lnTo>
                      <a:pt x="1238250" y="0"/>
                    </a:lnTo>
                    <a:lnTo>
                      <a:pt x="1066800" y="171450"/>
                    </a:lnTo>
                    <a:close/>
                  </a:path>
                </a:pathLst>
              </a:custGeom>
              <a:solidFill>
                <a:srgbClr val="82BFF7"/>
              </a:solidFill>
              <a:ln w="11430">
                <a:solidFill>
                  <a:srgbClr val="1C5A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full_res_2_side">
                <a:extLst>
                  <a:ext uri="{FF2B5EF4-FFF2-40B4-BE49-F238E27FC236}">
                    <a16:creationId xmlns:a16="http://schemas.microsoft.com/office/drawing/2014/main" id="{AF58F351-6785-9534-0437-9F13BFBCF52A}"/>
                  </a:ext>
                </a:extLst>
              </p:cNvPr>
              <p:cNvSpPr/>
              <p:nvPr/>
            </p:nvSpPr>
            <p:spPr>
              <a:xfrm>
                <a:off x="11239500" y="3009900"/>
                <a:ext cx="171451" cy="1295401"/>
              </a:xfrm>
              <a:custGeom>
                <a:avLst/>
                <a:gdLst/>
                <a:ahLst/>
                <a:cxnLst/>
                <a:rect l="0" t="0" r="0" b="0"/>
                <a:pathLst>
                  <a:path w="171451" h="1295401">
                    <a:moveTo>
                      <a:pt x="0" y="171450"/>
                    </a:moveTo>
                    <a:lnTo>
                      <a:pt x="171450" y="0"/>
                    </a:lnTo>
                    <a:lnTo>
                      <a:pt x="171450" y="1123950"/>
                    </a:lnTo>
                    <a:lnTo>
                      <a:pt x="0" y="1295400"/>
                    </a:lnTo>
                    <a:close/>
                  </a:path>
                </a:pathLst>
              </a:custGeom>
              <a:solidFill>
                <a:srgbClr val="1C5A9A"/>
              </a:solidFill>
              <a:ln w="11430">
                <a:solidFill>
                  <a:srgbClr val="1C5A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" name="module_full_res_1" descr="原生组件；背景、立体面和文字为独立子对象，可取消组合分别编辑">
              <a:extLst>
                <a:ext uri="{FF2B5EF4-FFF2-40B4-BE49-F238E27FC236}">
                  <a16:creationId xmlns:a16="http://schemas.microsoft.com/office/drawing/2014/main" id="{585B25D8-E08E-32B9-595A-E4E4CD02F704}"/>
                </a:ext>
              </a:extLst>
            </p:cNvPr>
            <p:cNvGrpSpPr/>
            <p:nvPr/>
          </p:nvGrpSpPr>
          <p:grpSpPr>
            <a:xfrm>
              <a:off x="10086975" y="3057525"/>
              <a:ext cx="1238251" cy="1295401"/>
              <a:chOff x="10086975" y="3057525"/>
              <a:chExt cx="1238251" cy="1295401"/>
            </a:xfrm>
          </p:grpSpPr>
          <p:sp>
            <p:nvSpPr>
              <p:cNvPr id="8" name="full_res_1_bg">
                <a:extLst>
                  <a:ext uri="{FF2B5EF4-FFF2-40B4-BE49-F238E27FC236}">
                    <a16:creationId xmlns:a16="http://schemas.microsoft.com/office/drawing/2014/main" id="{0BACCCA8-0A1B-075C-7599-9B61932924F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086975" y="3228975"/>
                <a:ext cx="1066800" cy="1123950"/>
              </a:xfrm>
              <a:prstGeom prst="rect">
                <a:avLst/>
              </a:prstGeom>
              <a:gradFill flip="none" rotWithShape="1">
                <a:gsLst>
                  <a:gs pos="0">
                    <a:srgbClr val="82BFF7"/>
                  </a:gs>
                  <a:gs pos="100000">
                    <a:srgbClr val="327EC2"/>
                  </a:gs>
                </a:gsLst>
                <a:lin ang="5400000" scaled="1"/>
                <a:tileRect/>
              </a:gradFill>
              <a:ln w="12383">
                <a:solidFill>
                  <a:srgbClr val="1C5A9A"/>
                </a:solidFill>
              </a:ln>
            </p:spPr>
          </p:sp>
          <p:sp>
            <p:nvSpPr>
              <p:cNvPr id="9" name="full_res_1_out">
                <a:extLst>
                  <a:ext uri="{FF2B5EF4-FFF2-40B4-BE49-F238E27FC236}">
                    <a16:creationId xmlns:a16="http://schemas.microsoft.com/office/drawing/2014/main" id="{2BCFC90A-AB63-BB79-298E-A6328B0BCCE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306175" y="3781425"/>
                <a:ext cx="19050" cy="19050"/>
              </a:xfrm>
              <a:prstGeom prst="rect">
                <a:avLst/>
              </a:prstGeom>
              <a:noFill/>
              <a:ln w="0">
                <a:noFill/>
              </a:ln>
            </p:spPr>
          </p:sp>
          <p:sp>
            <p:nvSpPr>
              <p:cNvPr id="10" name="full_res_1_top">
                <a:extLst>
                  <a:ext uri="{FF2B5EF4-FFF2-40B4-BE49-F238E27FC236}">
                    <a16:creationId xmlns:a16="http://schemas.microsoft.com/office/drawing/2014/main" id="{A462D800-D9F9-ACE9-FDD3-FF0DE9B0C05B}"/>
                  </a:ext>
                </a:extLst>
              </p:cNvPr>
              <p:cNvSpPr/>
              <p:nvPr/>
            </p:nvSpPr>
            <p:spPr>
              <a:xfrm>
                <a:off x="10086975" y="3057525"/>
                <a:ext cx="1238251" cy="171451"/>
              </a:xfrm>
              <a:custGeom>
                <a:avLst/>
                <a:gdLst/>
                <a:ahLst/>
                <a:cxnLst/>
                <a:rect l="0" t="0" r="0" b="0"/>
                <a:pathLst>
                  <a:path w="1238251" h="171451">
                    <a:moveTo>
                      <a:pt x="0" y="171450"/>
                    </a:moveTo>
                    <a:lnTo>
                      <a:pt x="171450" y="0"/>
                    </a:lnTo>
                    <a:lnTo>
                      <a:pt x="1238250" y="0"/>
                    </a:lnTo>
                    <a:lnTo>
                      <a:pt x="1066800" y="171450"/>
                    </a:lnTo>
                    <a:close/>
                  </a:path>
                </a:pathLst>
              </a:custGeom>
              <a:solidFill>
                <a:srgbClr val="82BFF7"/>
              </a:solidFill>
              <a:ln w="11430">
                <a:solidFill>
                  <a:srgbClr val="1C5A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full_res_1_side">
                <a:extLst>
                  <a:ext uri="{FF2B5EF4-FFF2-40B4-BE49-F238E27FC236}">
                    <a16:creationId xmlns:a16="http://schemas.microsoft.com/office/drawing/2014/main" id="{78DE2900-9E50-0C46-E679-BCE0365A7CB2}"/>
                  </a:ext>
                </a:extLst>
              </p:cNvPr>
              <p:cNvSpPr/>
              <p:nvPr/>
            </p:nvSpPr>
            <p:spPr>
              <a:xfrm>
                <a:off x="11153775" y="3057525"/>
                <a:ext cx="171451" cy="1295401"/>
              </a:xfrm>
              <a:custGeom>
                <a:avLst/>
                <a:gdLst/>
                <a:ahLst/>
                <a:cxnLst/>
                <a:rect l="0" t="0" r="0" b="0"/>
                <a:pathLst>
                  <a:path w="171451" h="1295401">
                    <a:moveTo>
                      <a:pt x="0" y="171450"/>
                    </a:moveTo>
                    <a:lnTo>
                      <a:pt x="171450" y="0"/>
                    </a:lnTo>
                    <a:lnTo>
                      <a:pt x="171450" y="1123950"/>
                    </a:lnTo>
                    <a:lnTo>
                      <a:pt x="0" y="1295400"/>
                    </a:lnTo>
                    <a:close/>
                  </a:path>
                </a:pathLst>
              </a:custGeom>
              <a:solidFill>
                <a:srgbClr val="1C5A9A"/>
              </a:solidFill>
              <a:ln w="11430">
                <a:solidFill>
                  <a:srgbClr val="1C5A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" name="module_full_res_0" descr="原生组件；背景、立体面和文字为独立子对象，可取消组合分别编辑">
              <a:extLst>
                <a:ext uri="{FF2B5EF4-FFF2-40B4-BE49-F238E27FC236}">
                  <a16:creationId xmlns:a16="http://schemas.microsoft.com/office/drawing/2014/main" id="{075C7752-2F42-D699-5123-C22A845ECCE3}"/>
                </a:ext>
              </a:extLst>
            </p:cNvPr>
            <p:cNvGrpSpPr/>
            <p:nvPr/>
          </p:nvGrpSpPr>
          <p:grpSpPr>
            <a:xfrm>
              <a:off x="10001250" y="3105150"/>
              <a:ext cx="1238251" cy="1295401"/>
              <a:chOff x="10001250" y="3105150"/>
              <a:chExt cx="1238251" cy="1295401"/>
            </a:xfrm>
          </p:grpSpPr>
          <p:sp>
            <p:nvSpPr>
              <p:cNvPr id="13" name="full_res_0_bg">
                <a:extLst>
                  <a:ext uri="{FF2B5EF4-FFF2-40B4-BE49-F238E27FC236}">
                    <a16:creationId xmlns:a16="http://schemas.microsoft.com/office/drawing/2014/main" id="{B78D09A9-34B1-E48D-4451-289ECAA6404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001250" y="3276600"/>
                <a:ext cx="1066800" cy="1123950"/>
              </a:xfrm>
              <a:prstGeom prst="rect">
                <a:avLst/>
              </a:prstGeom>
              <a:gradFill flip="none" rotWithShape="1">
                <a:gsLst>
                  <a:gs pos="0">
                    <a:srgbClr val="82BFF7"/>
                  </a:gs>
                  <a:gs pos="100000">
                    <a:srgbClr val="327EC2"/>
                  </a:gs>
                </a:gsLst>
                <a:lin ang="5400000" scaled="1"/>
                <a:tileRect/>
              </a:gradFill>
              <a:ln w="12383">
                <a:solidFill>
                  <a:srgbClr val="1C5A9A"/>
                </a:solidFill>
              </a:ln>
            </p:spPr>
          </p:sp>
          <p:sp>
            <p:nvSpPr>
              <p:cNvPr id="14" name="full_res_0_out">
                <a:extLst>
                  <a:ext uri="{FF2B5EF4-FFF2-40B4-BE49-F238E27FC236}">
                    <a16:creationId xmlns:a16="http://schemas.microsoft.com/office/drawing/2014/main" id="{FDF372F6-1ECD-181F-4420-B07B5391E58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220450" y="3829050"/>
                <a:ext cx="19050" cy="19050"/>
              </a:xfrm>
              <a:prstGeom prst="rect">
                <a:avLst/>
              </a:prstGeom>
              <a:noFill/>
              <a:ln w="0">
                <a:noFill/>
              </a:ln>
            </p:spPr>
          </p:sp>
          <p:sp>
            <p:nvSpPr>
              <p:cNvPr id="15" name="full_res_0_top">
                <a:extLst>
                  <a:ext uri="{FF2B5EF4-FFF2-40B4-BE49-F238E27FC236}">
                    <a16:creationId xmlns:a16="http://schemas.microsoft.com/office/drawing/2014/main" id="{7D427C3B-66C0-750C-1723-86B6DEC45E8C}"/>
                  </a:ext>
                </a:extLst>
              </p:cNvPr>
              <p:cNvSpPr/>
              <p:nvPr/>
            </p:nvSpPr>
            <p:spPr>
              <a:xfrm>
                <a:off x="10001250" y="3105150"/>
                <a:ext cx="1238251" cy="171451"/>
              </a:xfrm>
              <a:custGeom>
                <a:avLst/>
                <a:gdLst/>
                <a:ahLst/>
                <a:cxnLst/>
                <a:rect l="0" t="0" r="0" b="0"/>
                <a:pathLst>
                  <a:path w="1238251" h="171451">
                    <a:moveTo>
                      <a:pt x="0" y="171450"/>
                    </a:moveTo>
                    <a:lnTo>
                      <a:pt x="171450" y="0"/>
                    </a:lnTo>
                    <a:lnTo>
                      <a:pt x="1238250" y="0"/>
                    </a:lnTo>
                    <a:lnTo>
                      <a:pt x="1066800" y="171450"/>
                    </a:lnTo>
                    <a:close/>
                  </a:path>
                </a:pathLst>
              </a:custGeom>
              <a:solidFill>
                <a:srgbClr val="82BFF7"/>
              </a:solidFill>
              <a:ln w="11430">
                <a:solidFill>
                  <a:srgbClr val="1C5A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full_res_0_side">
                <a:extLst>
                  <a:ext uri="{FF2B5EF4-FFF2-40B4-BE49-F238E27FC236}">
                    <a16:creationId xmlns:a16="http://schemas.microsoft.com/office/drawing/2014/main" id="{CC427024-17F5-EF1E-E5B8-D52DEE3C6646}"/>
                  </a:ext>
                </a:extLst>
              </p:cNvPr>
              <p:cNvSpPr/>
              <p:nvPr/>
            </p:nvSpPr>
            <p:spPr>
              <a:xfrm>
                <a:off x="11068050" y="3105150"/>
                <a:ext cx="171451" cy="1295401"/>
              </a:xfrm>
              <a:custGeom>
                <a:avLst/>
                <a:gdLst/>
                <a:ahLst/>
                <a:cxnLst/>
                <a:rect l="0" t="0" r="0" b="0"/>
                <a:pathLst>
                  <a:path w="171451" h="1295401">
                    <a:moveTo>
                      <a:pt x="0" y="171450"/>
                    </a:moveTo>
                    <a:lnTo>
                      <a:pt x="171450" y="0"/>
                    </a:lnTo>
                    <a:lnTo>
                      <a:pt x="171450" y="1123950"/>
                    </a:lnTo>
                    <a:lnTo>
                      <a:pt x="0" y="1295400"/>
                    </a:lnTo>
                    <a:close/>
                  </a:path>
                </a:pathLst>
              </a:custGeom>
              <a:solidFill>
                <a:srgbClr val="1C5A9A"/>
              </a:solidFill>
              <a:ln w="11430">
                <a:solidFill>
                  <a:srgbClr val="1C5A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82245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wentao liu</dc:creator>
  <cp:lastModifiedBy>wentao liu</cp:lastModifiedBy>
  <cp:revision>1</cp:revision>
  <dcterms:created xsi:type="dcterms:W3CDTF">2026-10-05T11:24:35Z</dcterms:created>
  <dcterms:modified xsi:type="dcterms:W3CDTF">2026-10-05T11:24:35Z</dcterms:modified>
</cp:coreProperties>
</file>