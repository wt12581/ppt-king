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15EB8-EABD-A400-0550-8298DBEB3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F884B4-EEF1-FA15-7681-506973274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28B298-53FF-3822-C1E4-30A5251E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E688C-B805-27CA-89ED-253D5241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754BBE-761C-8530-CC8B-5DE40EE4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4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889E8-03A5-6E80-2428-FF7DB915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A575C-AFD5-5052-5DB5-233888E52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1EAD2-488A-0FD3-D917-E68A571D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B5391-4E91-2A39-00D0-A411F0FF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AB736-1E5F-3AC9-E543-8414B064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10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32548-70F5-A1A8-7D55-007ED222A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B59B2D-36CC-0F98-8A6E-CFABE195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F086F-2509-8C1B-514E-50A0385F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79B19-C7CA-E03D-1B64-51C315C1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FC795-94E2-64A9-78C3-73AF5A01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0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D7E15-CFCB-1672-D762-92263340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5E341-801D-FBDF-291D-73A0BC35B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DD45A-F0CC-2BE6-A715-6298B5083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C432DD-29DB-9663-8B05-61EC9F1F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4F7D7B-8196-D342-15EA-DB33A9CE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5DFB88-3C66-E8BF-E5FB-DB0B07A3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67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A3F4B-83E1-07A9-58B8-969DE4BD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14551F-C734-F26D-9148-7C0C3C7AD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1AD3A5-FA63-436F-B790-16062907D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B201CB-2C61-E227-D56F-EC39AB810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5C2061-F58D-3268-F008-F1A3FAFBC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5ED180-CAB2-7D08-D7BE-CE3E0630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AC4784-9729-FD5C-0104-7804FFAD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88EDEE-020C-B419-1914-B110907B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96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1016E-09FC-57D6-0915-842F033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D741F2-57BA-C99C-6FE5-A82A15AE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C364DF-C638-C7CE-273F-34AF8C8D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3F9B3C-CC18-AC0B-E986-CDCBAE70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72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5ADE6E-0083-1403-3D12-652ADAF7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EAC5E9-26A1-A9F9-BC1F-AA9947FB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C8C3D-320F-3A7C-EF88-E7A8F261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5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6106D-36C8-A28A-5403-1DD229E2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EAB33-15C4-58AE-A753-E2FCD8CA7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4BCE9-B370-45D2-27CA-12EF279B9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0561A-581B-D54B-0BB7-EF4D8095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A1234C-B44E-51E1-4799-5993764B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4BEC2-26BB-9367-D8F9-6C05AE5D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2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DAAF1-88DD-B37F-3EC2-C449ADFD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D71A47-33B1-CEA6-3A2C-FCB25BC99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C3CF4B-ED69-D245-039C-BABE57C6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BA7733-2C4F-7058-340F-A306CC44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1D4DCF-AEE4-62A8-1D71-205B9255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5AFFF5-1D55-C4DC-B9E5-CEA827CA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95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3B074-C4CA-EBEF-A0B7-060B0E7C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0C9F77-396A-3FD4-034D-58964B2F3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87DEB-8F17-10C1-36FE-BBB4F2EA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75ED3-A956-C02E-623E-D391FD1E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F3888F-3471-A6A5-E2B1-F40B90F1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14AC13-9EA7-ED50-2133-8667E1265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78CFE5-D913-FC6A-D9DD-4ED461728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60F2E8-52EF-40EC-93B8-B7C27B79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A221A-310D-AF82-E1E0-6D17C581C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E8F32-4482-77D0-794C-40909950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2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062A48-BB0B-36FE-5155-538A6EA2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167-EF30-5034-81E7-3847CEA63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783E7C-973A-43F7-5FE8-CB7B934D7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85BD1-5673-4A66-928F-5B4A1B6230A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6DE8C-060B-8788-EEC6-F522D17A3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B45D6-4E3B-6D5D-61CC-82C392541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0DFE0-5F58-4CF2-A74D-75C81A72D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18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lightbulb" descr="Reusable native component; source page 15">
            <a:extLst>
              <a:ext uri="{FF2B5EF4-FFF2-40B4-BE49-F238E27FC236}">
                <a16:creationId xmlns:a16="http://schemas.microsoft.com/office/drawing/2014/main" id="{8340A565-A944-CBC7-A387-188322EC17CD}"/>
              </a:ext>
            </a:extLst>
          </p:cNvPr>
          <p:cNvGrpSpPr>
            <a:grpSpLocks noChangeAspect="1"/>
          </p:cNvGrpSpPr>
          <p:nvPr/>
        </p:nvGrpSpPr>
        <p:grpSpPr>
          <a:xfrm>
            <a:off x="5349379" y="1568529"/>
            <a:ext cx="5227043" cy="5825967"/>
            <a:chOff x="9088945" y="7553992"/>
            <a:chExt cx="557785" cy="621697"/>
          </a:xfrm>
        </p:grpSpPr>
        <p:sp>
          <p:nvSpPr>
            <p:cNvPr id="3" name="vessel_bulb_part_0">
              <a:extLst>
                <a:ext uri="{FF2B5EF4-FFF2-40B4-BE49-F238E27FC236}">
                  <a16:creationId xmlns:a16="http://schemas.microsoft.com/office/drawing/2014/main" id="{ADD96DEC-B188-E86E-6D2C-F596211AF354}"/>
                </a:ext>
              </a:extLst>
            </p:cNvPr>
            <p:cNvSpPr/>
            <p:nvPr/>
          </p:nvSpPr>
          <p:spPr>
            <a:xfrm>
              <a:off x="9176100" y="7664386"/>
              <a:ext cx="395097" cy="383478"/>
            </a:xfrm>
            <a:custGeom>
              <a:avLst/>
              <a:gdLst/>
              <a:ahLst/>
              <a:cxnLst/>
              <a:rect l="0" t="0" r="0" b="0"/>
              <a:pathLst>
                <a:path w="395097" h="383478">
                  <a:moveTo>
                    <a:pt x="122015" y="383477"/>
                  </a:moveTo>
                  <a:cubicBezTo>
                    <a:pt x="122015" y="278893"/>
                    <a:pt x="0" y="249841"/>
                    <a:pt x="46481" y="127826"/>
                  </a:cubicBezTo>
                  <a:cubicBezTo>
                    <a:pt x="98773" y="0"/>
                    <a:pt x="296322" y="0"/>
                    <a:pt x="348614" y="127826"/>
                  </a:cubicBezTo>
                  <a:cubicBezTo>
                    <a:pt x="395096" y="249841"/>
                    <a:pt x="273081" y="284702"/>
                    <a:pt x="273081" y="383477"/>
                  </a:cubicBez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vessel_bulb_part_1">
              <a:extLst>
                <a:ext uri="{FF2B5EF4-FFF2-40B4-BE49-F238E27FC236}">
                  <a16:creationId xmlns:a16="http://schemas.microsoft.com/office/drawing/2014/main" id="{09C14D42-C416-3BE1-95EC-CF1FF0A03FF3}"/>
                </a:ext>
              </a:extLst>
            </p:cNvPr>
            <p:cNvCxnSpPr/>
            <p:nvPr/>
          </p:nvCxnSpPr>
          <p:spPr>
            <a:xfrm>
              <a:off x="9303925" y="8088535"/>
              <a:ext cx="145256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vessel_bulb_part_2">
              <a:extLst>
                <a:ext uri="{FF2B5EF4-FFF2-40B4-BE49-F238E27FC236}">
                  <a16:creationId xmlns:a16="http://schemas.microsoft.com/office/drawing/2014/main" id="{7AD74D3C-A0A8-D8CF-B8CA-8E60E1D3071B}"/>
                </a:ext>
              </a:extLst>
            </p:cNvPr>
            <p:cNvCxnSpPr/>
            <p:nvPr/>
          </p:nvCxnSpPr>
          <p:spPr>
            <a:xfrm>
              <a:off x="9321356" y="8135017"/>
              <a:ext cx="110394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vessel_bulb_part_3">
              <a:extLst>
                <a:ext uri="{FF2B5EF4-FFF2-40B4-BE49-F238E27FC236}">
                  <a16:creationId xmlns:a16="http://schemas.microsoft.com/office/drawing/2014/main" id="{8391ACFA-C808-67DB-A516-750FAE4F1EA3}"/>
                </a:ext>
              </a:extLst>
            </p:cNvPr>
            <p:cNvCxnSpPr/>
            <p:nvPr/>
          </p:nvCxnSpPr>
          <p:spPr>
            <a:xfrm>
              <a:off x="9338787" y="8175689"/>
              <a:ext cx="69722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vessel_bulb_part_4">
              <a:extLst>
                <a:ext uri="{FF2B5EF4-FFF2-40B4-BE49-F238E27FC236}">
                  <a16:creationId xmlns:a16="http://schemas.microsoft.com/office/drawing/2014/main" id="{EF6365B4-ABB7-492F-C5BB-F7F251C43DDC}"/>
                </a:ext>
              </a:extLst>
            </p:cNvPr>
            <p:cNvCxnSpPr/>
            <p:nvPr/>
          </p:nvCxnSpPr>
          <p:spPr>
            <a:xfrm>
              <a:off x="9594438" y="7832884"/>
              <a:ext cx="52292" cy="0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vessel_bulb_part_5">
              <a:extLst>
                <a:ext uri="{FF2B5EF4-FFF2-40B4-BE49-F238E27FC236}">
                  <a16:creationId xmlns:a16="http://schemas.microsoft.com/office/drawing/2014/main" id="{DE365DA6-9FC8-427D-5F98-CDF3759FD48E}"/>
                </a:ext>
              </a:extLst>
            </p:cNvPr>
            <p:cNvCxnSpPr/>
            <p:nvPr/>
          </p:nvCxnSpPr>
          <p:spPr>
            <a:xfrm flipV="1">
              <a:off x="9528068" y="7635677"/>
              <a:ext cx="36976" cy="36976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vessel_bulb_part_6">
              <a:extLst>
                <a:ext uri="{FF2B5EF4-FFF2-40B4-BE49-F238E27FC236}">
                  <a16:creationId xmlns:a16="http://schemas.microsoft.com/office/drawing/2014/main" id="{92084C71-4904-E03D-F2AE-E8187B060EBD}"/>
                </a:ext>
              </a:extLst>
            </p:cNvPr>
            <p:cNvCxnSpPr/>
            <p:nvPr/>
          </p:nvCxnSpPr>
          <p:spPr>
            <a:xfrm flipV="1">
              <a:off x="9367838" y="7553992"/>
              <a:ext cx="0" cy="52292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vessel_bulb_part_7">
              <a:extLst>
                <a:ext uri="{FF2B5EF4-FFF2-40B4-BE49-F238E27FC236}">
                  <a16:creationId xmlns:a16="http://schemas.microsoft.com/office/drawing/2014/main" id="{6AEFD231-8619-31F5-94EC-A85B18BBE802}"/>
                </a:ext>
              </a:extLst>
            </p:cNvPr>
            <p:cNvCxnSpPr/>
            <p:nvPr/>
          </p:nvCxnSpPr>
          <p:spPr>
            <a:xfrm flipH="1" flipV="1">
              <a:off x="9170631" y="7635677"/>
              <a:ext cx="36976" cy="36976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vessel_bulb_part_8">
              <a:extLst>
                <a:ext uri="{FF2B5EF4-FFF2-40B4-BE49-F238E27FC236}">
                  <a16:creationId xmlns:a16="http://schemas.microsoft.com/office/drawing/2014/main" id="{FA5779E4-3302-5A1A-2229-56C1E47424CC}"/>
                </a:ext>
              </a:extLst>
            </p:cNvPr>
            <p:cNvCxnSpPr/>
            <p:nvPr/>
          </p:nvCxnSpPr>
          <p:spPr>
            <a:xfrm flipH="1">
              <a:off x="9088945" y="7832884"/>
              <a:ext cx="52292" cy="0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326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2026-10-05T11:24:41Z</dcterms:created>
  <dcterms:modified xsi:type="dcterms:W3CDTF">2026-10-05T11:24:41Z</dcterms:modified>
</cp:coreProperties>
</file>