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8FEEB-842C-ADA2-1D58-FC5AAA725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FD5B4D-EA7F-2FF0-C207-35B56D4BC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9E804-C46B-CD21-88D7-A90B6CD9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81D24-9E0B-367B-08C9-6C2F8DB2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D8F4C-F9F6-67B5-4CE0-0BE7E0E4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89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01BCC-A1DE-7323-1CEC-B00D6BE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205E5-1818-C31B-5DD1-ECB37329D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56EC9-4067-C84B-F3D1-C8C3BB7A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623D10-5CC9-5971-2B21-1B083089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F677F-8B26-6E22-76A6-152BC92A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00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78AA0-D7C9-5B5E-218F-07AA9EA3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7FCB4-196E-28B9-86E4-54639FC9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61CCA-3C50-ED71-E32C-91D8D902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AC590-F958-3D98-D8DD-E5A84839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17790D-826C-02D5-DAC1-FBA1C118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3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05643-4B85-54D8-F2B7-AC731008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B244DB-0B05-9F0B-5DEF-3C0E2CA4B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5104-9D1A-E5B5-8647-F55D15E50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5F40BE-BFCC-7E2D-F09C-6902BF4A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701305-262F-1DC9-A4CD-0D76B658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D7DC9-3DFD-E92F-A1DE-0AF01FDB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49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79B37-EE4E-6F54-B55D-02F3D03C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E016D2-A592-1050-3CCB-EECC8CD39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B1D8A3-87C2-80F6-0EF3-A360268ED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65A209-7199-E536-D033-6B6CF319D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D238F5-A613-918A-D470-6E5946FD3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897891-1661-F65A-A507-945E10AF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506680-BAEA-534A-6CD8-55A76275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73A12D-382F-B443-CFBD-F4EBC5C6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72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0766F-31DC-349D-6875-E5B5A5D1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B28A48-C417-B1DA-8205-98CF392E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749FF2-0B61-67DA-444F-C66550CB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212C8F-7B05-DF92-DBB2-9DE318E4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1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9075CA-8460-7BE1-E715-8CFF2F38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B8F422-36C7-55CC-6109-EE3D1362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036C1-95AA-F4F8-7695-93A17BF7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37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99404-8CBD-7A12-3094-B5D63A22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3E8A7-495D-C94F-8670-C4552E2F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BDFC2D-DD6E-98A4-B466-CC8CA65A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A55EAD-B97C-4FB3-5772-7644FA5A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3597C3-FD82-4F63-E313-1F23390A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36E81-18A2-42EC-F1A9-0CD36657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3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6CF55-6CC5-362F-8F9A-F161A382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4B9D7D-90F0-AEE4-F946-55269F56C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E5648F-9564-4993-206C-1A38D4AC9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35DAA3-7A0E-53BA-7D3D-CDD2CD8C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7E945A-2A52-D1A6-F9BE-784D23F4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CFF14-B0C7-2E37-0780-44BD9DF3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4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B696A-6B74-E52A-4512-ABF3F842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400C1-2154-A76E-E45D-D4FC2E30B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ABBD8-08BC-B44B-A7A4-E7049304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C3FC9-BF35-75EB-F5CD-869D4282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2405B1-111F-8817-D6CA-CACBB101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9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9C52AE-ECDE-455C-B5E8-8A548287B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7F9ECA-F387-0F30-37B4-275035662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329EE0-0134-233B-52F3-A558A602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0DBA7-730A-CCED-4246-43F14CCD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1A73EE-453A-51F4-77CB-B2417B96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A4DA67-67E9-1552-3240-E6AFFA56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1A712C-216B-5089-FA60-AF4BB03AA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A6B5D-DE17-0B32-1A2C-641B44C7F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8EAF7-D62C-4F52-BE31-226C35928B67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BE514-F7D1-7FAE-0D3A-ECE8CC676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963AF5-0E0B-07F6-9C9F-6A31AC9C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A295C-10D0-4877-9AF5-E3DF788221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03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kidney" descr="Reusable native component; source page 3">
            <a:extLst>
              <a:ext uri="{FF2B5EF4-FFF2-40B4-BE49-F238E27FC236}">
                <a16:creationId xmlns:a16="http://schemas.microsoft.com/office/drawing/2014/main" id="{AAF7128A-3E2E-AFA3-C217-4AD613ED9856}"/>
              </a:ext>
            </a:extLst>
          </p:cNvPr>
          <p:cNvGrpSpPr>
            <a:grpSpLocks noChangeAspect="1"/>
          </p:cNvGrpSpPr>
          <p:nvPr/>
        </p:nvGrpSpPr>
        <p:grpSpPr>
          <a:xfrm>
            <a:off x="5175203" y="1568529"/>
            <a:ext cx="5575393" cy="5825966"/>
            <a:chOff x="4692015" y="4561522"/>
            <a:chExt cx="932499" cy="974408"/>
          </a:xfrm>
        </p:grpSpPr>
        <p:sp>
          <p:nvSpPr>
            <p:cNvPr id="3" name="dkd_kidney_part_0">
              <a:extLst>
                <a:ext uri="{FF2B5EF4-FFF2-40B4-BE49-F238E27FC236}">
                  <a16:creationId xmlns:a16="http://schemas.microsoft.com/office/drawing/2014/main" id="{F1FD7DF0-8263-D74C-1573-CB244CF4CE44}"/>
                </a:ext>
              </a:extLst>
            </p:cNvPr>
            <p:cNvSpPr/>
            <p:nvPr/>
          </p:nvSpPr>
          <p:spPr>
            <a:xfrm>
              <a:off x="4692015" y="4561522"/>
              <a:ext cx="419101" cy="806769"/>
            </a:xfrm>
            <a:custGeom>
              <a:avLst/>
              <a:gdLst/>
              <a:ahLst/>
              <a:cxnLst/>
              <a:rect l="0" t="0" r="0" b="0"/>
              <a:pathLst>
                <a:path w="419101" h="806769">
                  <a:moveTo>
                    <a:pt x="356235" y="136208"/>
                  </a:moveTo>
                  <a:cubicBezTo>
                    <a:pt x="94298" y="0"/>
                    <a:pt x="0" y="230506"/>
                    <a:pt x="31432" y="450533"/>
                  </a:cubicBezTo>
                  <a:cubicBezTo>
                    <a:pt x="62865" y="754381"/>
                    <a:pt x="220027" y="806768"/>
                    <a:pt x="324802" y="712470"/>
                  </a:cubicBezTo>
                  <a:cubicBezTo>
                    <a:pt x="419100" y="597218"/>
                    <a:pt x="146685" y="502920"/>
                    <a:pt x="240982" y="366713"/>
                  </a:cubicBezTo>
                  <a:cubicBezTo>
                    <a:pt x="345757" y="314325"/>
                    <a:pt x="398145" y="261938"/>
                    <a:pt x="356235" y="136208"/>
                  </a:cubicBezTo>
                  <a:close/>
                </a:path>
              </a:pathLst>
            </a:custGeom>
            <a:noFill/>
            <a:ln w="4191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dkd_kidney_part_1">
              <a:extLst>
                <a:ext uri="{FF2B5EF4-FFF2-40B4-BE49-F238E27FC236}">
                  <a16:creationId xmlns:a16="http://schemas.microsoft.com/office/drawing/2014/main" id="{52D73026-2F0F-6165-E0FE-BA5A02A5D4E6}"/>
                </a:ext>
              </a:extLst>
            </p:cNvPr>
            <p:cNvSpPr/>
            <p:nvPr/>
          </p:nvSpPr>
          <p:spPr>
            <a:xfrm>
              <a:off x="5205413" y="4561522"/>
              <a:ext cx="419101" cy="806769"/>
            </a:xfrm>
            <a:custGeom>
              <a:avLst/>
              <a:gdLst/>
              <a:ahLst/>
              <a:cxnLst/>
              <a:rect l="0" t="0" r="0" b="0"/>
              <a:pathLst>
                <a:path w="419101" h="806769">
                  <a:moveTo>
                    <a:pt x="62865" y="136208"/>
                  </a:moveTo>
                  <a:cubicBezTo>
                    <a:pt x="324802" y="0"/>
                    <a:pt x="419100" y="230506"/>
                    <a:pt x="387667" y="450533"/>
                  </a:cubicBezTo>
                  <a:cubicBezTo>
                    <a:pt x="356234" y="754381"/>
                    <a:pt x="199072" y="806768"/>
                    <a:pt x="94297" y="712470"/>
                  </a:cubicBezTo>
                  <a:cubicBezTo>
                    <a:pt x="0" y="597218"/>
                    <a:pt x="272415" y="502920"/>
                    <a:pt x="178117" y="366713"/>
                  </a:cubicBezTo>
                  <a:cubicBezTo>
                    <a:pt x="73342" y="314325"/>
                    <a:pt x="20954" y="261938"/>
                    <a:pt x="62865" y="136208"/>
                  </a:cubicBezTo>
                  <a:close/>
                </a:path>
              </a:pathLst>
            </a:custGeom>
            <a:noFill/>
            <a:ln w="4191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dkd_kidney_part_2">
              <a:extLst>
                <a:ext uri="{FF2B5EF4-FFF2-40B4-BE49-F238E27FC236}">
                  <a16:creationId xmlns:a16="http://schemas.microsoft.com/office/drawing/2014/main" id="{63BECAD3-B5E9-7ED1-268B-C02A314A558E}"/>
                </a:ext>
              </a:extLst>
            </p:cNvPr>
            <p:cNvCxnSpPr/>
            <p:nvPr/>
          </p:nvCxnSpPr>
          <p:spPr>
            <a:xfrm>
              <a:off x="5090160" y="4980622"/>
              <a:ext cx="0" cy="555308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dkd_kidney_part_3">
              <a:extLst>
                <a:ext uri="{FF2B5EF4-FFF2-40B4-BE49-F238E27FC236}">
                  <a16:creationId xmlns:a16="http://schemas.microsoft.com/office/drawing/2014/main" id="{C974D168-A113-65E5-638D-ED8978C2CEE9}"/>
                </a:ext>
              </a:extLst>
            </p:cNvPr>
            <p:cNvCxnSpPr/>
            <p:nvPr/>
          </p:nvCxnSpPr>
          <p:spPr>
            <a:xfrm>
              <a:off x="5226367" y="4980622"/>
              <a:ext cx="0" cy="555308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kd_kidney_part_4">
              <a:extLst>
                <a:ext uri="{FF2B5EF4-FFF2-40B4-BE49-F238E27FC236}">
                  <a16:creationId xmlns:a16="http://schemas.microsoft.com/office/drawing/2014/main" id="{4185FEF4-F3BD-E94C-B7B0-74A081057826}"/>
                </a:ext>
              </a:extLst>
            </p:cNvPr>
            <p:cNvCxnSpPr/>
            <p:nvPr/>
          </p:nvCxnSpPr>
          <p:spPr>
            <a:xfrm flipV="1">
              <a:off x="4974908" y="4980622"/>
              <a:ext cx="115252" cy="31433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kd_kidney_part_5">
              <a:extLst>
                <a:ext uri="{FF2B5EF4-FFF2-40B4-BE49-F238E27FC236}">
                  <a16:creationId xmlns:a16="http://schemas.microsoft.com/office/drawing/2014/main" id="{39E72A80-8B2F-624F-6F88-31BB310AB26A}"/>
                </a:ext>
              </a:extLst>
            </p:cNvPr>
            <p:cNvCxnSpPr/>
            <p:nvPr/>
          </p:nvCxnSpPr>
          <p:spPr>
            <a:xfrm flipH="1" flipV="1">
              <a:off x="5226367" y="4980622"/>
              <a:ext cx="104775" cy="31433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099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2026-10-05T11:24:37Z</dcterms:created>
  <dcterms:modified xsi:type="dcterms:W3CDTF">2026-10-05T11:24:37Z</dcterms:modified>
</cp:coreProperties>
</file>