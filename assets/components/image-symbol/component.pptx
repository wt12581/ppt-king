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43C3A-B19F-1177-0993-FA106981A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5060FA-13C7-8F1D-3074-16F2FC44F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6B69A5-94B6-BA23-14E8-7C2859D2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CE8E01-CB58-4A0D-FDC8-B316D3B47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0C7811-F121-EDF2-41A4-C65537A8D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7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72BE3-AD77-B6EB-D8D3-C33CC786D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F5F5B-12C4-F565-37F2-468449A3F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A74448-E376-22F5-B2C5-48E8E727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380DF-AB51-49AC-EC7B-46F14D24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F98564-C43E-1B74-0526-E015C19F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10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BFA60-D581-D847-69BA-CD4F2BAC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FBA482-9DA6-EC9E-5BD7-2B4F4B462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BAF2F3-E4F3-D20D-FB1A-D567F444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7AD253-ABE3-9ECE-6362-ADE6C00A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08F2C9-A86F-C7DB-7E12-1F14B457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40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8D3C7-5D6F-57F8-D430-4630F9956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62E45D-9BE6-E651-D4B8-C465BCFF4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94EEE6-5C91-79E7-8129-BB605843E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380EEF-98B5-B6E4-5662-FF52DB86A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88E491-A914-B8F6-A3F1-2CCA6626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DCE920-8D59-6C30-FD1A-29800A8E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86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E4070-44E3-5D95-49B1-CC8D14B2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7ED7DF-ED20-DC00-31DA-01E71E0E7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65C3B2-65AA-9FEF-C1B0-BEDB49E76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C7B376-8528-6FD6-039F-E8BBFD1AF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CD23DE-7BC6-B51D-3174-826F0A8E6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68AB9A-E992-2EF8-6139-069E3C89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40A1F5-16E0-FA9A-ECB6-36A92220E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E61194-3009-3BC3-09AB-9FAB1336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704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5770F-D415-AC6D-479A-D43B010A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77C376-4E69-AAD4-C8A4-0EA0C752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F0F02A-5663-97F7-3F67-9EA22C5D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94C04A-31E5-1850-6287-167387A6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4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DC8AFD-D015-0ABD-8E0A-B3B05061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3578FC-87FD-2AEB-CFD8-5BA98B91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1A4806-60A9-3F65-0324-E1BE686B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19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E61DC-0E99-68C3-0F87-AE2A0E8E1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D8778C-2312-6605-A9FF-D9637DEB6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B7A4FB-7D04-E086-A51E-85B4FC67E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FA3461-5D24-BA67-EC50-8976A663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4E7ACA-3BAE-C83C-80BD-2D897B12B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80530E-ABF8-8806-1CB9-41FDE125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26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03F7B-A4C9-0B2E-27CF-1AFFED632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45CFCA-4F33-6D75-04B7-07369402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870DD9-F1C0-CD62-09EA-5F15917DC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AEBAC5-EBC6-1324-CB5A-02BAC640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4B9EBA-7B77-4B4F-F954-CE0A76656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C7BC6-E8E8-3905-D2E0-5C5C34B9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1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468DD-E195-C3D5-2524-755AF80C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993DB3-0660-310A-5B9A-3ABBDAE2F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FAE0A-2609-1603-2070-02E8EE53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231023-8A5A-3C4A-25BA-27943958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1B5D69-5D42-8458-9241-248E2A57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30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2C7E84-CF3B-F6E9-091C-9D0C49294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B2A7F5-699F-FA5A-348F-A9AD409C4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AEB8E-9E77-21F1-2DCE-827A7A772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75D64-1D4C-25B8-3349-18887C13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DF4BE-9788-A957-18FD-C0BBC3A53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22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B7B00C-3E94-9DD0-B1D0-A3B49D23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885537-4905-8C70-1591-4F08554D6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01D85-55F5-EF8E-B087-9A492D868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C5D39-D4B1-4BBB-B96F-12465BFC454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B3106-2138-24E0-1273-379F6D8B5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2B70D9-DB6F-43EE-2C78-EC2D44B08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B78F-B045-43DB-8915-F0FBB28422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597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A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image-symbol" descr="Reusable native component; source page 24">
            <a:extLst>
              <a:ext uri="{FF2B5EF4-FFF2-40B4-BE49-F238E27FC236}">
                <a16:creationId xmlns:a16="http://schemas.microsoft.com/office/drawing/2014/main" id="{AB7F0C83-A67B-02A4-6FF3-884FAB0D0D8E}"/>
              </a:ext>
            </a:extLst>
          </p:cNvPr>
          <p:cNvGrpSpPr>
            <a:grpSpLocks noChangeAspect="1"/>
          </p:cNvGrpSpPr>
          <p:nvPr/>
        </p:nvGrpSpPr>
        <p:grpSpPr>
          <a:xfrm>
            <a:off x="4063997" y="1568529"/>
            <a:ext cx="7797806" cy="5825966"/>
            <a:chOff x="10720121" y="3254492"/>
            <a:chExt cx="320697" cy="239602"/>
          </a:xfrm>
        </p:grpSpPr>
        <p:sp>
          <p:nvSpPr>
            <p:cNvPr id="3" name="deliverable_icon_0_part_0">
              <a:extLst>
                <a:ext uri="{FF2B5EF4-FFF2-40B4-BE49-F238E27FC236}">
                  <a16:creationId xmlns:a16="http://schemas.microsoft.com/office/drawing/2014/main" id="{A91F12EF-BF6B-0C08-5E37-F3EBA96D42F8}"/>
                </a:ext>
              </a:extLst>
            </p:cNvPr>
            <p:cNvSpPr/>
            <p:nvPr/>
          </p:nvSpPr>
          <p:spPr>
            <a:xfrm>
              <a:off x="10720121" y="3254492"/>
              <a:ext cx="320697" cy="239602"/>
            </a:xfrm>
            <a:prstGeom prst="roundRect">
              <a:avLst/>
            </a:prstGeom>
            <a:noFill/>
            <a:ln w="14745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deliverable_icon_0_part_1">
              <a:extLst>
                <a:ext uri="{FF2B5EF4-FFF2-40B4-BE49-F238E27FC236}">
                  <a16:creationId xmlns:a16="http://schemas.microsoft.com/office/drawing/2014/main" id="{DA08165A-A22F-0AAD-E10E-39AC234D5D04}"/>
                </a:ext>
              </a:extLst>
            </p:cNvPr>
            <p:cNvSpPr/>
            <p:nvPr/>
          </p:nvSpPr>
          <p:spPr>
            <a:xfrm>
              <a:off x="10937605" y="3302413"/>
              <a:ext cx="51606" cy="51606"/>
            </a:xfrm>
            <a:prstGeom prst="ellipse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deliverable_icon_0_part_2">
              <a:extLst>
                <a:ext uri="{FF2B5EF4-FFF2-40B4-BE49-F238E27FC236}">
                  <a16:creationId xmlns:a16="http://schemas.microsoft.com/office/drawing/2014/main" id="{BBFE5119-EBD6-AF2B-1727-3E9582FE3A8F}"/>
                </a:ext>
              </a:extLst>
            </p:cNvPr>
            <p:cNvSpPr/>
            <p:nvPr/>
          </p:nvSpPr>
          <p:spPr>
            <a:xfrm>
              <a:off x="10738552" y="3365078"/>
              <a:ext cx="283836" cy="95841"/>
            </a:xfrm>
            <a:custGeom>
              <a:avLst/>
              <a:gdLst/>
              <a:ahLst/>
              <a:cxnLst/>
              <a:rect l="0" t="0" r="0" b="0"/>
              <a:pathLst>
                <a:path w="283836" h="95841">
                  <a:moveTo>
                    <a:pt x="0" y="95840"/>
                  </a:moveTo>
                  <a:lnTo>
                    <a:pt x="88468" y="0"/>
                  </a:lnTo>
                  <a:lnTo>
                    <a:pt x="147446" y="58979"/>
                  </a:lnTo>
                  <a:lnTo>
                    <a:pt x="199053" y="7372"/>
                  </a:lnTo>
                  <a:lnTo>
                    <a:pt x="283835" y="9584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139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2</cp:revision>
  <dcterms:created xsi:type="dcterms:W3CDTF">2026-10-05T11:24:42Z</dcterms:created>
  <dcterms:modified xsi:type="dcterms:W3CDTF">2026-10-05T11:30:03Z</dcterms:modified>
</cp:coreProperties>
</file>