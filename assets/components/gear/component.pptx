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CCE59-D5FA-9E99-D353-2B6BA9E53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2FB9F2-FCB5-1B28-832B-7D7EEAD48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C60682-5E6B-7099-0F71-8FC5B837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A9B81D-C342-234B-0569-04B4FAB6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771F20-0B30-D5E6-8202-EEB6B7B9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3CBE3-F1BE-D28C-CCF1-1612DDBA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43FAD-8FFD-2C90-A831-1EBB8024A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6A407-77D2-937D-4415-7BE1BBAD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EFC46-3C72-D6CD-1159-A62B3BA9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05F5B7-48F5-6F22-66E1-3B833DCB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4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A6B89-6EBA-E679-E910-0E6E6FF7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0EC6E0-99EB-09BF-7DFA-88B56EC4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0D001-C8F4-2F63-306C-9B044F71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99503-2FDD-0E42-B6F8-6EEFEA58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6275A-8947-7157-AAC7-FF3EBBE3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94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B4F13-2999-43FF-9F25-F1B82115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1464BA-2C5F-7914-167B-8DF3A5312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C6044-A9ED-2B9D-55F0-2864FEDF9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0285C-ED50-68A1-F8A4-3C6B3FDC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FE802F-193F-49EC-EF18-8411B9EE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361B08-DEFF-1E36-22FD-895500EF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44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6859D-CFC9-5AEE-9A19-A6C78DB2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B3E717-4F33-99B1-8999-93EDC5420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21AB61-D5D7-F3FA-C83F-760DA74D2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8CF7B1-FF35-C579-BE69-BF672C6B3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3B942E-5584-54DE-CC80-CB41D7FDC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5C3ECB-9BA1-CFA3-203B-E2FF54DE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F39E61-CFB8-2EBB-DDEF-F000BE32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FB0827-E786-6586-7E61-D5B8C8C2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99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DB42F-F793-2EA2-987F-4AAADF60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F1C7D9-24F2-B77D-CE0E-03926CE0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F3FF8-5FAD-6EAC-8EB5-73E8393B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87487F-781F-7B6C-19B7-DA3FAC0B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66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F0BF60-6E5F-3606-89E9-C53EA0C7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38174A-196E-0A13-70F1-FEA13FD8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5C9E1D-F930-FCE2-DA28-E2188B5F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3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8411-AF43-1B0E-676C-B0754CE4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D5924-717D-B6B3-FF60-073C2DFE2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1A5D67-9DC0-9808-FA72-DE444C2E7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4F9BE-81F9-442D-5DDC-789E2A27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9F72F8-E64C-7E2D-5E17-9EAF8C7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0FDA49-0E96-FE7E-07E5-75FEF5AA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1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EA2C4-50D8-C6FF-1E3A-B283F719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BFB803-FE99-09F7-4D49-80DF2131F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87EBC3-1CDD-3138-89D0-1B0510FBF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2D38B6-8642-5147-009C-413FD9FC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5D5926-FBD6-D7B7-7B67-DB69D272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4A996C-905E-2149-5499-D2CC865B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30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DFF4F-490A-521D-FE26-7988D2E8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35041A-01A2-064A-F113-72B6E11F0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14665-3440-DB39-4B6F-37952FE7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21B59-3027-EB0A-736D-94DAF0FD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4DDB0-B01D-A089-2C8E-34AE3805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098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81D0D3-B58B-0F48-E66D-66386156C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83614C-ABF0-C9E8-C592-BDC9FF24E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67D378-7804-1C6D-4F97-9646B4F3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77F5F-8170-7839-E712-F93C2874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61CC24-5572-7000-D112-28E2733E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27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52A8F0-1588-A3CA-056E-80B3A196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98E0E1-066F-4885-6C1F-9A42DB959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C55E50-48EF-8CFA-CDEF-5FA914D02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33D53-5547-48B2-A043-8331605B1A4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34368-E9A9-A442-A2D6-6F53D5F7C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E896C-AEDA-3E2B-D85D-7147EED28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793CA-0B4B-4C83-9AEA-695FE00B73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02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gear" descr="Reusable native component; source page 15">
            <a:extLst>
              <a:ext uri="{FF2B5EF4-FFF2-40B4-BE49-F238E27FC236}">
                <a16:creationId xmlns:a16="http://schemas.microsoft.com/office/drawing/2014/main" id="{86AAE62F-8F5B-E1DC-F986-60D9D2E88694}"/>
              </a:ext>
            </a:extLst>
          </p:cNvPr>
          <p:cNvGrpSpPr>
            <a:grpSpLocks noChangeAspect="1"/>
          </p:cNvGrpSpPr>
          <p:nvPr/>
        </p:nvGrpSpPr>
        <p:grpSpPr>
          <a:xfrm>
            <a:off x="5049917" y="1568529"/>
            <a:ext cx="5825966" cy="5825966"/>
            <a:chOff x="745661" y="7689386"/>
            <a:chExt cx="451779" cy="451779"/>
          </a:xfrm>
        </p:grpSpPr>
        <p:sp>
          <p:nvSpPr>
            <p:cNvPr id="3" name="train_gear_part_0">
              <a:extLst>
                <a:ext uri="{FF2B5EF4-FFF2-40B4-BE49-F238E27FC236}">
                  <a16:creationId xmlns:a16="http://schemas.microsoft.com/office/drawing/2014/main" id="{3BADB4A6-8731-ACDC-4C64-BCD83D4F7348}"/>
                </a:ext>
              </a:extLst>
            </p:cNvPr>
            <p:cNvSpPr/>
            <p:nvPr/>
          </p:nvSpPr>
          <p:spPr>
            <a:xfrm>
              <a:off x="745661" y="7689386"/>
              <a:ext cx="451779" cy="451779"/>
            </a:xfrm>
            <a:custGeom>
              <a:avLst/>
              <a:gdLst/>
              <a:ahLst/>
              <a:cxnLst/>
              <a:rect l="0" t="0" r="0" b="0"/>
              <a:pathLst>
                <a:path w="451779" h="451779">
                  <a:moveTo>
                    <a:pt x="225889" y="52534"/>
                  </a:moveTo>
                  <a:lnTo>
                    <a:pt x="255628" y="0"/>
                  </a:lnTo>
                  <a:lnTo>
                    <a:pt x="284858" y="5814"/>
                  </a:lnTo>
                  <a:lnTo>
                    <a:pt x="313079" y="15394"/>
                  </a:lnTo>
                  <a:lnTo>
                    <a:pt x="312566" y="75759"/>
                  </a:lnTo>
                  <a:lnTo>
                    <a:pt x="331421" y="88357"/>
                  </a:lnTo>
                  <a:lnTo>
                    <a:pt x="348470" y="103309"/>
                  </a:lnTo>
                  <a:lnTo>
                    <a:pt x="406645" y="87190"/>
                  </a:lnTo>
                  <a:lnTo>
                    <a:pt x="423203" y="111970"/>
                  </a:lnTo>
                  <a:lnTo>
                    <a:pt x="436384" y="138699"/>
                  </a:lnTo>
                  <a:lnTo>
                    <a:pt x="393337" y="181021"/>
                  </a:lnTo>
                  <a:lnTo>
                    <a:pt x="397761" y="203262"/>
                  </a:lnTo>
                  <a:lnTo>
                    <a:pt x="399244" y="225889"/>
                  </a:lnTo>
                  <a:lnTo>
                    <a:pt x="451778" y="255627"/>
                  </a:lnTo>
                  <a:lnTo>
                    <a:pt x="445964" y="284857"/>
                  </a:lnTo>
                  <a:lnTo>
                    <a:pt x="436384" y="313079"/>
                  </a:lnTo>
                  <a:lnTo>
                    <a:pt x="376019" y="312567"/>
                  </a:lnTo>
                  <a:lnTo>
                    <a:pt x="363421" y="331421"/>
                  </a:lnTo>
                  <a:lnTo>
                    <a:pt x="348470" y="348469"/>
                  </a:lnTo>
                  <a:lnTo>
                    <a:pt x="364588" y="406645"/>
                  </a:lnTo>
                  <a:lnTo>
                    <a:pt x="339808" y="423203"/>
                  </a:lnTo>
                  <a:lnTo>
                    <a:pt x="313079" y="436384"/>
                  </a:lnTo>
                  <a:lnTo>
                    <a:pt x="270757" y="393337"/>
                  </a:lnTo>
                  <a:lnTo>
                    <a:pt x="248516" y="397761"/>
                  </a:lnTo>
                  <a:lnTo>
                    <a:pt x="225889" y="399244"/>
                  </a:lnTo>
                  <a:lnTo>
                    <a:pt x="196150" y="451778"/>
                  </a:lnTo>
                  <a:lnTo>
                    <a:pt x="166920" y="445964"/>
                  </a:lnTo>
                  <a:lnTo>
                    <a:pt x="138699" y="436384"/>
                  </a:lnTo>
                  <a:lnTo>
                    <a:pt x="139212" y="376019"/>
                  </a:lnTo>
                  <a:lnTo>
                    <a:pt x="120357" y="363421"/>
                  </a:lnTo>
                  <a:lnTo>
                    <a:pt x="103308" y="348469"/>
                  </a:lnTo>
                  <a:lnTo>
                    <a:pt x="45133" y="364588"/>
                  </a:lnTo>
                  <a:lnTo>
                    <a:pt x="28576" y="339808"/>
                  </a:lnTo>
                  <a:lnTo>
                    <a:pt x="15394" y="313079"/>
                  </a:lnTo>
                  <a:lnTo>
                    <a:pt x="58441" y="270757"/>
                  </a:lnTo>
                  <a:lnTo>
                    <a:pt x="54017" y="248516"/>
                  </a:lnTo>
                  <a:lnTo>
                    <a:pt x="52534" y="225889"/>
                  </a:lnTo>
                  <a:lnTo>
                    <a:pt x="0" y="196151"/>
                  </a:lnTo>
                  <a:lnTo>
                    <a:pt x="5814" y="166921"/>
                  </a:lnTo>
                  <a:lnTo>
                    <a:pt x="15394" y="138699"/>
                  </a:lnTo>
                  <a:lnTo>
                    <a:pt x="75759" y="139211"/>
                  </a:lnTo>
                  <a:lnTo>
                    <a:pt x="88357" y="120357"/>
                  </a:lnTo>
                  <a:lnTo>
                    <a:pt x="103308" y="103309"/>
                  </a:lnTo>
                  <a:lnTo>
                    <a:pt x="87190" y="45133"/>
                  </a:lnTo>
                  <a:lnTo>
                    <a:pt x="111970" y="28575"/>
                  </a:lnTo>
                  <a:lnTo>
                    <a:pt x="138699" y="15394"/>
                  </a:lnTo>
                  <a:lnTo>
                    <a:pt x="181021" y="58441"/>
                  </a:lnTo>
                  <a:lnTo>
                    <a:pt x="203262" y="54017"/>
                  </a:ln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rain_gear_part_1">
              <a:extLst>
                <a:ext uri="{FF2B5EF4-FFF2-40B4-BE49-F238E27FC236}">
                  <a16:creationId xmlns:a16="http://schemas.microsoft.com/office/drawing/2014/main" id="{6F5DA9F0-B8DF-7B0F-3015-86CB8A403B01}"/>
                </a:ext>
              </a:extLst>
            </p:cNvPr>
            <p:cNvSpPr/>
            <p:nvPr/>
          </p:nvSpPr>
          <p:spPr>
            <a:xfrm>
              <a:off x="887349" y="7831074"/>
              <a:ext cx="168402" cy="168402"/>
            </a:xfrm>
            <a:prstGeom prst="ellipse">
              <a:avLst/>
            </a:prstGeom>
            <a:solidFill>
              <a:srgbClr val="EAF6F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0683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2026-10-05T11:24:39Z</dcterms:created>
  <dcterms:modified xsi:type="dcterms:W3CDTF">2026-10-05T11:24:39Z</dcterms:modified>
</cp:coreProperties>
</file>