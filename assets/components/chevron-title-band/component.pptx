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AC126-51CD-F0B1-7D30-3FB1A6215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8C6461-480F-C9ED-9F2F-643DC92B4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6E8FE-35FD-CD0F-ABBA-DF64330B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6FB83-B16F-37C6-A33E-64ECC138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3A3AEB-97F8-6002-2DEF-B12F75D5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3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99D7F-46E7-AF81-2403-E7A9A0F1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A3824-28F0-A887-E93C-3192B428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4E8DE-F57A-845B-F577-9E7C7AAA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5747DA-8D20-C354-A978-445421820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5328AD-7650-9766-3F3C-03FA3A5B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00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10F1C-AF28-4FF1-B5BD-6859799B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E4726-3473-BF7B-B788-2ACCB4D9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D214E9-B5E5-F674-2AB5-628AE74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F1CC1-45BB-7DEF-FD96-C9FE4C09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FB3F8-267E-CEF9-E364-9E5AC5E9D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12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08535-8C4B-2B9F-9340-307F9769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B1205-230E-4BF7-8FD9-1A9ABA63A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3E333B-11E3-8B9D-7274-B7A667E37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50BD7A-93A7-F5F9-37AD-6F0DC9DF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B6203-91B8-4A36-693D-A7036E4FE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78348D-7256-351A-7ADD-0EB3DD62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76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3DA76-71D7-C358-0C86-F81716B42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8422E-5D36-4170-3A2C-D2AF2FE88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888905-3166-89E6-5826-BEE9B04B7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D95CF7-7808-935A-A609-8B5B35158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F9ED6E-2BFF-C5C8-3B7C-B462539F5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B9FB1F-51F3-1375-99B1-07DD84AA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EAA81B-F7C9-08F9-BFB1-698929BF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DD1132-1568-94D3-2313-100C3DC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18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D9810-9D18-4E10-925F-8D2BDD96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501E20-B864-FA0A-D8B0-A8FC4135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DBB006-FFC7-1794-D36C-9F1036CD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3ECE30-486E-4DE3-2B2B-B37AFB5E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326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368981-8A39-930A-D94F-F963F1D8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306B8F-E239-7A95-38FC-0C15F167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009211-BB65-6D76-B41E-D5F7F583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19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A322A-9BC3-7E7A-EC1A-F77C60070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647C8-D828-923A-6842-4877F01A8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12CA1D-C00D-A70E-8E46-6747429B2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05C843-6CE4-7121-FE89-C04DF974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87279E-563D-D7AD-CBBC-676CB4EF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27C8AE-B6AF-B6A0-133C-205D45DC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3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113D4-F004-8176-D5B7-9D4C27D9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60B23E-C07F-BE46-9370-BC853F026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4DF400-D9A3-47F2-5AAD-34C3C7D9E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38E4F7-7673-8001-F1A7-7AE1F366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8339D9-AF68-2A4A-1BE8-545899AB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B40D2A-9E4A-9609-A059-8C74BE12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72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AB18B-0F30-93BF-14D8-F2A1AC51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D072A9-9CA7-26DA-FC2B-BA56E544F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436247-B386-761C-1110-757519D3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B0289-5655-3FA3-99A1-E3D3D31D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92D64A-9B81-2616-92FF-8B1067AD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80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118D46-6F8A-1DAB-8B95-0158F7637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F3E3CA-47A6-8EA0-5BDD-6BFE9FC48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DF6895-560D-4BBC-043B-BA8DE5E1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3DCE33-AC48-CEE9-D373-DB5890E3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20D8A-F7B5-DA0D-4FA0-E273D740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38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E2F943-F720-BC6E-6A8C-59CAF3ED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5F02C-2619-3922-278C-F9E33B361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546F9-4A61-0478-4C67-E46545472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D13F5-05D0-47DD-8440-E5E9643AA7E9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2ADCC7-A898-D4E5-91F2-0758FF61E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F6E6AE-FEA9-8036-6AC3-BF1E4C039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A8EC9-75F0-4816-A7DF-C9BB221FB2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75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mponent_chevron-title-band" descr="Reusable native component; source page 20">
            <a:extLst>
              <a:ext uri="{FF2B5EF4-FFF2-40B4-BE49-F238E27FC236}">
                <a16:creationId xmlns:a16="http://schemas.microsoft.com/office/drawing/2014/main" id="{2935CF81-B55C-B4B9-2002-07E63C5FE380}"/>
              </a:ext>
            </a:extLst>
          </p:cNvPr>
          <p:cNvGrpSpPr>
            <a:grpSpLocks noChangeAspect="1"/>
          </p:cNvGrpSpPr>
          <p:nvPr/>
        </p:nvGrpSpPr>
        <p:grpSpPr>
          <a:xfrm>
            <a:off x="1751838" y="3425630"/>
            <a:ext cx="12422124" cy="2111765"/>
            <a:chOff x="428625" y="7867650"/>
            <a:chExt cx="2857501" cy="485776"/>
          </a:xfrm>
        </p:grpSpPr>
        <p:sp>
          <p:nvSpPr>
            <p:cNvPr id="2" name="summary_label_bg">
              <a:extLst>
                <a:ext uri="{FF2B5EF4-FFF2-40B4-BE49-F238E27FC236}">
                  <a16:creationId xmlns:a16="http://schemas.microsoft.com/office/drawing/2014/main" id="{B7F50FB2-B762-C9D6-2251-1C9B9377130A}"/>
                </a:ext>
              </a:extLst>
            </p:cNvPr>
            <p:cNvSpPr/>
            <p:nvPr/>
          </p:nvSpPr>
          <p:spPr>
            <a:xfrm>
              <a:off x="428625" y="7867650"/>
              <a:ext cx="2857501" cy="485776"/>
            </a:xfrm>
            <a:custGeom>
              <a:avLst/>
              <a:gdLst/>
              <a:ahLst/>
              <a:cxnLst/>
              <a:rect l="0" t="0" r="0" b="0"/>
              <a:pathLst>
                <a:path w="2857501" h="485776">
                  <a:moveTo>
                    <a:pt x="0" y="0"/>
                  </a:moveTo>
                  <a:lnTo>
                    <a:pt x="2524125" y="0"/>
                  </a:lnTo>
                  <a:lnTo>
                    <a:pt x="2857500" y="242888"/>
                  </a:lnTo>
                  <a:lnTo>
                    <a:pt x="2524125" y="485775"/>
                  </a:lnTo>
                  <a:lnTo>
                    <a:pt x="0" y="48577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78DB"/>
                </a:gs>
                <a:gs pos="100000">
                  <a:srgbClr val="064A9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summary_label_text">
              <a:extLst>
                <a:ext uri="{FF2B5EF4-FFF2-40B4-BE49-F238E27FC236}">
                  <a16:creationId xmlns:a16="http://schemas.microsoft.com/office/drawing/2014/main" id="{FB018B58-D7B1-880A-38E6-3ED39700548F}"/>
                </a:ext>
              </a:extLst>
            </p:cNvPr>
            <p:cNvSpPr>
              <a:spLocks/>
            </p:cNvSpPr>
            <p:nvPr/>
          </p:nvSpPr>
          <p:spPr>
            <a:xfrm>
              <a:off x="581025" y="7886700"/>
              <a:ext cx="2333625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1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Microsoft YaHei"/>
                </a:rPr>
                <a:t>模块说明</a:t>
              </a:r>
              <a:endParaRPr sz="21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993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2026-10-05T11:24:34Z</dcterms:created>
  <dcterms:modified xsi:type="dcterms:W3CDTF">2026-10-05T11:24:34Z</dcterms:modified>
</cp:coreProperties>
</file>