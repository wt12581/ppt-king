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F48E8-B242-738D-2779-C8DB3A43A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C1D311-82C9-F60E-E848-5B36F11B0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FF7CA8-12B5-3DB0-831B-A3FA3413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9FF780-182B-2977-17A7-987C50E7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699FF-09E2-0C77-1038-775A6ECC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4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66B61-F6F9-E2FD-4E91-07585B08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B0C71C-6AA4-21AA-F9C0-00D3BB81A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F2F546-4CF0-2CBA-E89F-05B1C2D3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B86289-54A2-2B4E-14A5-B0DDF00F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6B11C-DB2B-7E51-E342-8823F642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33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F921B-B7D7-9971-57F2-DE95D778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6731BE-5DA2-A9DB-1041-6221B0793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F464B-EFAA-E8F0-89CD-2463ADE39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124B69-C01A-3914-7C9A-82D9CD33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3A9AE8-8B4D-D451-FBF6-3BFAC9D2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635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560C3-BAF8-2C71-443E-712AC55A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57413-A243-BF4E-492E-DDCA667A4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638E1F-47C2-051D-0404-047C69C59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ADBA9A-C0A3-98B6-2B3B-55A3469B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4D8830-80E1-B786-13CB-DCAA4E74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B48C91-D951-BC0A-5674-4E03B6F9A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3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34C9D-EA71-7C1A-1940-936B51BAE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872D66-8957-F1B7-00C3-76F4F2320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5403E9-F979-4E10-8FBF-083C1263A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FF6A40-A569-C264-176F-CEBA3BB94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5FE68F-E5BA-6E0C-06DE-A6B8934D6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5B7435-3CE4-BD77-6418-FEDE6C6C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CF5C4F-3299-8F0A-C342-CD2BD33C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4E293A-738A-C69B-0463-FC96C8DA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64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CCC8C-D06D-56B7-06CF-820AD8B63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18970A-8907-4C86-B719-C30C5DE4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F84135-DF75-2657-CB0B-C7F9F8A1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FAF58F-5079-1318-9911-EB56719D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84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DF0EFD-FB69-D3E2-DE58-B55BA1C5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6092CF-5762-E5B8-1168-BE1F562A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92FE7D-827B-1F6E-A494-45EF7268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04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B4A5B-B9A1-CD11-70D3-BF172877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0F6934-A676-5737-AC51-BAD011FE0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68D3B0-239B-47BE-E909-0F849D940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2249CF-8CC3-D0E0-5F1C-430B6E8B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956B3F-BD04-8CD8-10D7-EEBED2FC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EF629E-1419-ECCB-DDE9-2B8C6756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89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C2C7B-BFFA-E3E5-D505-1051313CA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2FC040-7343-A5FD-D41E-D9A9D69A5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14FD78-3E1C-C85E-87BC-B133C3E7A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E241BA-88CA-B81E-E968-054C697F6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2293FD-9566-0F84-1F6B-DF5A5374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BA71BA-9879-CF24-75DF-4786F140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82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3B944-B7EA-8972-88D6-DA4D0C42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54D0E5-5F2F-F08F-08FA-D39E55935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005ED-637A-A009-EAF6-2BDFEF0C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BBAF36-37D2-4ADC-0F5D-E935C44E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39E790-9C37-E12E-35C8-10A03425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86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CD2E7E-2482-5346-F013-6D79A0F834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55EE55-8534-1420-E9D5-BC641A3B3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4E3B0-984A-CD75-9644-6FC544081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AA9285-495A-56F7-CECE-F43DA869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D15D5-1FD6-A718-C133-5A21D01B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19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41C14D-24C1-3FFE-9415-D723AED5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072BE7-0F08-0A44-948D-1A78A5E43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41E519-F48F-BCCF-1B33-EDAB3EC38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993B1-7838-4165-A5CC-DF776EBB8C25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641AE3-AC7A-C6E4-F18F-FBF5D814D3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C297AC-A46C-59AD-5414-3B31D8705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A7D21-70D1-4D15-8AF0-98DE5A4B0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322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database" descr="Reusable native component; source page 6">
            <a:extLst>
              <a:ext uri="{FF2B5EF4-FFF2-40B4-BE49-F238E27FC236}">
                <a16:creationId xmlns:a16="http://schemas.microsoft.com/office/drawing/2014/main" id="{2FA81A12-149D-4B7E-ACB6-0FC787257BF4}"/>
              </a:ext>
            </a:extLst>
          </p:cNvPr>
          <p:cNvGrpSpPr>
            <a:grpSpLocks noChangeAspect="1"/>
          </p:cNvGrpSpPr>
          <p:nvPr/>
        </p:nvGrpSpPr>
        <p:grpSpPr>
          <a:xfrm>
            <a:off x="5591866" y="1568529"/>
            <a:ext cx="4742069" cy="5825966"/>
            <a:chOff x="2223135" y="2731008"/>
            <a:chExt cx="1306831" cy="1605534"/>
          </a:xfrm>
        </p:grpSpPr>
        <p:sp>
          <p:nvSpPr>
            <p:cNvPr id="3" name="database_icon_part_0">
              <a:extLst>
                <a:ext uri="{FF2B5EF4-FFF2-40B4-BE49-F238E27FC236}">
                  <a16:creationId xmlns:a16="http://schemas.microsoft.com/office/drawing/2014/main" id="{208D21A8-2F56-866D-2BEC-1E80AFA3DA96}"/>
                </a:ext>
              </a:extLst>
            </p:cNvPr>
            <p:cNvSpPr/>
            <p:nvPr/>
          </p:nvSpPr>
          <p:spPr>
            <a:xfrm>
              <a:off x="2223135" y="2955036"/>
              <a:ext cx="1306830" cy="1157478"/>
            </a:xfrm>
            <a:prstGeom prst="rect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database_icon_part_1">
              <a:extLst>
                <a:ext uri="{FF2B5EF4-FFF2-40B4-BE49-F238E27FC236}">
                  <a16:creationId xmlns:a16="http://schemas.microsoft.com/office/drawing/2014/main" id="{13E7258A-A840-A43F-8E91-17181706FE76}"/>
                </a:ext>
              </a:extLst>
            </p:cNvPr>
            <p:cNvSpPr/>
            <p:nvPr/>
          </p:nvSpPr>
          <p:spPr>
            <a:xfrm>
              <a:off x="2223135" y="2731008"/>
              <a:ext cx="1306830" cy="466725"/>
            </a:xfrm>
            <a:prstGeom prst="ellipse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database_icon_part_2">
              <a:extLst>
                <a:ext uri="{FF2B5EF4-FFF2-40B4-BE49-F238E27FC236}">
                  <a16:creationId xmlns:a16="http://schemas.microsoft.com/office/drawing/2014/main" id="{AE289029-8A58-6F62-31B6-684F965FF58E}"/>
                </a:ext>
              </a:extLst>
            </p:cNvPr>
            <p:cNvSpPr/>
            <p:nvPr/>
          </p:nvSpPr>
          <p:spPr>
            <a:xfrm>
              <a:off x="2223135" y="3869817"/>
              <a:ext cx="1306830" cy="466725"/>
            </a:xfrm>
            <a:prstGeom prst="ellipse">
              <a:avLst/>
            </a:prstGeom>
            <a:solidFill>
              <a:srgbClr val="0865BE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database_icon_part_3">
              <a:extLst>
                <a:ext uri="{FF2B5EF4-FFF2-40B4-BE49-F238E27FC236}">
                  <a16:creationId xmlns:a16="http://schemas.microsoft.com/office/drawing/2014/main" id="{4F9BECED-C18A-4B06-9B54-A9D7EE8D0001}"/>
                </a:ext>
              </a:extLst>
            </p:cNvPr>
            <p:cNvSpPr/>
            <p:nvPr/>
          </p:nvSpPr>
          <p:spPr>
            <a:xfrm>
              <a:off x="2223135" y="3216402"/>
              <a:ext cx="1306831" cy="336043"/>
            </a:xfrm>
            <a:custGeom>
              <a:avLst/>
              <a:gdLst/>
              <a:ahLst/>
              <a:cxnLst/>
              <a:rect l="0" t="0" r="0" b="0"/>
              <a:pathLst>
                <a:path w="1306831" h="336043">
                  <a:moveTo>
                    <a:pt x="0" y="0"/>
                  </a:moveTo>
                  <a:cubicBezTo>
                    <a:pt x="224028" y="336042"/>
                    <a:pt x="1101471" y="336042"/>
                    <a:pt x="1306830" y="0"/>
                  </a:cubicBezTo>
                </a:path>
              </a:pathLst>
            </a:custGeom>
            <a:ln w="74676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database_icon_part_4">
              <a:extLst>
                <a:ext uri="{FF2B5EF4-FFF2-40B4-BE49-F238E27FC236}">
                  <a16:creationId xmlns:a16="http://schemas.microsoft.com/office/drawing/2014/main" id="{46AF7D6C-C1AD-76F7-3616-4BCAD7BEE257}"/>
                </a:ext>
              </a:extLst>
            </p:cNvPr>
            <p:cNvSpPr/>
            <p:nvPr/>
          </p:nvSpPr>
          <p:spPr>
            <a:xfrm>
              <a:off x="2223135" y="3571113"/>
              <a:ext cx="1306831" cy="336043"/>
            </a:xfrm>
            <a:custGeom>
              <a:avLst/>
              <a:gdLst/>
              <a:ahLst/>
              <a:cxnLst/>
              <a:rect l="0" t="0" r="0" b="0"/>
              <a:pathLst>
                <a:path w="1306831" h="336043">
                  <a:moveTo>
                    <a:pt x="0" y="0"/>
                  </a:moveTo>
                  <a:cubicBezTo>
                    <a:pt x="224028" y="336042"/>
                    <a:pt x="1101471" y="336042"/>
                    <a:pt x="1306830" y="0"/>
                  </a:cubicBezTo>
                </a:path>
              </a:pathLst>
            </a:custGeom>
            <a:ln w="74676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558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2026-10-05T11:24:40Z</dcterms:created>
  <dcterms:modified xsi:type="dcterms:W3CDTF">2026-10-05T11:24:40Z</dcterms:modified>
</cp:coreProperties>
</file>