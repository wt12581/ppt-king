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F5D9B-1F34-4C84-E85D-46C8E269F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0725" y="1466866"/>
            <a:ext cx="11944350" cy="31204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797DCA-1EED-A0C1-CDB5-9AFAEC63D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0725" y="4707664"/>
            <a:ext cx="11944350" cy="216398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EC6B0B-5396-CB21-7AF9-42CAE7241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29F9-B3F6-4934-9F51-D72945FF75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3A3065-4B3C-9192-F254-D26C65552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BDC33C-1B47-D46A-F1E7-5819758A1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76945-D719-464E-BAC7-D181C6B85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067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8AC94B-880B-11D9-D969-69DAD0596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7825A3-8C64-EEDA-09CF-AE0DF62D3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36A96D-63AD-4CEF-67C0-540ED872C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29F9-B3F6-4934-9F51-D72945FF75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9B2617-9093-BFA5-D804-47453998A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DDE84C-1255-6B7F-6796-B2343EC49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76945-D719-464E-BAC7-D181C6B85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721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FF215D-8191-808B-8FE3-77F63006B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05" y="2234534"/>
            <a:ext cx="13736003" cy="37283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8B555F-9BA2-1708-67C6-4F72EFBE9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6605" y="5998175"/>
            <a:ext cx="13736003" cy="19606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436E65-FDC9-4DE6-5B2B-78CEB3636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29F9-B3F6-4934-9F51-D72945FF75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95250A-B322-C7FE-C556-82066AB12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5F5A88-9093-9961-4BCF-609A0AD95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76945-D719-464E-BAC7-D181C6B85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006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782771-5E83-A85E-62AB-51150EBB7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77C4B0-CF28-EBD0-F585-439ECACD4A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4900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37C2B8-91C5-9756-4FE7-488B87F0E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62437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BBBFCD-A6BE-173E-3813-17987E5F6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29F9-B3F6-4934-9F51-D72945FF75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525B5B-7ECC-9990-EE9D-D7D2FCFB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6D68C6-CB48-539F-CAA8-493DEA80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76945-D719-464E-BAC7-D181C6B85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47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8AD4D3-8527-ACC7-0D65-2951342E7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3" y="477200"/>
            <a:ext cx="13736003" cy="17324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B2DE40-46AB-C262-A6AD-D102D498E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6975" y="2197187"/>
            <a:ext cx="673735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3AEC06-9139-3B7D-0698-E9B4E760B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75" y="3273994"/>
            <a:ext cx="673735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635D580-E6DE-C9DA-7593-F0F84AEC42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62437" y="2197187"/>
            <a:ext cx="677053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B4AA71A-14F0-E93D-741F-928191228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62437" y="3273994"/>
            <a:ext cx="677053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83DFEAD-B0B2-60CA-395B-F079EF825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29F9-B3F6-4934-9F51-D72945FF75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3D15E38-46E4-4CBD-C122-4C3D49A6F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63B7F99-3E25-353F-5BCF-D5B8D5C9D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76945-D719-464E-BAC7-D181C6B85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612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04055E-3E6A-15C8-5144-BDEA8F26B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A671FD-1CAD-097A-BBA5-8C329716B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29F9-B3F6-4934-9F51-D72945FF75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47C646-9902-D854-EDC3-8F46969B4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8CD2A9-0AEE-C714-5082-BEA196547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76945-D719-464E-BAC7-D181C6B85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058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5DC67DF-D385-44CC-CF65-83ED781E6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29F9-B3F6-4934-9F51-D72945FF75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2EB8EFF-3927-1C6E-51FE-6410FCBA9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161A47-BDCD-A20F-3E58-DEA656A0D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76945-D719-464E-BAC7-D181C6B85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511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06404-3AEE-D770-745F-E744FC533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624CC2-CD2A-7385-52FB-B5E19F1EF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2303DD-648E-367F-E503-19138F338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3CFF97-AE4D-205B-9106-89275D775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29F9-B3F6-4934-9F51-D72945FF75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03EB2F-80B1-169E-959C-8F0EF212A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6017E4-165B-3480-ECDA-782B53A5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76945-D719-464E-BAC7-D181C6B85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331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67CA84-7D31-185F-EC86-EA9B4C449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DAAD71-9A3A-A0D3-8E9B-DF0214A7F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C58446-B8F0-7F5C-994A-EEF68EAA0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E5824B-7F94-4EA8-A8B9-B20B606BA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29F9-B3F6-4934-9F51-D72945FF75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8983BC-39DE-FCCD-618C-A3E524125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EF0720-89C0-0D66-D1DC-79AD0E0BA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76945-D719-464E-BAC7-D181C6B85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931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16872F-12B8-F914-FD33-82C6B8BE5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8C3645-15D8-80FD-14E4-65EC8808B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46C551-06BB-573E-63A9-6CBEE57D7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29F9-B3F6-4934-9F51-D72945FF75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72A1B9-CA64-92F9-84EE-C93B673F2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37186B-83A9-F7AD-5C8D-0FF2DE97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76945-D719-464E-BAC7-D181C6B85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931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C3ED508-EDA2-2EDE-691C-2EEA61AE8D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396901" y="477198"/>
            <a:ext cx="3434001" cy="75957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B6190B-C7E3-51BF-FBE1-53B891576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94900" y="477198"/>
            <a:ext cx="10102929" cy="75957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BEA196-B2E1-0979-5B07-CA4AAEBEB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29F9-B3F6-4934-9F51-D72945FF75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491C0C-AAD5-C6D6-3A67-32784F077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D55F59-3F5A-8CB2-FFD5-82A7DFC03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76945-D719-464E-BAC7-D181C6B85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40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05CB05-FC7A-F0B8-D9DD-C677791AE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99" y="477200"/>
            <a:ext cx="13736003" cy="173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81D535-52C9-0829-AFBB-B3700F9E4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4899" y="2385990"/>
            <a:ext cx="13736003" cy="568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0A30C8-A450-FD7A-BB86-D5760A4354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4900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7F29F9-B3F6-4934-9F51-D72945FF75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0B2A13-CC37-57B6-E8C0-369856F9B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5421" y="8307398"/>
            <a:ext cx="5374958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1180F7-863A-62F0-DBF5-BC6DF10FEC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597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A76945-D719-464E-BAC7-D181C6B85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236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mponent_analysis-report" descr="Reusable native component; source page 24">
            <a:extLst>
              <a:ext uri="{FF2B5EF4-FFF2-40B4-BE49-F238E27FC236}">
                <a16:creationId xmlns:a16="http://schemas.microsoft.com/office/drawing/2014/main" id="{EF11FA76-1941-5027-C238-30B69BD2CB81}"/>
              </a:ext>
            </a:extLst>
          </p:cNvPr>
          <p:cNvGrpSpPr>
            <a:grpSpLocks noChangeAspect="1"/>
          </p:cNvGrpSpPr>
          <p:nvPr/>
        </p:nvGrpSpPr>
        <p:grpSpPr>
          <a:xfrm>
            <a:off x="5535419" y="1568529"/>
            <a:ext cx="4854963" cy="5825966"/>
            <a:chOff x="3747440" y="6439776"/>
            <a:chExt cx="462915" cy="555499"/>
          </a:xfrm>
        </p:grpSpPr>
        <p:sp>
          <p:nvSpPr>
            <p:cNvPr id="3" name="priority_analysis_report_part_0">
              <a:extLst>
                <a:ext uri="{FF2B5EF4-FFF2-40B4-BE49-F238E27FC236}">
                  <a16:creationId xmlns:a16="http://schemas.microsoft.com/office/drawing/2014/main" id="{E2AE7E47-051E-392A-2819-2C2789DC5A50}"/>
                </a:ext>
              </a:extLst>
            </p:cNvPr>
            <p:cNvSpPr/>
            <p:nvPr/>
          </p:nvSpPr>
          <p:spPr>
            <a:xfrm>
              <a:off x="3747440" y="6439776"/>
              <a:ext cx="462915" cy="555499"/>
            </a:xfrm>
            <a:prstGeom prst="roundRect">
              <a:avLst/>
            </a:prstGeom>
            <a:noFill/>
            <a:ln w="24689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" name="priority_analysis_report_part_1">
              <a:extLst>
                <a:ext uri="{FF2B5EF4-FFF2-40B4-BE49-F238E27FC236}">
                  <a16:creationId xmlns:a16="http://schemas.microsoft.com/office/drawing/2014/main" id="{2BC88A7C-7CE1-728F-2E52-A8839705E5FA}"/>
                </a:ext>
              </a:extLst>
            </p:cNvPr>
            <p:cNvCxnSpPr/>
            <p:nvPr/>
          </p:nvCxnSpPr>
          <p:spPr>
            <a:xfrm>
              <a:off x="3833850" y="6550876"/>
              <a:ext cx="283922" cy="0"/>
            </a:xfrm>
            <a:prstGeom prst="line">
              <a:avLst/>
            </a:prstGeom>
            <a:ln w="24689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priority_analysis_report_part_2">
              <a:extLst>
                <a:ext uri="{FF2B5EF4-FFF2-40B4-BE49-F238E27FC236}">
                  <a16:creationId xmlns:a16="http://schemas.microsoft.com/office/drawing/2014/main" id="{71F388A4-2F95-5D24-1699-5B47918D4F5C}"/>
                </a:ext>
              </a:extLst>
            </p:cNvPr>
            <p:cNvCxnSpPr/>
            <p:nvPr/>
          </p:nvCxnSpPr>
          <p:spPr>
            <a:xfrm>
              <a:off x="3833850" y="6643459"/>
              <a:ext cx="283922" cy="0"/>
            </a:xfrm>
            <a:prstGeom prst="line">
              <a:avLst/>
            </a:prstGeom>
            <a:ln w="24689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priority_analysis_report_part_3">
              <a:extLst>
                <a:ext uri="{FF2B5EF4-FFF2-40B4-BE49-F238E27FC236}">
                  <a16:creationId xmlns:a16="http://schemas.microsoft.com/office/drawing/2014/main" id="{9239E188-BD3F-8A96-717E-968464F03552}"/>
                </a:ext>
              </a:extLst>
            </p:cNvPr>
            <p:cNvCxnSpPr/>
            <p:nvPr/>
          </p:nvCxnSpPr>
          <p:spPr>
            <a:xfrm>
              <a:off x="3833850" y="6736042"/>
              <a:ext cx="160478" cy="0"/>
            </a:xfrm>
            <a:prstGeom prst="line">
              <a:avLst/>
            </a:prstGeom>
            <a:ln w="24689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priority_analysis_report_part_4">
              <a:extLst>
                <a:ext uri="{FF2B5EF4-FFF2-40B4-BE49-F238E27FC236}">
                  <a16:creationId xmlns:a16="http://schemas.microsoft.com/office/drawing/2014/main" id="{EAA8D63D-D69D-642E-CBF4-DDD56CFA718C}"/>
                </a:ext>
              </a:extLst>
            </p:cNvPr>
            <p:cNvSpPr/>
            <p:nvPr/>
          </p:nvSpPr>
          <p:spPr>
            <a:xfrm>
              <a:off x="3864712" y="6871830"/>
              <a:ext cx="61722" cy="80239"/>
            </a:xfrm>
            <a:prstGeom prst="rect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priority_analysis_report_part_5">
              <a:extLst>
                <a:ext uri="{FF2B5EF4-FFF2-40B4-BE49-F238E27FC236}">
                  <a16:creationId xmlns:a16="http://schemas.microsoft.com/office/drawing/2014/main" id="{290EBA85-34DE-0FAD-D588-CB13C7A55F81}"/>
                </a:ext>
              </a:extLst>
            </p:cNvPr>
            <p:cNvSpPr/>
            <p:nvPr/>
          </p:nvSpPr>
          <p:spPr>
            <a:xfrm>
              <a:off x="3975811" y="6797764"/>
              <a:ext cx="61722" cy="154305"/>
            </a:xfrm>
            <a:prstGeom prst="rect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priority_analysis_report_part_6">
              <a:extLst>
                <a:ext uri="{FF2B5EF4-FFF2-40B4-BE49-F238E27FC236}">
                  <a16:creationId xmlns:a16="http://schemas.microsoft.com/office/drawing/2014/main" id="{9C89577D-C94D-C079-AE93-C09238385A5A}"/>
                </a:ext>
              </a:extLst>
            </p:cNvPr>
            <p:cNvSpPr/>
            <p:nvPr/>
          </p:nvSpPr>
          <p:spPr>
            <a:xfrm>
              <a:off x="4086911" y="6717526"/>
              <a:ext cx="61721" cy="234543"/>
            </a:xfrm>
            <a:prstGeom prst="rect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61030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wentao liu</dc:creator>
  <cp:lastModifiedBy>wentao liu</cp:lastModifiedBy>
  <cp:revision>1</cp:revision>
  <dcterms:created xsi:type="dcterms:W3CDTF">2026-10-05T11:24:41Z</dcterms:created>
  <dcterms:modified xsi:type="dcterms:W3CDTF">2026-10-05T11:24:41Z</dcterms:modified>
</cp:coreProperties>
</file>