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925800" cy="8963025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0720A23-F004-D811-97F9-6E4B869A90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0725" y="1466866"/>
            <a:ext cx="11944350" cy="312046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90DC6C3-295C-9148-33EE-490EA31B3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0725" y="4707664"/>
            <a:ext cx="11944350" cy="2163989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7EAA765-8B92-8815-F6B9-1B4BAD7A6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58B527-F33D-B82D-6393-90684C2FE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856692-421C-B5BF-B74B-B667AD132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844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1494E4-0337-861F-6075-ADCC8F4B9C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468F22-07AD-D2F5-9751-E149E554C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8EC9A5-8C8B-58F6-00DC-970F3B9CD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77943C-F681-B2CD-D741-4111B60DD9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9B58133-315A-214F-A7DD-364062E5A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332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E61FB0-AFE2-2518-6C21-0B4CA03F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6605" y="2234534"/>
            <a:ext cx="13736003" cy="3728369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F117B1-5928-EB7A-4ACC-3C1F0DCA58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6605" y="5998175"/>
            <a:ext cx="13736003" cy="1960661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B55AED-B29D-A1C4-12C5-3EA7CC909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212CA-4FF6-25AC-7EA5-3E35AB72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4F6657-D954-9943-6A4D-921D9D598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775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408B6A-CD7F-43C1-4A35-F984CD71E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A9EA3D-CE80-35E1-E8BC-1BD6453A67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94900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A6F1E62-8D89-9ED3-D324-26A0D543B3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062437" y="2385990"/>
            <a:ext cx="6768465" cy="568695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A412A7-4050-21F4-40F0-9D50974655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498F1DC-9ECB-E005-C026-4C2170B4A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065E97-1A21-EA88-B574-2EDC8792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8730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68AD49B-AAC6-2888-5A89-F90B611BC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3" y="477200"/>
            <a:ext cx="13736003" cy="173243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E1814C6-3F52-376D-693A-060AA9BBB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6975" y="2197187"/>
            <a:ext cx="673735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B96738-015F-B503-BF59-2845BDBBBA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6975" y="3273994"/>
            <a:ext cx="673735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9026102-C9BF-7A6B-6A13-0BD176AAD7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062437" y="2197187"/>
            <a:ext cx="6770539" cy="107680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CEE0553-5EC8-674C-E483-41F29DF69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062437" y="3273994"/>
            <a:ext cx="6770539" cy="48155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69BD26-C70E-8D93-B246-8D91CBB60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F99DC89E-5FD8-D0AE-8D0C-9D725F69F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21EF62A-3D8E-9DFF-3FAA-D9136E970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2525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E4B60B-2846-2E96-AC68-9565A90F1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13BB69-6C39-E89E-42D7-2D27C5752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839532-1AA0-0575-57BB-E373325B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01E0C04-9390-0117-044A-71EAEDCE2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9124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92E4ADE-F473-F4E1-C815-BFF0CD33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886BEF5-E2CC-A740-8A79-41CD9A0EE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73185A-B118-FEFA-DEE8-CD26E0327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80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5A13B5-4867-4895-4718-12F82363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60C71FC-44F8-9B2A-39B1-BC5821246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1756050-7AC6-7D01-4228-A9E09CEACB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604259-482B-9361-73AF-9E6699117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C90802-A34F-5F79-7AC0-753C2D20A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EB3F884-98D2-1640-19BD-C9BCDD70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0408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735E95-FCE0-0497-B29A-BA9E53556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975" y="597535"/>
            <a:ext cx="5136485" cy="209137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211E61-1B4A-359B-082F-0C35A403F7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770539" y="1290512"/>
            <a:ext cx="8062436" cy="636955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BFB9314-01F1-8D6F-625F-87BF4587DF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96975" y="2688907"/>
            <a:ext cx="5136485" cy="498153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98785E-76DE-1576-5B4F-ED4E52E83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CA091B-2A44-6623-B8CF-E91DD4DA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EC7A98-9696-68B9-D15F-83E34CEEA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5909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5A5F6-9095-478F-1F1A-DDA7D42FE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786810D-C8B5-72B3-E0C8-9DBD8E0E5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85E416E-E782-4152-F70E-8DDFADEC3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6C9D59-DFE2-1962-7EE1-A737E78D8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B29C1B-206B-D46F-038B-289E27563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5643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B3384B7-07B4-AE6E-5DB4-A967B3B61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396901" y="477198"/>
            <a:ext cx="3434001" cy="75957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52FF80-6449-527D-6AE5-A212A3B4F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94900" y="477198"/>
            <a:ext cx="10102929" cy="75957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2FF1479-70B3-115F-DD5B-C5D850817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8CEAC4E-646B-39C6-DD9F-156C57C58B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CA6511-E229-AC51-AF07-4F7B26BFE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543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57CAECA-E4AF-6878-4C37-86245D41E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4899" y="477200"/>
            <a:ext cx="13736003" cy="1732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3E86B20-98E8-CDBF-1D32-50C1DB7FF2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4899" y="2385990"/>
            <a:ext cx="13736003" cy="56869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382BF6C-D133-D2F5-DCBC-BED4994E3A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94900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398D21-986E-4696-BE79-20746BF5E23C}" type="datetimeFigureOut">
              <a:rPr lang="zh-CN" altLang="en-US" smtClean="0"/>
              <a:t>2026/10/5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A55654-9FFF-14C1-DF30-3C27245F90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75421" y="8307398"/>
            <a:ext cx="5374958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4D6F03-73D9-F56A-A291-FF34351186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47597" y="8307398"/>
            <a:ext cx="3583305" cy="4771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DC14EA-C385-4439-B71A-76DAC13FC7F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80921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mponent_analysis-monitor" descr="Reusable native component; source page 23">
            <a:extLst>
              <a:ext uri="{FF2B5EF4-FFF2-40B4-BE49-F238E27FC236}">
                <a16:creationId xmlns:a16="http://schemas.microsoft.com/office/drawing/2014/main" id="{8229AAFB-A26D-25D7-369B-35F67D192366}"/>
              </a:ext>
            </a:extLst>
          </p:cNvPr>
          <p:cNvGrpSpPr>
            <a:grpSpLocks noChangeAspect="1"/>
          </p:cNvGrpSpPr>
          <p:nvPr/>
        </p:nvGrpSpPr>
        <p:grpSpPr>
          <a:xfrm>
            <a:off x="4758618" y="1568529"/>
            <a:ext cx="6408563" cy="5825966"/>
            <a:chOff x="11390376" y="6616827"/>
            <a:chExt cx="1374648" cy="1249680"/>
          </a:xfrm>
        </p:grpSpPr>
        <p:sp>
          <p:nvSpPr>
            <p:cNvPr id="3" name="analysis_monitor_part_0">
              <a:extLst>
                <a:ext uri="{FF2B5EF4-FFF2-40B4-BE49-F238E27FC236}">
                  <a16:creationId xmlns:a16="http://schemas.microsoft.com/office/drawing/2014/main" id="{C30F87D0-4ADC-BA6F-041A-33F67A0AE3AF}"/>
                </a:ext>
              </a:extLst>
            </p:cNvPr>
            <p:cNvSpPr/>
            <p:nvPr/>
          </p:nvSpPr>
          <p:spPr>
            <a:xfrm>
              <a:off x="11390376" y="6616827"/>
              <a:ext cx="1374648" cy="921639"/>
            </a:xfrm>
            <a:prstGeom prst="roundRect">
              <a:avLst/>
            </a:prstGeom>
            <a:noFill/>
            <a:ln w="62484">
              <a:solidFill>
                <a:srgbClr val="064A9D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analysis_monitor_part_1">
              <a:extLst>
                <a:ext uri="{FF2B5EF4-FFF2-40B4-BE49-F238E27FC236}">
                  <a16:creationId xmlns:a16="http://schemas.microsoft.com/office/drawing/2014/main" id="{94909464-EA6B-3755-7B78-3E853775B881}"/>
                </a:ext>
              </a:extLst>
            </p:cNvPr>
            <p:cNvSpPr/>
            <p:nvPr/>
          </p:nvSpPr>
          <p:spPr>
            <a:xfrm>
              <a:off x="11515344" y="6741795"/>
              <a:ext cx="1124712" cy="671703"/>
            </a:xfrm>
            <a:prstGeom prst="rect">
              <a:avLst/>
            </a:prstGeom>
            <a:solidFill>
              <a:srgbClr val="5CA0DB"/>
            </a:solidFill>
            <a:ln w="19050">
              <a:noFill/>
              <a:prstDash val="solid"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accent1">
                      <a:shade val="15000"/>
                    </a:schemeClr>
                  </a:solidFill>
                  <a:prstDash val="solid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" name="analysis_monitor_part_2">
              <a:extLst>
                <a:ext uri="{FF2B5EF4-FFF2-40B4-BE49-F238E27FC236}">
                  <a16:creationId xmlns:a16="http://schemas.microsoft.com/office/drawing/2014/main" id="{10CAF8AC-8B29-9930-0F0E-549EF3EF335B}"/>
                </a:ext>
              </a:extLst>
            </p:cNvPr>
            <p:cNvCxnSpPr/>
            <p:nvPr/>
          </p:nvCxnSpPr>
          <p:spPr>
            <a:xfrm>
              <a:off x="12077700" y="7538466"/>
              <a:ext cx="0" cy="281178"/>
            </a:xfrm>
            <a:prstGeom prst="line">
              <a:avLst/>
            </a:prstGeom>
            <a:ln w="93726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analysis_monitor_part_3">
              <a:extLst>
                <a:ext uri="{FF2B5EF4-FFF2-40B4-BE49-F238E27FC236}">
                  <a16:creationId xmlns:a16="http://schemas.microsoft.com/office/drawing/2014/main" id="{8073206C-D097-141F-F907-5F4F2C68AF81}"/>
                </a:ext>
              </a:extLst>
            </p:cNvPr>
            <p:cNvCxnSpPr/>
            <p:nvPr/>
          </p:nvCxnSpPr>
          <p:spPr>
            <a:xfrm>
              <a:off x="11749659" y="7866507"/>
              <a:ext cx="671703" cy="0"/>
            </a:xfrm>
            <a:prstGeom prst="line">
              <a:avLst/>
            </a:prstGeom>
            <a:ln w="62484">
              <a:solidFill>
                <a:srgbClr val="064A9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analysis_monitor_part_4">
              <a:extLst>
                <a:ext uri="{FF2B5EF4-FFF2-40B4-BE49-F238E27FC236}">
                  <a16:creationId xmlns:a16="http://schemas.microsoft.com/office/drawing/2014/main" id="{6859BA35-94D7-63C1-34F3-4011191487BE}"/>
                </a:ext>
              </a:extLst>
            </p:cNvPr>
            <p:cNvSpPr/>
            <p:nvPr/>
          </p:nvSpPr>
          <p:spPr>
            <a:xfrm>
              <a:off x="11859006" y="6866763"/>
              <a:ext cx="390525" cy="374904"/>
            </a:xfrm>
            <a:prstGeom prst="ellipse">
              <a:avLst/>
            </a:prstGeom>
            <a:noFill/>
            <a:ln w="31242">
              <a:solidFill>
                <a:srgbClr val="FFFFFF"/>
              </a:solidFill>
              <a:prstDash val="soli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analysis_monitor_part_5">
              <a:extLst>
                <a:ext uri="{FF2B5EF4-FFF2-40B4-BE49-F238E27FC236}">
                  <a16:creationId xmlns:a16="http://schemas.microsoft.com/office/drawing/2014/main" id="{D67C7FF2-B891-C9E8-A6AF-8F2CAFEECE60}"/>
                </a:ext>
              </a:extLst>
            </p:cNvPr>
            <p:cNvCxnSpPr/>
            <p:nvPr/>
          </p:nvCxnSpPr>
          <p:spPr>
            <a:xfrm>
              <a:off x="12046458" y="7210425"/>
              <a:ext cx="0" cy="203073"/>
            </a:xfrm>
            <a:prstGeom prst="line">
              <a:avLst/>
            </a:prstGeom>
            <a:ln w="3124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analysis_monitor_part_6">
              <a:extLst>
                <a:ext uri="{FF2B5EF4-FFF2-40B4-BE49-F238E27FC236}">
                  <a16:creationId xmlns:a16="http://schemas.microsoft.com/office/drawing/2014/main" id="{18B0A358-A406-2A43-7955-2A5E3391312D}"/>
                </a:ext>
              </a:extLst>
            </p:cNvPr>
            <p:cNvCxnSpPr/>
            <p:nvPr/>
          </p:nvCxnSpPr>
          <p:spPr>
            <a:xfrm>
              <a:off x="11952732" y="6960489"/>
              <a:ext cx="187452" cy="171831"/>
            </a:xfrm>
            <a:prstGeom prst="line">
              <a:avLst/>
            </a:prstGeom>
            <a:ln w="3124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analysis_monitor_part_7">
              <a:extLst>
                <a:ext uri="{FF2B5EF4-FFF2-40B4-BE49-F238E27FC236}">
                  <a16:creationId xmlns:a16="http://schemas.microsoft.com/office/drawing/2014/main" id="{B202A008-3BA0-8F1F-B4DC-02E313CD9C9C}"/>
                </a:ext>
              </a:extLst>
            </p:cNvPr>
            <p:cNvCxnSpPr/>
            <p:nvPr/>
          </p:nvCxnSpPr>
          <p:spPr>
            <a:xfrm flipV="1">
              <a:off x="11952732" y="6944868"/>
              <a:ext cx="203073" cy="171831"/>
            </a:xfrm>
            <a:prstGeom prst="line">
              <a:avLst/>
            </a:prstGeom>
            <a:ln w="31242">
              <a:solidFill>
                <a:srgbClr val="FFFF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637308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wentao liu</dc:creator>
  <cp:lastModifiedBy>wentao liu</cp:lastModifiedBy>
  <cp:revision>1</cp:revision>
  <dcterms:created xsi:type="dcterms:W3CDTF">2026-10-05T11:24:43Z</dcterms:created>
  <dcterms:modified xsi:type="dcterms:W3CDTF">2026-10-05T11:24:43Z</dcterms:modified>
</cp:coreProperties>
</file>