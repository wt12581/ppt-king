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94546-F2C8-806A-F7BB-54EF80803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07E2BF-A0B4-AB11-EDEF-49C321CCC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5174B-57C0-4C94-BDB9-EEC7287D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957196-F72E-9651-D7F2-270CD498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FED58-9C50-B713-59BB-37A9535A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737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E2210-0A90-5979-9714-C6C63A0F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8830B9-BF4B-61BC-FF08-02762F56E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500F44-EEB5-1796-892B-6A79631E1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3C87E6-15D3-46DD-EBAF-99C65C48D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6C6EAB-174F-FA3C-92D5-6A16FC47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25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1BBAB-2C7F-0EB3-B8E1-63FAFB0F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E606A8-043D-DCA4-29B9-D16E2FB85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91D49-2246-780C-6AF6-C05A98899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FD6DD1-C5F5-9B08-49D3-C28D858DA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90EAF1-F038-1228-4C9B-C05C3D1B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447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9F3FB-6276-5C47-3933-5C93D0DDA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1E5872-CF1C-B9D4-A864-7A319B122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BC0265-5A48-B097-1BCD-4366BAC8D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8CE3D1-465F-130D-BD32-36AAB3C8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8A4900-A8DA-7872-967F-AAA244AB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8F5520-D957-D9FE-DF79-2E23E298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55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DF222-9D42-86F2-54AB-3C6E5004E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D5DA09-8736-2402-C943-26DF4A7A7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C5DB90-FA97-5AB7-5B71-C4718D98D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855050-9535-017E-BFDB-34CF4A35AC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CB7FA6-F74A-C92A-97DA-71F064F99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0E70B1-2129-A231-D1B4-89293EE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9EF388-CADC-6B76-1064-13B65B74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F9D8D4-4E09-C531-5C57-1D73417F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51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C506DA-4727-5261-134B-1504815BC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BBD752-4BF3-CB14-C3BC-EE9A4253F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F6C88F-DDA0-AA8D-7ADB-7C8E1C89E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F41596-F3C5-3C7E-7160-A3DE57FBC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89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395094-3449-4063-443E-1590D974D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E315DD-3D6A-B713-2FB4-4BCF51A7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3AC83B-AE9C-EE9E-8E79-992BE8C1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46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64B04-C7EC-D22D-A586-A2A54401A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25B3D1-0AD1-2FC1-2347-0CB4ABC47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F82D19-DD2B-2FE2-C5AA-83AB3AE7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E72A57-4ED3-93BE-73E7-65D849F6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C6A41F-E336-511B-A23F-1BB408A5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FDF45F-1291-E3CE-E295-8DA6D0BC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61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0B2EF-CD5B-D5BC-389F-159C132DE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FADADD-BA20-786D-E9D8-09980AC9C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1B3612-5BD5-77D7-E234-A18E4A469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8B1134-D1AF-F033-1741-6CA95B12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04776B-DEC3-C007-4F7B-6EA326DB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788AF4-8C63-E4B9-F29F-DA7808D6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736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C59EE6-81AB-1BAD-E055-B4423F65F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8A46CE-9D4B-2505-6DD8-C4D65EA9D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9B2773-B7E4-73FA-EA35-F1803C85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DEA1B7-9722-5291-D2C2-DBEDD3C19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E7241-6BA5-628B-1B5F-971B89A2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132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9D20F3-79B3-590B-7A65-44E48E618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7A8323-E7A4-BC13-68EC-65A85F852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4F8CEA-293B-C8BF-621D-415B18539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F9FC13-4A22-F4F3-7D85-EA7191FC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9E81E1-A36F-1EF4-CB52-39F6517BA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908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047572-AC83-89ED-60DF-F8B05BFF4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7A525F-735B-7562-7029-9877A2216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550A65-A524-7132-0FEA-FFAB2B7DC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D973B-BEF9-4094-844A-512539C6963A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EFCC1D-6584-A292-AA64-887CCE322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91B267-E5BF-5655-A731-4491F8219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21544-C790-4202-AB4C-78AE00F479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57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A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ponent_magnifier" descr="Reusable native component; source page 19">
            <a:extLst>
              <a:ext uri="{FF2B5EF4-FFF2-40B4-BE49-F238E27FC236}">
                <a16:creationId xmlns:a16="http://schemas.microsoft.com/office/drawing/2014/main" id="{303B197D-7C00-27C4-E674-83F4D21F9B3F}"/>
              </a:ext>
            </a:extLst>
          </p:cNvPr>
          <p:cNvGrpSpPr>
            <a:grpSpLocks noChangeAspect="1"/>
          </p:cNvGrpSpPr>
          <p:nvPr/>
        </p:nvGrpSpPr>
        <p:grpSpPr>
          <a:xfrm>
            <a:off x="5152727" y="1568529"/>
            <a:ext cx="5620347" cy="5825966"/>
            <a:chOff x="5407533" y="2348293"/>
            <a:chExt cx="460820" cy="477679"/>
          </a:xfrm>
        </p:grpSpPr>
        <p:sp>
          <p:nvSpPr>
            <p:cNvPr id="3" name="select_icon_1_part_0">
              <a:extLst>
                <a:ext uri="{FF2B5EF4-FFF2-40B4-BE49-F238E27FC236}">
                  <a16:creationId xmlns:a16="http://schemas.microsoft.com/office/drawing/2014/main" id="{AAB44233-AB5F-C480-4DF6-AC2E939B276A}"/>
                </a:ext>
              </a:extLst>
            </p:cNvPr>
            <p:cNvSpPr/>
            <p:nvPr/>
          </p:nvSpPr>
          <p:spPr>
            <a:xfrm>
              <a:off x="5407533" y="2348293"/>
              <a:ext cx="331566" cy="331566"/>
            </a:xfrm>
            <a:prstGeom prst="ellipse">
              <a:avLst/>
            </a:prstGeom>
            <a:noFill/>
            <a:ln w="39338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select_icon_1_part_1">
              <a:extLst>
                <a:ext uri="{FF2B5EF4-FFF2-40B4-BE49-F238E27FC236}">
                  <a16:creationId xmlns:a16="http://schemas.microsoft.com/office/drawing/2014/main" id="{8C2FDF1E-E0E5-8EA7-0DA6-A62417ADE5EB}"/>
                </a:ext>
              </a:extLst>
            </p:cNvPr>
            <p:cNvCxnSpPr/>
            <p:nvPr/>
          </p:nvCxnSpPr>
          <p:spPr>
            <a:xfrm>
              <a:off x="5682901" y="2634901"/>
              <a:ext cx="185452" cy="191071"/>
            </a:xfrm>
            <a:prstGeom prst="line">
              <a:avLst/>
            </a:prstGeom>
            <a:ln w="61817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4029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2</cp:revision>
  <dcterms:created xsi:type="dcterms:W3CDTF">2026-10-05T11:24:38Z</dcterms:created>
  <dcterms:modified xsi:type="dcterms:W3CDTF">2026-10-05T11:30:02Z</dcterms:modified>
</cp:coreProperties>
</file>