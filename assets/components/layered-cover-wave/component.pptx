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F95C4-9EFE-5A66-1E35-0D4B8DC10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7FC264-E73F-76A0-37F9-B625E9F1A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3D92C-6DFB-92C5-67C6-785D37BB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46D8C-2A21-4D1C-3A1E-8366C692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DF0976-F42E-8EB6-AB8E-33DF9CAD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70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2D916-2337-B3E8-5F10-187BAB28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CAB7B-E9E4-C78B-7C24-E79B5B6E6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40576-78B5-0112-31DC-E78D1403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C1608A-6AC5-D4A6-D706-2BC5D969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174608-781F-136A-D605-4F31BB97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88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D88B5-9391-7143-1BCE-A98259CE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E206E7-F3CF-42EE-8A7E-C2B9538A8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A57CC2-313C-448C-3854-DFD39C9B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8D0D65-5D0F-8DB7-778B-1878DFF4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292502-6BB8-0874-2C14-F4A5F545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36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A2C34-9306-F1FF-93AE-91413FBE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59DC0D-8CC5-36B3-DADD-B53F973F9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E07F95-3D5D-8A4A-B44D-A4AC751C7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CC1667-E8A8-3EB9-81EF-71D04345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1589CA-A764-8C51-0FB8-06303CA3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56500-894B-A902-6F5D-86CEDEDC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DDC47-E6FB-8D1C-1713-6642033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927CF4-7AE8-FA9D-6649-9FD328616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C0A839-F541-23A7-360C-16F6CA36A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1FB8FD-7ACA-10C6-6B60-8C6073013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C48D53-86D9-6D58-6734-4E0713BB8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486C7E-01A0-E75E-6006-518614B4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29C057-05BD-96A4-CE38-075A7A12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D16B76-D9AB-DC29-55D1-14C3C35B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47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6498E-1181-585E-EE83-458E2117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6ECDF3-ABCD-81F4-E76A-2AF9E8ED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FC1E2B-641B-1E6C-AF82-3FA7763A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E01A22-2FBE-001E-A357-C1602695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3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F8D1F9-8919-5D67-7F3F-335A9067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67F39-3E66-CF71-0E02-B35183EE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0E80F-6540-CD19-27FB-7A15C934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9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8DE47-9384-B4CE-CF02-C0F5CDAE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7A617-46A4-E5A7-DE35-320CB0E96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4183CC-9A50-DBB7-8FDF-3E2BBDBA3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6F0DCF-0123-6AFD-C480-812EB309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183B3B-9D5E-8465-8962-8A23B799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E9BECB-17FF-16CA-8754-F47AB359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53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FD76E-FB36-9078-A38A-C26BA2F8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39B42C-E1AE-429E-D57E-8A866E9F2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F2D3A0-690F-B246-D2BA-CEB11021D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667433-D3B1-8578-A3F8-06BDBA62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AE497F-FC0B-8BD8-0F96-27AD9E2F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EA7CA1-7182-2314-AC71-FC74F2DF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F762C-3AAB-C817-9739-861C6D51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EE070-17E3-F35B-CDD4-10A0B9D72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6F5B5-FE98-B13E-5EE1-79F67230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475A5-9F19-432F-CA00-A1C4748F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774A3-D850-9B48-1CD3-ABA171BD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07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6F7CB4-B282-AAEC-73BC-DACA2E26F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4F4312-E65F-3266-F804-D2BC5080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2BCA9-C4EA-ACD9-8C98-469490C5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9AF583-9236-C1AF-2C6B-CC33B916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899610-ABED-DCA3-B3D5-DD7A5662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4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76F2AE-63A7-0225-72CA-5FEB3C62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564A8-F0C8-740F-D1EB-74C5B9E2E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D0508B-BA0F-5B34-D15C-FD0C02E1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A72FF-4877-422D-A8AD-1F4E15AACD12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6C839-55A7-25A9-1FC6-D72FC0C75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576EA2-5192-A9DC-041D-49EE2DF27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CC113-E9F2-4D21-A672-AAF796CEC5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mponent_layered-cover-wave" descr="Reusable native component; source page 1">
            <a:extLst>
              <a:ext uri="{FF2B5EF4-FFF2-40B4-BE49-F238E27FC236}">
                <a16:creationId xmlns:a16="http://schemas.microsoft.com/office/drawing/2014/main" id="{3CB93CEF-CF87-593B-8F28-FF479045D943}"/>
              </a:ext>
            </a:extLst>
          </p:cNvPr>
          <p:cNvGrpSpPr>
            <a:grpSpLocks noChangeAspect="1"/>
          </p:cNvGrpSpPr>
          <p:nvPr/>
        </p:nvGrpSpPr>
        <p:grpSpPr>
          <a:xfrm>
            <a:off x="1751838" y="3474815"/>
            <a:ext cx="12422124" cy="2013395"/>
            <a:chOff x="0" y="6381750"/>
            <a:chExt cx="15925801" cy="2581276"/>
          </a:xfrm>
        </p:grpSpPr>
        <p:sp>
          <p:nvSpPr>
            <p:cNvPr id="2" name="wave_deep">
              <a:extLst>
                <a:ext uri="{FF2B5EF4-FFF2-40B4-BE49-F238E27FC236}">
                  <a16:creationId xmlns:a16="http://schemas.microsoft.com/office/drawing/2014/main" id="{E1D2C341-C4DB-BE90-9ECF-2072AFC38BA7}"/>
                </a:ext>
              </a:extLst>
            </p:cNvPr>
            <p:cNvSpPr/>
            <p:nvPr/>
          </p:nvSpPr>
          <p:spPr>
            <a:xfrm>
              <a:off x="0" y="7210425"/>
              <a:ext cx="15925801" cy="1752601"/>
            </a:xfrm>
            <a:custGeom>
              <a:avLst/>
              <a:gdLst/>
              <a:ahLst/>
              <a:cxnLst/>
              <a:rect l="0" t="0" r="0" b="0"/>
              <a:pathLst>
                <a:path w="15925801" h="1752601">
                  <a:moveTo>
                    <a:pt x="0" y="552450"/>
                  </a:moveTo>
                  <a:cubicBezTo>
                    <a:pt x="4286250" y="1514475"/>
                    <a:pt x="10191750" y="1581150"/>
                    <a:pt x="15925800" y="0"/>
                  </a:cubicBezTo>
                  <a:lnTo>
                    <a:pt x="15925800" y="1752600"/>
                  </a:lnTo>
                  <a:lnTo>
                    <a:pt x="0" y="1752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76CC5"/>
                </a:gs>
                <a:gs pos="100000">
                  <a:srgbClr val="074C9F"/>
                </a:gs>
              </a:gsLst>
              <a:lin ang="0" scaled="1"/>
              <a:tileRect/>
            </a:gra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wave_bright">
              <a:extLst>
                <a:ext uri="{FF2B5EF4-FFF2-40B4-BE49-F238E27FC236}">
                  <a16:creationId xmlns:a16="http://schemas.microsoft.com/office/drawing/2014/main" id="{67D0C865-47A8-F3D3-EAE3-E72FE8E8CBD6}"/>
                </a:ext>
              </a:extLst>
            </p:cNvPr>
            <p:cNvSpPr/>
            <p:nvPr/>
          </p:nvSpPr>
          <p:spPr>
            <a:xfrm>
              <a:off x="0" y="6381750"/>
              <a:ext cx="15925801" cy="2333626"/>
            </a:xfrm>
            <a:custGeom>
              <a:avLst/>
              <a:gdLst/>
              <a:ahLst/>
              <a:cxnLst/>
              <a:rect l="0" t="0" r="0" b="0"/>
              <a:pathLst>
                <a:path w="15925801" h="2333626">
                  <a:moveTo>
                    <a:pt x="0" y="952500"/>
                  </a:moveTo>
                  <a:cubicBezTo>
                    <a:pt x="4572000" y="2152650"/>
                    <a:pt x="10429875" y="2266950"/>
                    <a:pt x="15925800" y="0"/>
                  </a:cubicBezTo>
                  <a:lnTo>
                    <a:pt x="15925800" y="600075"/>
                  </a:lnTo>
                  <a:cubicBezTo>
                    <a:pt x="10191750" y="2333625"/>
                    <a:pt x="4286250" y="2333625"/>
                    <a:pt x="0" y="138112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78FEB"/>
                </a:gs>
                <a:gs pos="100000">
                  <a:srgbClr val="057AE8"/>
                </a:gs>
              </a:gsLst>
              <a:lin ang="0" scaled="1"/>
              <a:tileRect/>
            </a:gra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21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2026-10-05T11:24:32Z</dcterms:created>
  <dcterms:modified xsi:type="dcterms:W3CDTF">2026-10-05T11:24:32Z</dcterms:modified>
</cp:coreProperties>
</file>