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CFA39-4E88-173A-90AA-8E5D959B3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783F80-914E-EB2A-B771-D26FF264E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B2C048-C69F-B5D6-4941-2D7B1E74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8FBFC-7C80-AF0B-2E51-68D7467A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73BFF6-9799-9152-2E69-CFA729516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2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8BB4A-CF6B-99F6-D9D0-E3445A06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30ADBE-3BBA-3D35-6A9B-EAC641B0F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9BDD4-DE82-6BF1-43EA-30557E372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0062F-C2F8-CB17-7CDD-DACA4978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3468A-C2F0-430D-A885-33D436BD0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1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F9B62-4E1F-EC16-99D6-6CBC46FA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49EB68-4A74-7BFF-29FF-F28962AEC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A4E83A-189E-5621-32FD-631B6697D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A2765-068E-3A08-9E26-54BC2BBC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2A994-B3BF-6AD3-0152-72AB8BEB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6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2532C-95FD-9822-83BD-BAF69BB7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968AA3-C5FB-44C0-324B-97B1D7CBE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FF526F-9431-ECA4-2F5A-EF2E2F3A9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96BC19-E198-122D-1CAB-362D5BDC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7890C1-BA95-8EF0-97F0-760308C7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987B11-37B1-BFB0-C2F3-47E6605A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936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AC965-4B40-B94C-83A9-DD7D497A6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7B82ED-BAF2-7898-D574-451AF5CFF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A78EDD-F26E-50AE-0E28-C24089A6A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0D5D03-13DC-1724-D14B-E49970790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BCBF23-0D99-30EE-F78B-62B824288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F67C04-CC38-4597-1763-F332B1E2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9041D0-FC4E-E339-260E-7A31BF673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F2E78A-FA97-DD4F-2FE7-ADD52BEB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1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6EC80-C84A-70C9-B2F1-2E171B7E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43AB70-914E-C3FF-ADC0-324B878C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23B9F8-5CAB-628F-1C87-CEC5EB0C2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A7812B-DF70-C3DB-FAAF-4593CAD8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7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BBFB4D-D444-3291-46B7-D64CCCF5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297E5C-05A3-ADF8-F379-385F02F3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300EAD-33DE-652B-8F36-5E190872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97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022BA-6CF4-901B-E74E-01240BAF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E5A47F-0F7F-4AE4-DE9B-E6AEBD0C0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7823F5-C6E9-5610-A663-7BDB421FB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932B37-9145-FE89-F85D-426135DC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F11821-0C28-52DC-57FD-7940EFB1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4377EE-E328-808A-DD49-70D07830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991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958E6-8547-8E44-A3B3-810D2606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415425-5325-9B9C-0D62-0EDBA3ACC5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FA7B0A-2DAC-14EA-D2DD-AFF158F5F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1CCA51-43E7-32B4-63D2-FD873350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95D894-12BC-BD6E-C6F2-48312033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619CC-5D18-A07F-5304-9E543D7D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16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DCF0C-0977-06EA-4F8E-8763A3955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8A7235-4D85-A647-AB1B-2FB8BC544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78E81F-D3EF-41F6-1E98-6B8AC924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751AED-678E-5F8A-5927-87D66942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AF2E8-796B-E694-433A-4714FDDD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37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EEE575-0130-2E59-0B0D-662A9DEB4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D5EFCD-0BEA-A685-7C42-163A3DA5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E2515-B3D5-FF27-866C-E8564863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CAEEBF-DA1E-767F-2C7B-5AE022A9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97563B-FE86-FAAA-C988-589A6F1DF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14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F2CB6F-420B-5A46-10B1-B4A2CBBBA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79F3FC-9DFD-9CE0-71A4-1361E56BE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6E7D0-BC1E-DB78-1A70-41119497C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9A8C-7513-4DDF-8709-A28EB849ABFF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F62B8F-CEE5-8800-7C71-8882C868E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65E69-E94A-0925-630F-D3B1EF637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845799-1195-4EC8-A554-802ED41DC9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1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component_feature-pyramid-sequence" descr="Reusable native component; source page 24">
            <a:extLst>
              <a:ext uri="{FF2B5EF4-FFF2-40B4-BE49-F238E27FC236}">
                <a16:creationId xmlns:a16="http://schemas.microsoft.com/office/drawing/2014/main" id="{0DF2B3C3-1435-D37C-4A52-A24CB6DC90F1}"/>
              </a:ext>
            </a:extLst>
          </p:cNvPr>
          <p:cNvGrpSpPr>
            <a:grpSpLocks noChangeAspect="1"/>
          </p:cNvGrpSpPr>
          <p:nvPr/>
        </p:nvGrpSpPr>
        <p:grpSpPr>
          <a:xfrm>
            <a:off x="1751838" y="2190334"/>
            <a:ext cx="12422124" cy="4582357"/>
            <a:chOff x="3743325" y="4014788"/>
            <a:chExt cx="2045018" cy="754380"/>
          </a:xfrm>
        </p:grpSpPr>
        <p:grpSp>
          <p:nvGrpSpPr>
            <p:cNvPr id="2" name="module_priority_mininet_0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C3971C25-779B-95B5-382D-102E5C3B8A43}"/>
                </a:ext>
              </a:extLst>
            </p:cNvPr>
            <p:cNvGrpSpPr/>
            <p:nvPr/>
          </p:nvGrpSpPr>
          <p:grpSpPr>
            <a:xfrm>
              <a:off x="3743325" y="4014788"/>
              <a:ext cx="199890" cy="754380"/>
              <a:chOff x="3743325" y="4014788"/>
              <a:chExt cx="199890" cy="754380"/>
            </a:xfrm>
          </p:grpSpPr>
          <p:sp>
            <p:nvSpPr>
              <p:cNvPr id="3" name="priority_mininet_0_bg">
                <a:extLst>
                  <a:ext uri="{FF2B5EF4-FFF2-40B4-BE49-F238E27FC236}">
                    <a16:creationId xmlns:a16="http://schemas.microsoft.com/office/drawing/2014/main" id="{80D461FF-66AA-83FA-85E5-8E64A2A9BF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43325" y="4117658"/>
                <a:ext cx="85589" cy="65151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4" name="priority_mininet_0_out">
                <a:extLst>
                  <a:ext uri="{FF2B5EF4-FFF2-40B4-BE49-F238E27FC236}">
                    <a16:creationId xmlns:a16="http://schemas.microsoft.com/office/drawing/2014/main" id="{C56ADFDF-6B52-9A72-FCD2-20D7416FF1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24164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5" name="priority_mininet_0_top">
                <a:extLst>
                  <a:ext uri="{FF2B5EF4-FFF2-40B4-BE49-F238E27FC236}">
                    <a16:creationId xmlns:a16="http://schemas.microsoft.com/office/drawing/2014/main" id="{0ECD13B8-B3B5-709F-05DD-926F01E07D13}"/>
                  </a:ext>
                </a:extLst>
              </p:cNvPr>
              <p:cNvSpPr/>
              <p:nvPr/>
            </p:nvSpPr>
            <p:spPr>
              <a:xfrm>
                <a:off x="3743325" y="4014788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priority_mininet_0_side">
                <a:extLst>
                  <a:ext uri="{FF2B5EF4-FFF2-40B4-BE49-F238E27FC236}">
                    <a16:creationId xmlns:a16="http://schemas.microsoft.com/office/drawing/2014/main" id="{D0749E4C-29B7-FC5A-2FB0-6B55F8462AFD}"/>
                  </a:ext>
                </a:extLst>
              </p:cNvPr>
              <p:cNvSpPr/>
              <p:nvPr/>
            </p:nvSpPr>
            <p:spPr>
              <a:xfrm>
                <a:off x="3828914" y="4014788"/>
                <a:ext cx="114301" cy="754380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754380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651509"/>
                    </a:lnTo>
                    <a:lnTo>
                      <a:pt x="0" y="754379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module_priority_mininet_1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6C29D5C0-CCB8-20B7-C8C3-33AC2DF1C8CC}"/>
                </a:ext>
              </a:extLst>
            </p:cNvPr>
            <p:cNvGrpSpPr/>
            <p:nvPr/>
          </p:nvGrpSpPr>
          <p:grpSpPr>
            <a:xfrm>
              <a:off x="4050846" y="4097769"/>
              <a:ext cx="199891" cy="588418"/>
              <a:chOff x="4050846" y="4097769"/>
              <a:chExt cx="199891" cy="588418"/>
            </a:xfrm>
          </p:grpSpPr>
          <p:sp>
            <p:nvSpPr>
              <p:cNvPr id="8" name="priority_mininet_1_bg">
                <a:extLst>
                  <a:ext uri="{FF2B5EF4-FFF2-40B4-BE49-F238E27FC236}">
                    <a16:creationId xmlns:a16="http://schemas.microsoft.com/office/drawing/2014/main" id="{C2A07C36-65C4-E09D-7EB6-5E8D2A305F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50846" y="4200639"/>
                <a:ext cx="85589" cy="485546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9" name="priority_mininet_1_out">
                <a:extLst>
                  <a:ext uri="{FF2B5EF4-FFF2-40B4-BE49-F238E27FC236}">
                    <a16:creationId xmlns:a16="http://schemas.microsoft.com/office/drawing/2014/main" id="{1BB2AD89-DBA2-3BA9-5001-AFBE1A7A94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31685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10" name="priority_mininet_1_top">
                <a:extLst>
                  <a:ext uri="{FF2B5EF4-FFF2-40B4-BE49-F238E27FC236}">
                    <a16:creationId xmlns:a16="http://schemas.microsoft.com/office/drawing/2014/main" id="{56E06791-2647-E74F-4187-AA5B074C8349}"/>
                  </a:ext>
                </a:extLst>
              </p:cNvPr>
              <p:cNvSpPr/>
              <p:nvPr/>
            </p:nvSpPr>
            <p:spPr>
              <a:xfrm>
                <a:off x="4050847" y="4097769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priority_mininet_1_side">
                <a:extLst>
                  <a:ext uri="{FF2B5EF4-FFF2-40B4-BE49-F238E27FC236}">
                    <a16:creationId xmlns:a16="http://schemas.microsoft.com/office/drawing/2014/main" id="{4125E6CF-9041-992B-74EB-ACC85EC5F673}"/>
                  </a:ext>
                </a:extLst>
              </p:cNvPr>
              <p:cNvSpPr/>
              <p:nvPr/>
            </p:nvSpPr>
            <p:spPr>
              <a:xfrm>
                <a:off x="4136436" y="4097769"/>
                <a:ext cx="114301" cy="588418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588418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485547"/>
                    </a:lnTo>
                    <a:lnTo>
                      <a:pt x="0" y="588417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module_priority_mininet_2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A22C69DC-D880-6C1F-862B-A34CBF2F3111}"/>
                </a:ext>
              </a:extLst>
            </p:cNvPr>
            <p:cNvGrpSpPr/>
            <p:nvPr/>
          </p:nvGrpSpPr>
          <p:grpSpPr>
            <a:xfrm>
              <a:off x="4358368" y="4173207"/>
              <a:ext cx="199890" cy="437542"/>
              <a:chOff x="4358368" y="4173207"/>
              <a:chExt cx="199890" cy="437542"/>
            </a:xfrm>
          </p:grpSpPr>
          <p:sp>
            <p:nvSpPr>
              <p:cNvPr id="13" name="priority_mininet_2_bg">
                <a:extLst>
                  <a:ext uri="{FF2B5EF4-FFF2-40B4-BE49-F238E27FC236}">
                    <a16:creationId xmlns:a16="http://schemas.microsoft.com/office/drawing/2014/main" id="{7E5AA547-6D5F-36A7-2182-BD9801C96B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58368" y="4276077"/>
                <a:ext cx="85589" cy="33467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14" name="priority_mininet_2_out">
                <a:extLst>
                  <a:ext uri="{FF2B5EF4-FFF2-40B4-BE49-F238E27FC236}">
                    <a16:creationId xmlns:a16="http://schemas.microsoft.com/office/drawing/2014/main" id="{F2C9CAD8-3F55-6BF4-36CF-39A059A0B3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39207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15" name="priority_mininet_2_top">
                <a:extLst>
                  <a:ext uri="{FF2B5EF4-FFF2-40B4-BE49-F238E27FC236}">
                    <a16:creationId xmlns:a16="http://schemas.microsoft.com/office/drawing/2014/main" id="{577BFC4E-12E4-7E16-FD04-24EAB0C7A27F}"/>
                  </a:ext>
                </a:extLst>
              </p:cNvPr>
              <p:cNvSpPr/>
              <p:nvPr/>
            </p:nvSpPr>
            <p:spPr>
              <a:xfrm>
                <a:off x="4358368" y="4173207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priority_mininet_2_side">
                <a:extLst>
                  <a:ext uri="{FF2B5EF4-FFF2-40B4-BE49-F238E27FC236}">
                    <a16:creationId xmlns:a16="http://schemas.microsoft.com/office/drawing/2014/main" id="{AD116476-4406-C719-EA1A-4E6FF8AAC6ED}"/>
                  </a:ext>
                </a:extLst>
              </p:cNvPr>
              <p:cNvSpPr/>
              <p:nvPr/>
            </p:nvSpPr>
            <p:spPr>
              <a:xfrm>
                <a:off x="4443957" y="4173207"/>
                <a:ext cx="114301" cy="437542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437542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334671"/>
                    </a:lnTo>
                    <a:lnTo>
                      <a:pt x="0" y="437541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" name="module_priority_mininet_3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8F90388C-2A3F-898F-41BC-9CD48951A610}"/>
                </a:ext>
              </a:extLst>
            </p:cNvPr>
            <p:cNvGrpSpPr/>
            <p:nvPr/>
          </p:nvGrpSpPr>
          <p:grpSpPr>
            <a:xfrm>
              <a:off x="4665889" y="4248645"/>
              <a:ext cx="199890" cy="286666"/>
              <a:chOff x="4665889" y="4248645"/>
              <a:chExt cx="199890" cy="286666"/>
            </a:xfrm>
          </p:grpSpPr>
          <p:sp>
            <p:nvSpPr>
              <p:cNvPr id="18" name="priority_mininet_3_bg">
                <a:extLst>
                  <a:ext uri="{FF2B5EF4-FFF2-40B4-BE49-F238E27FC236}">
                    <a16:creationId xmlns:a16="http://schemas.microsoft.com/office/drawing/2014/main" id="{B8B0E667-D3C8-2A47-FE47-579DB10E44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65889" y="4351515"/>
                <a:ext cx="85589" cy="183794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19" name="priority_mininet_3_out">
                <a:extLst>
                  <a:ext uri="{FF2B5EF4-FFF2-40B4-BE49-F238E27FC236}">
                    <a16:creationId xmlns:a16="http://schemas.microsoft.com/office/drawing/2014/main" id="{A9A21607-C1CF-138D-DD67-600F23612B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46728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20" name="priority_mininet_3_top">
                <a:extLst>
                  <a:ext uri="{FF2B5EF4-FFF2-40B4-BE49-F238E27FC236}">
                    <a16:creationId xmlns:a16="http://schemas.microsoft.com/office/drawing/2014/main" id="{943E36C9-A4ED-6DE1-DE6F-9E3DFBA0F5BC}"/>
                  </a:ext>
                </a:extLst>
              </p:cNvPr>
              <p:cNvSpPr/>
              <p:nvPr/>
            </p:nvSpPr>
            <p:spPr>
              <a:xfrm>
                <a:off x="4665889" y="4248645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priority_mininet_3_side">
                <a:extLst>
                  <a:ext uri="{FF2B5EF4-FFF2-40B4-BE49-F238E27FC236}">
                    <a16:creationId xmlns:a16="http://schemas.microsoft.com/office/drawing/2014/main" id="{A2A12A7C-D9EA-BF57-4EB7-EFA54907C07F}"/>
                  </a:ext>
                </a:extLst>
              </p:cNvPr>
              <p:cNvSpPr/>
              <p:nvPr/>
            </p:nvSpPr>
            <p:spPr>
              <a:xfrm>
                <a:off x="4751478" y="4248645"/>
                <a:ext cx="114301" cy="286666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286666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183795"/>
                    </a:lnTo>
                    <a:lnTo>
                      <a:pt x="0" y="286665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module_priority_mininet_4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7FC4EF22-474A-0797-7C94-6CFD59EF6E1A}"/>
                </a:ext>
              </a:extLst>
            </p:cNvPr>
            <p:cNvGrpSpPr/>
            <p:nvPr/>
          </p:nvGrpSpPr>
          <p:grpSpPr>
            <a:xfrm>
              <a:off x="4973411" y="4173207"/>
              <a:ext cx="199890" cy="437542"/>
              <a:chOff x="4973411" y="4173207"/>
              <a:chExt cx="199890" cy="437542"/>
            </a:xfrm>
          </p:grpSpPr>
          <p:sp>
            <p:nvSpPr>
              <p:cNvPr id="23" name="priority_mininet_4_bg">
                <a:extLst>
                  <a:ext uri="{FF2B5EF4-FFF2-40B4-BE49-F238E27FC236}">
                    <a16:creationId xmlns:a16="http://schemas.microsoft.com/office/drawing/2014/main" id="{25065E50-99DF-955E-F664-EC98081D77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73411" y="4276077"/>
                <a:ext cx="85589" cy="33467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24" name="priority_mininet_4_out">
                <a:extLst>
                  <a:ext uri="{FF2B5EF4-FFF2-40B4-BE49-F238E27FC236}">
                    <a16:creationId xmlns:a16="http://schemas.microsoft.com/office/drawing/2014/main" id="{38137666-2CBD-8BFC-7A39-B377BC212D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54250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25" name="priority_mininet_4_top">
                <a:extLst>
                  <a:ext uri="{FF2B5EF4-FFF2-40B4-BE49-F238E27FC236}">
                    <a16:creationId xmlns:a16="http://schemas.microsoft.com/office/drawing/2014/main" id="{8C959623-D8D9-B9DB-447A-0E1FDFA5C61C}"/>
                  </a:ext>
                </a:extLst>
              </p:cNvPr>
              <p:cNvSpPr/>
              <p:nvPr/>
            </p:nvSpPr>
            <p:spPr>
              <a:xfrm>
                <a:off x="4973411" y="4173207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priority_mininet_4_side">
                <a:extLst>
                  <a:ext uri="{FF2B5EF4-FFF2-40B4-BE49-F238E27FC236}">
                    <a16:creationId xmlns:a16="http://schemas.microsoft.com/office/drawing/2014/main" id="{5810C20C-7BEE-044D-DE1C-75301DD0AD5F}"/>
                  </a:ext>
                </a:extLst>
              </p:cNvPr>
              <p:cNvSpPr/>
              <p:nvPr/>
            </p:nvSpPr>
            <p:spPr>
              <a:xfrm>
                <a:off x="5059000" y="4173207"/>
                <a:ext cx="114301" cy="437542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437542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334671"/>
                    </a:lnTo>
                    <a:lnTo>
                      <a:pt x="0" y="437541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module_priority_mininet_5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0E3CF352-6E50-E2E7-E949-3857685813B4}"/>
                </a:ext>
              </a:extLst>
            </p:cNvPr>
            <p:cNvGrpSpPr/>
            <p:nvPr/>
          </p:nvGrpSpPr>
          <p:grpSpPr>
            <a:xfrm>
              <a:off x="5280932" y="4097769"/>
              <a:ext cx="199890" cy="588418"/>
              <a:chOff x="5280932" y="4097769"/>
              <a:chExt cx="199890" cy="588418"/>
            </a:xfrm>
          </p:grpSpPr>
          <p:sp>
            <p:nvSpPr>
              <p:cNvPr id="28" name="priority_mininet_5_bg">
                <a:extLst>
                  <a:ext uri="{FF2B5EF4-FFF2-40B4-BE49-F238E27FC236}">
                    <a16:creationId xmlns:a16="http://schemas.microsoft.com/office/drawing/2014/main" id="{1603584A-75EB-4980-376E-3B1DE7E269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80932" y="4200639"/>
                <a:ext cx="85589" cy="485546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29" name="priority_mininet_5_out">
                <a:extLst>
                  <a:ext uri="{FF2B5EF4-FFF2-40B4-BE49-F238E27FC236}">
                    <a16:creationId xmlns:a16="http://schemas.microsoft.com/office/drawing/2014/main" id="{84DAC9B1-1597-75D7-CAA8-EAACA98E10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61771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30" name="priority_mininet_5_top">
                <a:extLst>
                  <a:ext uri="{FF2B5EF4-FFF2-40B4-BE49-F238E27FC236}">
                    <a16:creationId xmlns:a16="http://schemas.microsoft.com/office/drawing/2014/main" id="{349FDF6B-D27F-4EAF-0B05-3F27444BC1C6}"/>
                  </a:ext>
                </a:extLst>
              </p:cNvPr>
              <p:cNvSpPr/>
              <p:nvPr/>
            </p:nvSpPr>
            <p:spPr>
              <a:xfrm>
                <a:off x="5280932" y="4097769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priority_mininet_5_side">
                <a:extLst>
                  <a:ext uri="{FF2B5EF4-FFF2-40B4-BE49-F238E27FC236}">
                    <a16:creationId xmlns:a16="http://schemas.microsoft.com/office/drawing/2014/main" id="{8367F63F-C498-2E71-191F-B9F53E635E19}"/>
                  </a:ext>
                </a:extLst>
              </p:cNvPr>
              <p:cNvSpPr/>
              <p:nvPr/>
            </p:nvSpPr>
            <p:spPr>
              <a:xfrm>
                <a:off x="5366521" y="4097769"/>
                <a:ext cx="114301" cy="588418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588418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485547"/>
                    </a:lnTo>
                    <a:lnTo>
                      <a:pt x="0" y="588417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module_priority_mininet_6" descr="原生组件；背景、立体面和文字为独立子对象，可取消组合分别编辑">
              <a:extLst>
                <a:ext uri="{FF2B5EF4-FFF2-40B4-BE49-F238E27FC236}">
                  <a16:creationId xmlns:a16="http://schemas.microsoft.com/office/drawing/2014/main" id="{A2172C53-9EED-BAFA-8A7B-EF55724B5EE4}"/>
                </a:ext>
              </a:extLst>
            </p:cNvPr>
            <p:cNvGrpSpPr/>
            <p:nvPr/>
          </p:nvGrpSpPr>
          <p:grpSpPr>
            <a:xfrm>
              <a:off x="5588453" y="4014788"/>
              <a:ext cx="199890" cy="754380"/>
              <a:chOff x="5588453" y="4014788"/>
              <a:chExt cx="199890" cy="754380"/>
            </a:xfrm>
          </p:grpSpPr>
          <p:sp>
            <p:nvSpPr>
              <p:cNvPr id="33" name="priority_mininet_6_bg">
                <a:extLst>
                  <a:ext uri="{FF2B5EF4-FFF2-40B4-BE49-F238E27FC236}">
                    <a16:creationId xmlns:a16="http://schemas.microsoft.com/office/drawing/2014/main" id="{69158CCC-7FAB-FDFF-ECBA-9EC8C1A4A2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588454" y="4117658"/>
                <a:ext cx="85589" cy="651510"/>
              </a:xfrm>
              <a:prstGeom prst="rect">
                <a:avLst/>
              </a:prstGeom>
              <a:gradFill flip="none" rotWithShape="1">
                <a:gsLst>
                  <a:gs pos="0">
                    <a:srgbClr val="82BFF7"/>
                  </a:gs>
                  <a:gs pos="100000">
                    <a:srgbClr val="327EC2"/>
                  </a:gs>
                </a:gsLst>
                <a:lin ang="5400000" scaled="1"/>
                <a:tileRect/>
              </a:gradFill>
              <a:ln w="12383">
                <a:solidFill>
                  <a:srgbClr val="1C5A9A"/>
                </a:solidFill>
              </a:ln>
            </p:spPr>
          </p:sp>
          <p:sp>
            <p:nvSpPr>
              <p:cNvPr id="34" name="priority_mininet_6_out">
                <a:extLst>
                  <a:ext uri="{FF2B5EF4-FFF2-40B4-BE49-F238E27FC236}">
                    <a16:creationId xmlns:a16="http://schemas.microsoft.com/office/drawing/2014/main" id="{8C141360-196C-B666-2C55-766FFA88CA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69293" y="4433888"/>
                <a:ext cx="19050" cy="19050"/>
              </a:xfrm>
              <a:prstGeom prst="rect">
                <a:avLst/>
              </a:prstGeom>
              <a:noFill/>
              <a:ln w="0">
                <a:noFill/>
              </a:ln>
            </p:spPr>
          </p:sp>
          <p:sp>
            <p:nvSpPr>
              <p:cNvPr id="35" name="priority_mininet_6_top">
                <a:extLst>
                  <a:ext uri="{FF2B5EF4-FFF2-40B4-BE49-F238E27FC236}">
                    <a16:creationId xmlns:a16="http://schemas.microsoft.com/office/drawing/2014/main" id="{468596F6-11A9-0BEB-A1E1-4CACA128CA22}"/>
                  </a:ext>
                </a:extLst>
              </p:cNvPr>
              <p:cNvSpPr/>
              <p:nvPr/>
            </p:nvSpPr>
            <p:spPr>
              <a:xfrm>
                <a:off x="5588453" y="4014788"/>
                <a:ext cx="199890" cy="102871"/>
              </a:xfrm>
              <a:custGeom>
                <a:avLst/>
                <a:gdLst/>
                <a:ahLst/>
                <a:cxnLst/>
                <a:rect l="0" t="0" r="0" b="0"/>
                <a:pathLst>
                  <a:path w="199890" h="102871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99889" y="0"/>
                    </a:lnTo>
                    <a:lnTo>
                      <a:pt x="85589" y="102870"/>
                    </a:lnTo>
                    <a:close/>
                  </a:path>
                </a:pathLst>
              </a:custGeom>
              <a:solidFill>
                <a:srgbClr val="82BFF7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priority_mininet_6_side">
                <a:extLst>
                  <a:ext uri="{FF2B5EF4-FFF2-40B4-BE49-F238E27FC236}">
                    <a16:creationId xmlns:a16="http://schemas.microsoft.com/office/drawing/2014/main" id="{BA2B83C5-64FC-3579-AAB0-BDD1EDEEFC5F}"/>
                  </a:ext>
                </a:extLst>
              </p:cNvPr>
              <p:cNvSpPr/>
              <p:nvPr/>
            </p:nvSpPr>
            <p:spPr>
              <a:xfrm>
                <a:off x="5674042" y="4014788"/>
                <a:ext cx="114301" cy="754380"/>
              </a:xfrm>
              <a:custGeom>
                <a:avLst/>
                <a:gdLst/>
                <a:ahLst/>
                <a:cxnLst/>
                <a:rect l="0" t="0" r="0" b="0"/>
                <a:pathLst>
                  <a:path w="114301" h="754380">
                    <a:moveTo>
                      <a:pt x="0" y="102870"/>
                    </a:moveTo>
                    <a:lnTo>
                      <a:pt x="114300" y="0"/>
                    </a:lnTo>
                    <a:lnTo>
                      <a:pt x="114300" y="651509"/>
                    </a:lnTo>
                    <a:lnTo>
                      <a:pt x="0" y="754379"/>
                    </a:lnTo>
                    <a:close/>
                  </a:path>
                </a:pathLst>
              </a:custGeom>
              <a:solidFill>
                <a:srgbClr val="1C5A9A"/>
              </a:solidFill>
              <a:ln w="11430">
                <a:solidFill>
                  <a:srgbClr val="1C5A9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286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2026-10-05T11:24:35Z</dcterms:created>
  <dcterms:modified xsi:type="dcterms:W3CDTF">2026-10-05T11:24:35Z</dcterms:modified>
</cp:coreProperties>
</file>