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953E5-1433-FA53-0C9D-ADBD09017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1DF9CB-F092-9731-CD7A-509E2A30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23EE-67FC-84BB-0D4D-40ECABAC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9FF79-B35F-3D2A-2AA0-4E05CF6C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5A329-53A3-85D0-D281-78E86F59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4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88741-74D9-8968-7344-8F195904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F72EC-5B46-38D7-4385-ED532396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5BEDE-39A3-1036-8EDE-EA8FB5A0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7DACF-82E4-906B-18A9-6685950D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22E0A-A65E-B991-336B-623CC235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5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6EEF2-B404-A77F-E72B-63D9BD4B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AE7A73-584E-D243-F1B4-99888A58E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D91FF-C434-1EDE-E359-660CF3C5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E3C23C-7A51-7495-2469-C9B0BD25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F0B75-269E-F82A-C884-C7CC5946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6EE1F-EB7B-DA56-0B10-E06AB048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4BFE1F-139E-A280-59DF-2CFBCE650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CE50BE-FE65-693B-9993-882604C6E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4DF58-52D1-93F4-F104-F3C6AE84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64AD19-2D98-6D74-75CA-23435E77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C62CB5-6D3D-8BE3-A664-EC54094A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8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E61CB-027D-7D59-EF17-4CA70C01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7EED9F-1257-FB8C-45D8-A74C8BB6C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5AD426-61B0-2665-1A47-649D1C3FB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9240E0-F027-3184-7421-CD974116B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DE4638-AF47-6A02-CD7E-121BEB032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C53E00-C29F-9708-7309-7B4AF5AC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50E8CE-3EEF-6D1E-25D6-1A4D0F2A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53D44E-B417-79D3-C165-89052DC2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899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DD2F9-A64E-69B6-9160-62910934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672871-1CA1-2A32-4003-F456AC20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6E209C-2FCE-0D14-34FC-1BE022AF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595926-899D-5C6B-89D5-B0DF3C7C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BA3E19-EB63-C7F5-3396-32485D7A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AF3635-261C-9349-103D-EA27E5F8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89AD6-2D4B-F1CF-B2B4-811A3EB8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99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925B1-131C-CC8F-152A-C4AB4F8A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165A3-84B1-48C1-4662-CAF7FE61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72FB9D-917D-4B69-C6C2-BF4ACE416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B1DDC9-558A-B737-39F7-D56D19E0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D9DCE-C17E-6CD4-0550-8486EC37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2DB245-6A4E-569F-D3BD-0012532A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06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E94EE-631E-0186-81CF-FF846DC2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E2F4DD-3E4A-0EE9-9599-7307B498D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61C7F9-66B3-9E5E-C279-B9508E68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7FAA28-DA64-A642-B0F9-365DB9FD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E336A4-9B01-CEDB-C1C8-2BCCAF15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64F8DD-DB6F-2456-63C6-85AF0F3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90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9446E-E8DC-7764-FFD6-917A0579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CD32C-637E-E53E-3163-519540B34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F2F7C-94CB-8FEF-B730-B366F38F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93829-54FE-F94D-4982-40362D55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2225E5-8141-A48D-4248-0B3F180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32E2BA-9D60-A35B-40AE-E9AC3C6D2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528D84-76C2-D039-0BB5-BF26A5DD0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4C7CD-6A1D-9284-DC0B-7C3ED3C5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A9A15-3906-5F36-2913-3A952F97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F07FB-3B03-BA38-EF5D-A9B88936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25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84C3A9-0A45-92DE-30BF-9DDE2AF2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3A88ED-3EB4-9085-EF3F-A341745FC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E2AE9-D977-A449-A632-0DE09F749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8229E-478B-4CAF-83D8-0BCF6591B65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BA777-71C8-6991-D9D2-B092C4458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61296-15CE-F03A-82F9-FE855F243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4212-E1BC-4DC8-8B09-6B9CD49B05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3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A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bar-chart" descr="Reusable native component; source page 19">
            <a:extLst>
              <a:ext uri="{FF2B5EF4-FFF2-40B4-BE49-F238E27FC236}">
                <a16:creationId xmlns:a16="http://schemas.microsoft.com/office/drawing/2014/main" id="{CD979D09-1C62-D716-1D39-8E5C028DA854}"/>
              </a:ext>
            </a:extLst>
          </p:cNvPr>
          <p:cNvGrpSpPr>
            <a:grpSpLocks noChangeAspect="1"/>
          </p:cNvGrpSpPr>
          <p:nvPr/>
        </p:nvGrpSpPr>
        <p:grpSpPr>
          <a:xfrm>
            <a:off x="4791806" y="1568529"/>
            <a:ext cx="6342188" cy="5825966"/>
            <a:chOff x="9188958" y="2365153"/>
            <a:chExt cx="483298" cy="443960"/>
          </a:xfrm>
        </p:grpSpPr>
        <p:cxnSp>
          <p:nvCxnSpPr>
            <p:cNvPr id="3" name="select_icon_2_part_0">
              <a:extLst>
                <a:ext uri="{FF2B5EF4-FFF2-40B4-BE49-F238E27FC236}">
                  <a16:creationId xmlns:a16="http://schemas.microsoft.com/office/drawing/2014/main" id="{A7AF1209-BB01-D8F9-E138-DB019A5481E4}"/>
                </a:ext>
              </a:extLst>
            </p:cNvPr>
            <p:cNvCxnSpPr/>
            <p:nvPr/>
          </p:nvCxnSpPr>
          <p:spPr>
            <a:xfrm flipV="1">
              <a:off x="9188958" y="2370773"/>
              <a:ext cx="0" cy="438340"/>
            </a:xfrm>
            <a:prstGeom prst="line">
              <a:avLst/>
            </a:prstGeom>
            <a:ln w="168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elect_icon_2_part_1">
              <a:extLst>
                <a:ext uri="{FF2B5EF4-FFF2-40B4-BE49-F238E27FC236}">
                  <a16:creationId xmlns:a16="http://schemas.microsoft.com/office/drawing/2014/main" id="{08513187-7D4C-5ED4-1FB9-B85FB9D6354F}"/>
                </a:ext>
              </a:extLst>
            </p:cNvPr>
            <p:cNvCxnSpPr/>
            <p:nvPr/>
          </p:nvCxnSpPr>
          <p:spPr>
            <a:xfrm>
              <a:off x="9188958" y="2809113"/>
              <a:ext cx="483298" cy="0"/>
            </a:xfrm>
            <a:prstGeom prst="line">
              <a:avLst/>
            </a:prstGeom>
            <a:ln w="168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select_icon_2_part_2">
              <a:extLst>
                <a:ext uri="{FF2B5EF4-FFF2-40B4-BE49-F238E27FC236}">
                  <a16:creationId xmlns:a16="http://schemas.microsoft.com/office/drawing/2014/main" id="{4B35B3F3-045E-FB81-AEA8-68CF7B63483F}"/>
                </a:ext>
              </a:extLst>
            </p:cNvPr>
            <p:cNvSpPr/>
            <p:nvPr/>
          </p:nvSpPr>
          <p:spPr>
            <a:xfrm>
              <a:off x="9250775" y="2646140"/>
              <a:ext cx="73057" cy="162973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select_icon_2_part_3">
              <a:extLst>
                <a:ext uri="{FF2B5EF4-FFF2-40B4-BE49-F238E27FC236}">
                  <a16:creationId xmlns:a16="http://schemas.microsoft.com/office/drawing/2014/main" id="{921B50B4-AB26-E9C6-8065-96A99A8422B2}"/>
                </a:ext>
              </a:extLst>
            </p:cNvPr>
            <p:cNvSpPr/>
            <p:nvPr/>
          </p:nvSpPr>
          <p:spPr>
            <a:xfrm>
              <a:off x="9363170" y="2550605"/>
              <a:ext cx="73057" cy="258508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select_icon_2_part_4">
              <a:extLst>
                <a:ext uri="{FF2B5EF4-FFF2-40B4-BE49-F238E27FC236}">
                  <a16:creationId xmlns:a16="http://schemas.microsoft.com/office/drawing/2014/main" id="{420D6490-8697-F17A-E281-AB24BF105947}"/>
                </a:ext>
              </a:extLst>
            </p:cNvPr>
            <p:cNvSpPr/>
            <p:nvPr/>
          </p:nvSpPr>
          <p:spPr>
            <a:xfrm>
              <a:off x="9475565" y="2460689"/>
              <a:ext cx="73057" cy="348424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select_icon_2_part_5">
              <a:extLst>
                <a:ext uri="{FF2B5EF4-FFF2-40B4-BE49-F238E27FC236}">
                  <a16:creationId xmlns:a16="http://schemas.microsoft.com/office/drawing/2014/main" id="{24E4E994-3BC3-5CED-D855-C971CDBE6EAB}"/>
                </a:ext>
              </a:extLst>
            </p:cNvPr>
            <p:cNvSpPr/>
            <p:nvPr/>
          </p:nvSpPr>
          <p:spPr>
            <a:xfrm>
              <a:off x="9587960" y="2365153"/>
              <a:ext cx="73057" cy="44396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854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2</cp:revision>
  <dcterms:created xsi:type="dcterms:W3CDTF">2026-10-05T11:24:39Z</dcterms:created>
  <dcterms:modified xsi:type="dcterms:W3CDTF">2026-10-05T11:30:03Z</dcterms:modified>
</cp:coreProperties>
</file>