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4778A-10A2-4B0F-4B79-725E4F541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EB29B3-2CC4-831C-7F3E-B734F7FBF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BCCAD0-BF41-EE5F-E8C0-008F61135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216A8-4966-4F10-720D-8B642E28C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1A226-5751-00D4-78C2-3B137061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98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E68E5-791A-1B08-1C88-750240820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E864F-3F6F-5A22-C6B1-DCD0A8E9F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93A666-AB66-B785-C5D6-58889D7D7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CE067-5A0A-140F-E6F7-344F6EF5D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9BFE2-54DD-3EE2-61BE-B75ECAEC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827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CB590-BBF7-87E5-CA4C-20BAB034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D2E24-DA02-3C2B-4357-3FD16BCBE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503156-1918-D4AE-8DA9-696893DD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EE4237-310A-52C0-0AEF-AE1BA34B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5CA7CD-89D3-F688-360A-E58212CA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91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70823-940F-0505-F523-19EA45D30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4B15DD-6F7B-5C9E-552E-B2C6FC65A5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8A2F07-52DF-4703-D546-F4B6D792B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6FCD7-F11A-4C41-7F4D-819D6398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C25ED4-9A9A-7AFF-7446-5059BF18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7B6743-8F4E-E9B0-3A8A-69293585B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49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B172D-5805-AADB-3FA9-995916B88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BB1EE4-88EE-D756-DA0D-9C1B6BC70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5DC730-FD09-CFE3-3AC1-D1BBF7CF7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1D6D90-E20F-93F4-C544-AA61159CD9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B8C5E7-D7B1-DA17-E3DC-0C196E013D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E16CAB8-E2F9-3361-345A-EAFC10F24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DD0143-F6DF-5493-EEE5-04E3F608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7F7824B-1B75-9F2B-16FA-62DC011B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921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95B07-F7E1-CA07-F18F-7C7C29504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25719A-640A-3DBC-2B4F-3566940D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E015F4-229D-28CD-8773-D6F698E5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7E0D19-81A8-9CEA-3540-0FD15A448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87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F26149-6279-87AD-9F6C-6F481B51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A0BC96-4FC4-5052-E40C-4BFAD259D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23021D-1560-27BF-35DC-1D0F9EA96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369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3CB10-DAEF-F8DC-EFF7-FB7CDD2E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80473-1FDF-81B4-FC5A-037565503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709273-DBE1-0ECE-BD0A-1D84CE06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BF7DD4-EDE3-6354-4A97-81331A60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31187A-F37C-E8BD-6475-A7A377993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B8FEC7-99E7-C824-80EF-F332A97B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71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C2F829-1626-6F7B-4058-5E81C600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38DE9B-C668-94C4-9612-0F0876913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3487825-3B34-0BD8-FA61-34DA6E80A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83DBD0-F748-D51F-C78C-B998D127A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931DF-EBC6-3073-0259-29DB4EA14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D4C4A3-2DEF-F700-A85E-0FC3F4A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80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A79A7-E4C7-6C1A-4F3B-EBC6135D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B39874-92B4-4B42-15B1-5C166B342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B1C7F3-D351-B685-E4C8-F8902F192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CF7458-584D-431F-172F-B90B0A37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89B1-7948-5CE2-7161-E7A1A9D0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3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54589D-2DAD-83B9-E75F-08A72D550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A59DAE-1093-1A6F-2C10-4810496CC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BBEE1-0E51-C8DB-1C34-DD37B7FC1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8B19CC-4A28-5396-7C41-7AC46CDE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AE4EBB-624D-9CE5-1E4B-A4AC2A19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708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435DCE-404F-E528-7075-0A9016316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2BCE15-AE32-873C-438B-B717AD6FB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35085F-9428-F0C3-7B0E-AFA903DA0A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FD0FE-2269-4657-88C0-3458EB128FDE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8A1CE-B2D4-95B9-0A43-F1F344DE0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D2220E-2826-ADC7-4C8C-E8A936F37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38F56B-5FBC-4921-955E-A469DA346E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7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4A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document" descr="Reusable native component; source page 19">
            <a:extLst>
              <a:ext uri="{FF2B5EF4-FFF2-40B4-BE49-F238E27FC236}">
                <a16:creationId xmlns:a16="http://schemas.microsoft.com/office/drawing/2014/main" id="{17F80064-E61D-EA18-0927-BABA33122452}"/>
              </a:ext>
            </a:extLst>
          </p:cNvPr>
          <p:cNvGrpSpPr>
            <a:grpSpLocks noChangeAspect="1"/>
          </p:cNvGrpSpPr>
          <p:nvPr/>
        </p:nvGrpSpPr>
        <p:grpSpPr>
          <a:xfrm>
            <a:off x="5786534" y="1568530"/>
            <a:ext cx="4352732" cy="5825965"/>
            <a:chOff x="1687925" y="2348293"/>
            <a:chExt cx="365285" cy="488920"/>
          </a:xfrm>
        </p:grpSpPr>
        <p:sp>
          <p:nvSpPr>
            <p:cNvPr id="3" name="select_icon_0_part_0">
              <a:extLst>
                <a:ext uri="{FF2B5EF4-FFF2-40B4-BE49-F238E27FC236}">
                  <a16:creationId xmlns:a16="http://schemas.microsoft.com/office/drawing/2014/main" id="{44C777B2-DD76-8647-97DA-0E0D3FB92055}"/>
                </a:ext>
              </a:extLst>
            </p:cNvPr>
            <p:cNvSpPr/>
            <p:nvPr/>
          </p:nvSpPr>
          <p:spPr>
            <a:xfrm>
              <a:off x="1687925" y="2348293"/>
              <a:ext cx="365285" cy="488920"/>
            </a:xfrm>
            <a:custGeom>
              <a:avLst/>
              <a:gdLst/>
              <a:ahLst/>
              <a:cxnLst/>
              <a:rect l="0" t="0" r="0" b="0"/>
              <a:pathLst>
                <a:path w="365285" h="488920">
                  <a:moveTo>
                    <a:pt x="0" y="0"/>
                  </a:moveTo>
                  <a:lnTo>
                    <a:pt x="247269" y="0"/>
                  </a:lnTo>
                  <a:lnTo>
                    <a:pt x="365284" y="123635"/>
                  </a:lnTo>
                  <a:lnTo>
                    <a:pt x="365284" y="488919"/>
                  </a:lnTo>
                  <a:lnTo>
                    <a:pt x="0" y="488919"/>
                  </a:lnTo>
                  <a:close/>
                </a:path>
              </a:pathLst>
            </a:custGeom>
            <a:noFill/>
            <a:ln w="22479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select_icon_0_part_1">
              <a:extLst>
                <a:ext uri="{FF2B5EF4-FFF2-40B4-BE49-F238E27FC236}">
                  <a16:creationId xmlns:a16="http://schemas.microsoft.com/office/drawing/2014/main" id="{61B516FB-5ED7-F34B-C548-5B52B0CD7D4F}"/>
                </a:ext>
              </a:extLst>
            </p:cNvPr>
            <p:cNvCxnSpPr/>
            <p:nvPr/>
          </p:nvCxnSpPr>
          <p:spPr>
            <a:xfrm>
              <a:off x="1935194" y="2348293"/>
              <a:ext cx="0" cy="129255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elect_icon_0_part_2">
              <a:extLst>
                <a:ext uri="{FF2B5EF4-FFF2-40B4-BE49-F238E27FC236}">
                  <a16:creationId xmlns:a16="http://schemas.microsoft.com/office/drawing/2014/main" id="{6A7834D1-E751-045A-D753-991B390451CC}"/>
                </a:ext>
              </a:extLst>
            </p:cNvPr>
            <p:cNvCxnSpPr/>
            <p:nvPr/>
          </p:nvCxnSpPr>
          <p:spPr>
            <a:xfrm>
              <a:off x="1935194" y="2477548"/>
              <a:ext cx="118015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elect_icon_0_part_3">
              <a:extLst>
                <a:ext uri="{FF2B5EF4-FFF2-40B4-BE49-F238E27FC236}">
                  <a16:creationId xmlns:a16="http://schemas.microsoft.com/office/drawing/2014/main" id="{26591A2D-FF3B-2A84-85A5-2316AA8EC5E2}"/>
                </a:ext>
              </a:extLst>
            </p:cNvPr>
            <p:cNvCxnSpPr/>
            <p:nvPr/>
          </p:nvCxnSpPr>
          <p:spPr>
            <a:xfrm>
              <a:off x="1760982" y="2556224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elect_icon_0_part_4">
              <a:extLst>
                <a:ext uri="{FF2B5EF4-FFF2-40B4-BE49-F238E27FC236}">
                  <a16:creationId xmlns:a16="http://schemas.microsoft.com/office/drawing/2014/main" id="{DF270951-F908-C42E-C1F9-C90B2B1B045A}"/>
                </a:ext>
              </a:extLst>
            </p:cNvPr>
            <p:cNvCxnSpPr/>
            <p:nvPr/>
          </p:nvCxnSpPr>
          <p:spPr>
            <a:xfrm>
              <a:off x="1760982" y="2640520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elect_icon_0_part_5">
              <a:extLst>
                <a:ext uri="{FF2B5EF4-FFF2-40B4-BE49-F238E27FC236}">
                  <a16:creationId xmlns:a16="http://schemas.microsoft.com/office/drawing/2014/main" id="{556D90DD-FA92-7A77-E1B5-8349A43C456E}"/>
                </a:ext>
              </a:extLst>
            </p:cNvPr>
            <p:cNvCxnSpPr/>
            <p:nvPr/>
          </p:nvCxnSpPr>
          <p:spPr>
            <a:xfrm>
              <a:off x="1760982" y="2724817"/>
              <a:ext cx="213551" cy="0"/>
            </a:xfrm>
            <a:prstGeom prst="line">
              <a:avLst/>
            </a:prstGeom>
            <a:ln w="22479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4402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2</cp:revision>
  <dcterms:created xsi:type="dcterms:W3CDTF">2026-10-05T11:24:37Z</dcterms:created>
  <dcterms:modified xsi:type="dcterms:W3CDTF">2026-10-05T11:30:01Z</dcterms:modified>
</cp:coreProperties>
</file>